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2" r:id="rId2"/>
  </p:sldMasterIdLst>
  <p:notesMasterIdLst>
    <p:notesMasterId r:id="rId6"/>
  </p:notesMasterIdLst>
  <p:sldIdLst>
    <p:sldId id="770" r:id="rId3"/>
    <p:sldId id="1001" r:id="rId4"/>
    <p:sldId id="772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F1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5" autoAdjust="0"/>
    <p:restoredTop sz="73176" autoAdjust="0"/>
  </p:normalViewPr>
  <p:slideViewPr>
    <p:cSldViewPr snapToGrid="0" showGuides="1">
      <p:cViewPr varScale="1">
        <p:scale>
          <a:sx n="85" d="100"/>
          <a:sy n="85" d="100"/>
        </p:scale>
        <p:origin x="1476" y="90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 showGuides="1">
      <p:cViewPr varScale="1">
        <p:scale>
          <a:sx n="118" d="100"/>
          <a:sy n="118" d="100"/>
        </p:scale>
        <p:origin x="39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C70FBF-EBC7-48BC-9FF4-60E98111FAF8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5A6E62-6464-48E3-A950-8B46B2C81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136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ko-KR" dirty="0"/>
              <a:t> </a:t>
            </a:r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오른쪽: →</a:t>
            </a:r>
          </a:p>
          <a:p>
            <a:pPr lvl="0"/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왼쪽: ←</a:t>
            </a:r>
          </a:p>
          <a:p>
            <a:pPr lvl="0"/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위쪽: ↑</a:t>
            </a:r>
          </a:p>
          <a:p>
            <a:pPr lvl="0"/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아래쪽: ↓</a:t>
            </a:r>
          </a:p>
          <a:p>
            <a:pPr lvl="0"/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좌우 양방향: ↔ ⇔</a:t>
            </a:r>
          </a:p>
          <a:p>
            <a:pPr lvl="0"/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상하 양방향: ↕</a:t>
            </a:r>
          </a:p>
          <a:p>
            <a:pPr lvl="0"/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대각선: ↗ ↘ ↖ ↙</a:t>
            </a:r>
          </a:p>
          <a:p>
            <a:endParaRPr lang="ko-KR" altLang="en-US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891E5-1CD2-4B05-8178-8C49B58924F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702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A6E62-6464-48E3-A950-8B46B2C8108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1442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A6E62-6464-48E3-A950-8B46B2C8108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747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52A1B-C763-C9A6-AADD-43FBC3B7C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F423261-3F68-B8A6-DA8C-C1B31F16F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A705C5-459B-96C8-2CA2-5E12914FA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D39F56-7BCA-57D8-9039-ED968753E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646A04-24C2-3C45-EE21-FB23BA2F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18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DC6883-1C8A-9E20-19B7-877053834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B08F0A-0E00-18F3-9E65-031448646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560133-C35C-8C4F-328E-8E9B79F40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9A8A1F-82FA-EC9E-A4C5-677BD6CE2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6DF691-3C61-A125-27FF-5EF0B5181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754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95DA7-E147-5F92-926F-DEBDF0332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113DEB-D6E9-DC7D-3B33-DF60095FA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7413F7-6293-669A-C49C-CBD4B87F4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59463A-8506-F832-BF63-0AB538324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2153CB-E77A-DDE1-B666-3A7483A05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836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AB2C3-915D-1F0F-FD8B-8851B2DCE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543B65-182A-1AF8-1ADF-73493AE256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1FC3C4-0188-7117-4A57-48CDCD1BF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573293-D299-1ACC-B5F6-5249201C5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E0B931-ECD0-9014-3A6C-96A433235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5D45AC-93A5-F441-B0D9-C72C7D961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792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8F5203-0A0C-E761-43DC-1E4FCF632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B12E34-F53B-1A87-9EF2-C6C9AD4AF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2005B8-C78F-3258-A421-5AEC2A338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FCEAEE-2647-1263-6BFA-6783FEEA7D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19C9D7-D5A0-149F-D2A7-61824E4EF9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EE39A88-1C17-B89B-34ED-6E5C1BFC2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39754EA-D4D9-36B7-2239-6BD62CA32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DA14D8B-D0E2-0987-5C43-F597C8B9E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0987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1830CA-B77F-223E-2F40-8194C04C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D32D80-AD85-E48F-7B4C-351408549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BC26F6-F455-63DE-95C5-F4225A6E7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11D057-29DE-8E21-B820-9373E1D5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580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EE82FB6-0C07-5848-5C12-3916F590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479ED77-F80B-BC2E-F13C-AB7A6DF0B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64ADE3-6C32-5057-058C-6C8D737E1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2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03ECFF-667E-1220-0A59-5BE19AED9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94255F-D651-1764-0366-FBA95DFD9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34124B-2B82-BDE2-890E-BFD9AA2DE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860289-4016-BA2D-B545-D07153FC5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F585F0-BA8F-2A7C-DBB7-F2289CD19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4C75D0-17A4-045E-30A7-0DCE3A877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143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F30D40-10EB-DE9D-C961-CAA1D931B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D68E722-038F-3A9D-65EF-E5304FA2E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E95962-4F65-7241-5E2C-05F96638F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2B0918-E7F3-D78C-44EF-462950321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36987F-BD53-DD08-6650-29BA313C1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21EE29-1D4F-8E30-549E-5034953BA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175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828FF4-3094-9A4A-896C-406EBC406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622EFE7-558D-D0D6-ABB0-E152FCD2D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959EF9-421B-0B42-076F-3EAADFF2E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93E55E-A7CF-31DF-B702-56441B2DD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3FED1B-F32D-7F6B-C465-88AC60496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045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380E2CC-C4B8-964B-F70D-8574A5993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FADE95-344E-A9E2-C2C0-7DA9EBB50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B0CF5E-5337-96DA-CF9F-4B18025AF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C46605-06E8-BD79-FC4E-DE7454975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CE113-CD48-4415-1206-5002C0299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960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1" y="2376766"/>
            <a:ext cx="9144000" cy="855184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400" b="1">
                <a:solidFill>
                  <a:srgbClr val="2D3F4E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2D3F4E"/>
                </a:solidFill>
                <a:latin typeface="Trebuchet MS" panose="020B0703020202090204" pitchFamily="34" charset="0"/>
              </a:defRPr>
            </a:lvl1pPr>
            <a:lvl2pPr marL="457202" indent="0" algn="ctr">
              <a:buNone/>
              <a:defRPr sz="2000"/>
            </a:lvl2pPr>
            <a:lvl3pPr marL="914404" indent="0" algn="ctr">
              <a:buNone/>
              <a:defRPr sz="1800"/>
            </a:lvl3pPr>
            <a:lvl4pPr marL="1371605" indent="0" algn="ctr">
              <a:buNone/>
              <a:defRPr sz="1600"/>
            </a:lvl4pPr>
            <a:lvl5pPr marL="1828807" indent="0" algn="ctr">
              <a:buNone/>
              <a:defRPr sz="1600"/>
            </a:lvl5pPr>
            <a:lvl6pPr marL="2286009" indent="0" algn="ctr">
              <a:buNone/>
              <a:defRPr sz="1600"/>
            </a:lvl6pPr>
            <a:lvl7pPr marL="2743211" indent="0" algn="ctr">
              <a:buNone/>
              <a:defRPr sz="1600"/>
            </a:lvl7pPr>
            <a:lvl8pPr marL="3200413" indent="0" algn="ctr">
              <a:buNone/>
              <a:defRPr sz="1600"/>
            </a:lvl8pPr>
            <a:lvl9pPr marL="3657615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EB3B124F-36C4-94D5-C22F-6D439133A7B4}"/>
              </a:ext>
            </a:extLst>
          </p:cNvPr>
          <p:cNvSpPr txBox="1">
            <a:spLocks/>
          </p:cNvSpPr>
          <p:nvPr userDrawn="1"/>
        </p:nvSpPr>
        <p:spPr>
          <a:xfrm>
            <a:off x="3787205" y="5728639"/>
            <a:ext cx="4617590" cy="372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703020202090204" pitchFamily="34" charset="0"/>
                <a:ea typeface="Baskerville" panose="02020502070401020303" pitchFamily="18" charset="0"/>
              </a:rPr>
              <a:t>Advanced Intelligent Computing Architecture Lab.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rebuchet MS" panose="020B060302020202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BDBBFFA-AC6B-4DE0-F991-D9DA483B3EE6}"/>
              </a:ext>
            </a:extLst>
          </p:cNvPr>
          <p:cNvGrpSpPr/>
          <p:nvPr userDrawn="1"/>
        </p:nvGrpSpPr>
        <p:grpSpPr>
          <a:xfrm>
            <a:off x="5196905" y="4977344"/>
            <a:ext cx="1798190" cy="646162"/>
            <a:chOff x="5976117" y="116467"/>
            <a:chExt cx="4341047" cy="1559914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7D01C0DA-7E19-0F85-F60D-470CBEC2E8C3}"/>
                </a:ext>
              </a:extLst>
            </p:cNvPr>
            <p:cNvSpPr/>
            <p:nvPr userDrawn="1"/>
          </p:nvSpPr>
          <p:spPr>
            <a:xfrm>
              <a:off x="7547660" y="613810"/>
              <a:ext cx="360000" cy="1046263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D4AC07B-F602-BF95-CE22-697B01DEE9B4}"/>
                </a:ext>
              </a:extLst>
            </p:cNvPr>
            <p:cNvSpPr/>
            <p:nvPr userDrawn="1"/>
          </p:nvSpPr>
          <p:spPr>
            <a:xfrm>
              <a:off x="6776499" y="1312781"/>
              <a:ext cx="1131162" cy="363600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8" name="사각형: 둥근 모서리 34">
              <a:extLst>
                <a:ext uri="{FF2B5EF4-FFF2-40B4-BE49-F238E27FC236}">
                  <a16:creationId xmlns:a16="http://schemas.microsoft.com/office/drawing/2014/main" id="{6FDA9D2B-21BB-4F37-E3AB-497C69ED2087}"/>
                </a:ext>
              </a:extLst>
            </p:cNvPr>
            <p:cNvSpPr/>
            <p:nvPr userDrawn="1"/>
          </p:nvSpPr>
          <p:spPr>
            <a:xfrm rot="923841">
              <a:off x="6171723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E135C6C3-D988-0443-168B-FABB6CAB15AB}"/>
                </a:ext>
              </a:extLst>
            </p:cNvPr>
            <p:cNvSpPr/>
            <p:nvPr userDrawn="1"/>
          </p:nvSpPr>
          <p:spPr>
            <a:xfrm>
              <a:off x="5976117" y="1562385"/>
              <a:ext cx="367024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6086E433-4747-0B2B-6F82-1F92A460E912}"/>
                </a:ext>
              </a:extLst>
            </p:cNvPr>
            <p:cNvSpPr/>
            <p:nvPr userDrawn="1"/>
          </p:nvSpPr>
          <p:spPr>
            <a:xfrm rot="17142116">
              <a:off x="5845212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E9F9AE10-6C32-FE3C-D6FF-0F343E1757E3}"/>
                </a:ext>
              </a:extLst>
            </p:cNvPr>
            <p:cNvSpPr/>
            <p:nvPr userDrawn="1"/>
          </p:nvSpPr>
          <p:spPr>
            <a:xfrm>
              <a:off x="7547660" y="189796"/>
              <a:ext cx="360000" cy="355633"/>
            </a:xfrm>
            <a:prstGeom prst="roundRect">
              <a:avLst/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2" name="사각형: 둥근 모서리 34">
              <a:extLst>
                <a:ext uri="{FF2B5EF4-FFF2-40B4-BE49-F238E27FC236}">
                  <a16:creationId xmlns:a16="http://schemas.microsoft.com/office/drawing/2014/main" id="{5C706ED6-9017-234E-8BAB-E84A527A4F3C}"/>
                </a:ext>
              </a:extLst>
            </p:cNvPr>
            <p:cNvSpPr/>
            <p:nvPr userDrawn="1"/>
          </p:nvSpPr>
          <p:spPr>
            <a:xfrm rot="923841">
              <a:off x="9359767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A7E79BBD-9AB2-7ACC-C325-DE0F17968F3D}"/>
                </a:ext>
              </a:extLst>
            </p:cNvPr>
            <p:cNvSpPr/>
            <p:nvPr userDrawn="1"/>
          </p:nvSpPr>
          <p:spPr>
            <a:xfrm>
              <a:off x="9539301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3E740AB6-D3B7-E380-7325-A8FCB7E27C43}"/>
                </a:ext>
              </a:extLst>
            </p:cNvPr>
            <p:cNvSpPr/>
            <p:nvPr userDrawn="1"/>
          </p:nvSpPr>
          <p:spPr>
            <a:xfrm flipH="1">
              <a:off x="9958325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58020E3B-C01B-8C60-4008-5C3AE090F73D}"/>
                </a:ext>
              </a:extLst>
            </p:cNvPr>
            <p:cNvSpPr/>
            <p:nvPr userDrawn="1"/>
          </p:nvSpPr>
          <p:spPr>
            <a:xfrm rot="4506704" flipH="1">
              <a:off x="9985282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3ADDB6F6-1190-2E66-F4B9-5226221B81CE}"/>
                </a:ext>
              </a:extLst>
            </p:cNvPr>
            <p:cNvSpPr/>
            <p:nvPr userDrawn="1"/>
          </p:nvSpPr>
          <p:spPr>
            <a:xfrm rot="17142116">
              <a:off x="9285907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446A6345-87FD-6E5B-7ED2-F7B600F78F01}"/>
                </a:ext>
              </a:extLst>
            </p:cNvPr>
            <p:cNvSpPr/>
            <p:nvPr userDrawn="1"/>
          </p:nvSpPr>
          <p:spPr>
            <a:xfrm>
              <a:off x="8225540" y="182176"/>
              <a:ext cx="976417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95379B5F-0DF1-1253-1ED9-2A52BE662FB2}"/>
                </a:ext>
              </a:extLst>
            </p:cNvPr>
            <p:cNvSpPr/>
            <p:nvPr userDrawn="1"/>
          </p:nvSpPr>
          <p:spPr>
            <a:xfrm>
              <a:off x="8225541" y="1310440"/>
              <a:ext cx="1287590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981700A3-FD95-7923-E24A-DE44C3B1E20D}"/>
                </a:ext>
              </a:extLst>
            </p:cNvPr>
            <p:cNvSpPr/>
            <p:nvPr userDrawn="1"/>
          </p:nvSpPr>
          <p:spPr>
            <a:xfrm>
              <a:off x="8210345" y="186675"/>
              <a:ext cx="360000" cy="1473398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3" name="사각형: 둥근 모서리 48">
              <a:extLst>
                <a:ext uri="{FF2B5EF4-FFF2-40B4-BE49-F238E27FC236}">
                  <a16:creationId xmlns:a16="http://schemas.microsoft.com/office/drawing/2014/main" id="{498E65AD-3F00-17C7-D5FC-9360F0D8D83F}"/>
                </a:ext>
              </a:extLst>
            </p:cNvPr>
            <p:cNvSpPr/>
            <p:nvPr userDrawn="1"/>
          </p:nvSpPr>
          <p:spPr>
            <a:xfrm rot="20700000">
              <a:off x="9757285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D84E8DEB-2540-8D52-2097-8A0B84519D14}"/>
                </a:ext>
              </a:extLst>
            </p:cNvPr>
            <p:cNvSpPr/>
            <p:nvPr userDrawn="1"/>
          </p:nvSpPr>
          <p:spPr>
            <a:xfrm rot="4506704" flipH="1">
              <a:off x="9456291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C3344A89-4809-DD59-23EA-4FD793BECF83}"/>
                </a:ext>
              </a:extLst>
            </p:cNvPr>
            <p:cNvSpPr/>
            <p:nvPr userDrawn="1"/>
          </p:nvSpPr>
          <p:spPr>
            <a:xfrm flipH="1">
              <a:off x="9586770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AC3D8F07-1C02-3E73-01E8-41A155CCDB1D}"/>
                </a:ext>
              </a:extLst>
            </p:cNvPr>
            <p:cNvSpPr/>
            <p:nvPr userDrawn="1"/>
          </p:nvSpPr>
          <p:spPr>
            <a:xfrm>
              <a:off x="6347129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F52B978E-9C88-1E75-EF2C-6F071425AA66}"/>
                </a:ext>
              </a:extLst>
            </p:cNvPr>
            <p:cNvSpPr/>
            <p:nvPr userDrawn="1"/>
          </p:nvSpPr>
          <p:spPr>
            <a:xfrm flipH="1">
              <a:off x="6766153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7CCA3927-601C-0089-540E-B40E21642851}"/>
                </a:ext>
              </a:extLst>
            </p:cNvPr>
            <p:cNvSpPr/>
            <p:nvPr userDrawn="1"/>
          </p:nvSpPr>
          <p:spPr>
            <a:xfrm rot="4506704" flipH="1">
              <a:off x="6793110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9" name="사각형: 둥근 모서리 48">
              <a:extLst>
                <a:ext uri="{FF2B5EF4-FFF2-40B4-BE49-F238E27FC236}">
                  <a16:creationId xmlns:a16="http://schemas.microsoft.com/office/drawing/2014/main" id="{74ED5022-514D-AC86-79B3-BFB20B0BDA78}"/>
                </a:ext>
              </a:extLst>
            </p:cNvPr>
            <p:cNvSpPr/>
            <p:nvPr userDrawn="1"/>
          </p:nvSpPr>
          <p:spPr>
            <a:xfrm rot="20700000">
              <a:off x="6565113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6DF17EFE-4DE7-23E0-83AE-F34E55751FBA}"/>
                </a:ext>
              </a:extLst>
            </p:cNvPr>
            <p:cNvSpPr/>
            <p:nvPr userDrawn="1"/>
          </p:nvSpPr>
          <p:spPr>
            <a:xfrm rot="4506704" flipH="1">
              <a:off x="6264119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E99538CC-61E2-1721-E8D1-CDDF420D356E}"/>
                </a:ext>
              </a:extLst>
            </p:cNvPr>
            <p:cNvSpPr/>
            <p:nvPr userDrawn="1"/>
          </p:nvSpPr>
          <p:spPr>
            <a:xfrm flipH="1">
              <a:off x="6394598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0790F64-4FE8-0A76-F8EF-FEA76BB718F4}"/>
              </a:ext>
            </a:extLst>
          </p:cNvPr>
          <p:cNvGrpSpPr/>
          <p:nvPr userDrawn="1"/>
        </p:nvGrpSpPr>
        <p:grpSpPr>
          <a:xfrm>
            <a:off x="9608429" y="6377262"/>
            <a:ext cx="2549704" cy="447351"/>
            <a:chOff x="2347257" y="6113745"/>
            <a:chExt cx="2549704" cy="447351"/>
          </a:xfrm>
        </p:grpSpPr>
        <p:pic>
          <p:nvPicPr>
            <p:cNvPr id="33" name="그림 32" descr="로고, 그래픽, 그래픽 디자인, 스크린샷이(가) 표시된 사진&#10;&#10;자동 생성된 설명">
              <a:extLst>
                <a:ext uri="{FF2B5EF4-FFF2-40B4-BE49-F238E27FC236}">
                  <a16:creationId xmlns:a16="http://schemas.microsoft.com/office/drawing/2014/main" id="{5F0107DC-1969-2332-9966-A8D4F04957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7257" y="6113745"/>
              <a:ext cx="1016707" cy="44735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1C8422F-847D-E2D6-6D3B-C424656E2C83}"/>
                </a:ext>
              </a:extLst>
            </p:cNvPr>
            <p:cNvSpPr txBox="1"/>
            <p:nvPr userDrawn="1"/>
          </p:nvSpPr>
          <p:spPr>
            <a:xfrm>
              <a:off x="3356155" y="6113745"/>
              <a:ext cx="1540806" cy="374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n-US" sz="1200" b="1" dirty="0">
                  <a:solidFill>
                    <a:srgbClr val="5A5B5E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School of Software</a:t>
              </a:r>
            </a:p>
            <a:p>
              <a:pPr algn="ctr">
                <a:lnSpc>
                  <a:spcPts val="1100"/>
                </a:lnSpc>
              </a:pPr>
              <a:r>
                <a:rPr lang="en-US" sz="1200" b="1" dirty="0" err="1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Soongsil</a:t>
              </a:r>
              <a:r>
                <a:rPr lang="en-US" sz="1200" b="1" dirty="0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 University</a:t>
              </a:r>
            </a:p>
          </p:txBody>
        </p:sp>
      </p:grpSp>
      <p:sp>
        <p:nvSpPr>
          <p:cNvPr id="43" name="내용 개체 틀 42">
            <a:extLst>
              <a:ext uri="{FF2B5EF4-FFF2-40B4-BE49-F238E27FC236}">
                <a16:creationId xmlns:a16="http://schemas.microsoft.com/office/drawing/2014/main" id="{7F399805-B9E0-9A92-4145-86CBE2C1A79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24001" y="1299326"/>
            <a:ext cx="9144000" cy="855183"/>
          </a:xfrm>
        </p:spPr>
        <p:txBody>
          <a:bodyPr anchor="b"/>
          <a:lstStyle>
            <a:lvl1pPr marL="0" indent="0" algn="ctr">
              <a:buNone/>
              <a:defRPr sz="4800" b="1">
                <a:latin typeface="Trebuchet MS" panose="020B0603020202020204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</a:t>
            </a:r>
          </a:p>
        </p:txBody>
      </p:sp>
    </p:spTree>
    <p:extLst>
      <p:ext uri="{BB962C8B-B14F-4D97-AF65-F5344CB8AC3E}">
        <p14:creationId xmlns:p14="http://schemas.microsoft.com/office/powerpoint/2010/main" val="3125989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마지막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0790F64-4FE8-0A76-F8EF-FEA76BB718F4}"/>
              </a:ext>
            </a:extLst>
          </p:cNvPr>
          <p:cNvGrpSpPr/>
          <p:nvPr userDrawn="1"/>
        </p:nvGrpSpPr>
        <p:grpSpPr>
          <a:xfrm>
            <a:off x="9608429" y="6377262"/>
            <a:ext cx="2549704" cy="447351"/>
            <a:chOff x="2347257" y="6113745"/>
            <a:chExt cx="2549704" cy="447351"/>
          </a:xfrm>
        </p:grpSpPr>
        <p:pic>
          <p:nvPicPr>
            <p:cNvPr id="33" name="그림 32" descr="로고, 그래픽, 그래픽 디자인, 스크린샷이(가) 표시된 사진&#10;&#10;자동 생성된 설명">
              <a:extLst>
                <a:ext uri="{FF2B5EF4-FFF2-40B4-BE49-F238E27FC236}">
                  <a16:creationId xmlns:a16="http://schemas.microsoft.com/office/drawing/2014/main" id="{5F0107DC-1969-2332-9966-A8D4F04957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7257" y="6113745"/>
              <a:ext cx="1016707" cy="44735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1C8422F-847D-E2D6-6D3B-C424656E2C83}"/>
                </a:ext>
              </a:extLst>
            </p:cNvPr>
            <p:cNvSpPr txBox="1"/>
            <p:nvPr userDrawn="1"/>
          </p:nvSpPr>
          <p:spPr>
            <a:xfrm>
              <a:off x="3356155" y="6113745"/>
              <a:ext cx="1540806" cy="374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n-US" sz="1200" b="1" dirty="0">
                  <a:solidFill>
                    <a:srgbClr val="5A5B5E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School of Software</a:t>
              </a:r>
            </a:p>
            <a:p>
              <a:pPr algn="ctr">
                <a:lnSpc>
                  <a:spcPts val="1100"/>
                </a:lnSpc>
              </a:pPr>
              <a:r>
                <a:rPr lang="en-US" sz="1200" b="1" dirty="0" err="1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Soongsil</a:t>
              </a:r>
              <a:r>
                <a:rPr lang="en-US" sz="1200" b="1" dirty="0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 University</a:t>
              </a: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4538A30A-D7A1-6521-A4C9-7B9DA3C4FF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6080"/>
            <a:ext cx="1311920" cy="1311920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25080A8C-CABB-86CB-451E-4AA69A1125FB}"/>
              </a:ext>
            </a:extLst>
          </p:cNvPr>
          <p:cNvSpPr/>
          <p:nvPr userDrawn="1"/>
        </p:nvSpPr>
        <p:spPr>
          <a:xfrm>
            <a:off x="1197392" y="6516837"/>
            <a:ext cx="23952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>
                <a:latin typeface="Trebuchet MS" panose="020B0603020202020204" pitchFamily="34" charset="0"/>
              </a:rPr>
              <a:t>Lab: https://aica.ssu.ac.kr</a:t>
            </a:r>
            <a:endParaRPr lang="ko-KR" altLang="en-US" sz="1400" b="1" dirty="0">
              <a:latin typeface="Trebuchet MS" panose="020B0603020202020204" pitchFamily="34" charset="0"/>
            </a:endParaRP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B6F3407-DDCF-0C52-4C34-A45338DFBA8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7392" y="6261269"/>
            <a:ext cx="3185923" cy="307777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latin typeface="Trebuchet MS" panose="020B0603020202020204" pitchFamily="34" charset="0"/>
              </a:defRPr>
            </a:lvl1pPr>
            <a:lvl2pPr marL="457202" indent="0">
              <a:buNone/>
              <a:defRPr/>
            </a:lvl2pPr>
            <a:lvl3pPr marL="914404" indent="0">
              <a:buNone/>
              <a:defRPr/>
            </a:lvl3pPr>
            <a:lvl4pPr marL="1371605" indent="0">
              <a:buNone/>
              <a:defRPr/>
            </a:lvl4pPr>
            <a:lvl5pPr marL="1828807" indent="0">
              <a:buNone/>
              <a:defRPr/>
            </a:lvl5pPr>
          </a:lstStyle>
          <a:p>
            <a:pPr lvl="0"/>
            <a:r>
              <a:rPr lang="ko-KR" altLang="en-US" dirty="0"/>
              <a:t>본인 이메일 주소 </a:t>
            </a:r>
            <a:r>
              <a:rPr lang="en-US" altLang="ko-KR" dirty="0"/>
              <a:t>(E-mail: ~)</a:t>
            </a:r>
            <a:endParaRPr lang="ko-KR" altLang="en-US" dirty="0"/>
          </a:p>
        </p:txBody>
      </p:sp>
      <p:sp>
        <p:nvSpPr>
          <p:cNvPr id="19" name="부제목 2">
            <a:extLst>
              <a:ext uri="{FF2B5EF4-FFF2-40B4-BE49-F238E27FC236}">
                <a16:creationId xmlns:a16="http://schemas.microsoft.com/office/drawing/2014/main" id="{F294413C-AB4A-7E8A-9974-28FF957DA562}"/>
              </a:ext>
            </a:extLst>
          </p:cNvPr>
          <p:cNvSpPr txBox="1">
            <a:spLocks/>
          </p:cNvSpPr>
          <p:nvPr userDrawn="1"/>
        </p:nvSpPr>
        <p:spPr>
          <a:xfrm>
            <a:off x="3787205" y="5728639"/>
            <a:ext cx="4617590" cy="372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703020202090204" pitchFamily="34" charset="0"/>
                <a:ea typeface="Baskerville" panose="02020502070401020303" pitchFamily="18" charset="0"/>
              </a:rPr>
              <a:t>Advanced Intelligent Computing Architecture Lab.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rebuchet MS" panose="020B0603020202020204" pitchFamily="34" charset="0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3E9D89E-488B-7C80-8E05-D47E50776676}"/>
              </a:ext>
            </a:extLst>
          </p:cNvPr>
          <p:cNvGrpSpPr/>
          <p:nvPr userDrawn="1"/>
        </p:nvGrpSpPr>
        <p:grpSpPr>
          <a:xfrm>
            <a:off x="5196905" y="4977344"/>
            <a:ext cx="1798190" cy="646162"/>
            <a:chOff x="5976117" y="116467"/>
            <a:chExt cx="4341047" cy="155991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64ADCAA0-1610-1964-CF41-4AE81DD6BF1C}"/>
                </a:ext>
              </a:extLst>
            </p:cNvPr>
            <p:cNvSpPr/>
            <p:nvPr userDrawn="1"/>
          </p:nvSpPr>
          <p:spPr>
            <a:xfrm>
              <a:off x="7547660" y="613810"/>
              <a:ext cx="360000" cy="1046263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028F6839-7E1F-F31F-B8F7-895801E25D74}"/>
                </a:ext>
              </a:extLst>
            </p:cNvPr>
            <p:cNvSpPr/>
            <p:nvPr userDrawn="1"/>
          </p:nvSpPr>
          <p:spPr>
            <a:xfrm>
              <a:off x="6776499" y="1312781"/>
              <a:ext cx="1131162" cy="363600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0" name="사각형: 둥근 모서리 34">
              <a:extLst>
                <a:ext uri="{FF2B5EF4-FFF2-40B4-BE49-F238E27FC236}">
                  <a16:creationId xmlns:a16="http://schemas.microsoft.com/office/drawing/2014/main" id="{BBD4F966-775A-284D-982D-F7F64523168D}"/>
                </a:ext>
              </a:extLst>
            </p:cNvPr>
            <p:cNvSpPr/>
            <p:nvPr userDrawn="1"/>
          </p:nvSpPr>
          <p:spPr>
            <a:xfrm rot="923841">
              <a:off x="6171723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983DE28C-A4C4-604E-8D18-D46C51025028}"/>
                </a:ext>
              </a:extLst>
            </p:cNvPr>
            <p:cNvSpPr/>
            <p:nvPr userDrawn="1"/>
          </p:nvSpPr>
          <p:spPr>
            <a:xfrm>
              <a:off x="5976117" y="1562385"/>
              <a:ext cx="367024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8E9AABCB-5098-84DC-87E1-79825A6A9438}"/>
                </a:ext>
              </a:extLst>
            </p:cNvPr>
            <p:cNvSpPr/>
            <p:nvPr userDrawn="1"/>
          </p:nvSpPr>
          <p:spPr>
            <a:xfrm rot="17142116">
              <a:off x="5845212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DEE37C14-9C69-3C23-0179-974AE185B185}"/>
                </a:ext>
              </a:extLst>
            </p:cNvPr>
            <p:cNvSpPr/>
            <p:nvPr userDrawn="1"/>
          </p:nvSpPr>
          <p:spPr>
            <a:xfrm>
              <a:off x="7547660" y="189796"/>
              <a:ext cx="360000" cy="355633"/>
            </a:xfrm>
            <a:prstGeom prst="roundRect">
              <a:avLst/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4" name="사각형: 둥근 모서리 34">
              <a:extLst>
                <a:ext uri="{FF2B5EF4-FFF2-40B4-BE49-F238E27FC236}">
                  <a16:creationId xmlns:a16="http://schemas.microsoft.com/office/drawing/2014/main" id="{4C38D65E-4FEC-804E-42C0-EF22F51FF0D4}"/>
                </a:ext>
              </a:extLst>
            </p:cNvPr>
            <p:cNvSpPr/>
            <p:nvPr userDrawn="1"/>
          </p:nvSpPr>
          <p:spPr>
            <a:xfrm rot="923841">
              <a:off x="9359767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7A23E54B-77C3-B58C-2FA5-9844FD869CAF}"/>
                </a:ext>
              </a:extLst>
            </p:cNvPr>
            <p:cNvSpPr/>
            <p:nvPr userDrawn="1"/>
          </p:nvSpPr>
          <p:spPr>
            <a:xfrm>
              <a:off x="9539301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32D96933-CDA3-3D64-DD04-22498904F2B0}"/>
                </a:ext>
              </a:extLst>
            </p:cNvPr>
            <p:cNvSpPr/>
            <p:nvPr userDrawn="1"/>
          </p:nvSpPr>
          <p:spPr>
            <a:xfrm flipH="1">
              <a:off x="9958325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445C1F95-147E-F882-600A-F515FF5730DA}"/>
                </a:ext>
              </a:extLst>
            </p:cNvPr>
            <p:cNvSpPr/>
            <p:nvPr userDrawn="1"/>
          </p:nvSpPr>
          <p:spPr>
            <a:xfrm rot="4506704" flipH="1">
              <a:off x="9985282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B524C14F-86B3-5F43-5AA4-229B555CD71D}"/>
                </a:ext>
              </a:extLst>
            </p:cNvPr>
            <p:cNvSpPr/>
            <p:nvPr userDrawn="1"/>
          </p:nvSpPr>
          <p:spPr>
            <a:xfrm rot="17142116">
              <a:off x="9285907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93A75C5C-D184-FB1E-4D30-8E0C46ECE9F3}"/>
                </a:ext>
              </a:extLst>
            </p:cNvPr>
            <p:cNvSpPr/>
            <p:nvPr userDrawn="1"/>
          </p:nvSpPr>
          <p:spPr>
            <a:xfrm>
              <a:off x="8225540" y="182176"/>
              <a:ext cx="976417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70B536F9-A737-7889-1CA1-D9A1DF5D1FEE}"/>
                </a:ext>
              </a:extLst>
            </p:cNvPr>
            <p:cNvSpPr/>
            <p:nvPr userDrawn="1"/>
          </p:nvSpPr>
          <p:spPr>
            <a:xfrm>
              <a:off x="8225541" y="1310440"/>
              <a:ext cx="1287590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00B8EB24-2E34-6FC4-3C61-ECC562D3F574}"/>
                </a:ext>
              </a:extLst>
            </p:cNvPr>
            <p:cNvSpPr/>
            <p:nvPr userDrawn="1"/>
          </p:nvSpPr>
          <p:spPr>
            <a:xfrm>
              <a:off x="8210345" y="186675"/>
              <a:ext cx="360000" cy="1473398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2" name="사각형: 둥근 모서리 48">
              <a:extLst>
                <a:ext uri="{FF2B5EF4-FFF2-40B4-BE49-F238E27FC236}">
                  <a16:creationId xmlns:a16="http://schemas.microsoft.com/office/drawing/2014/main" id="{C19CBDAA-F316-CB8C-1303-809695D44691}"/>
                </a:ext>
              </a:extLst>
            </p:cNvPr>
            <p:cNvSpPr/>
            <p:nvPr userDrawn="1"/>
          </p:nvSpPr>
          <p:spPr>
            <a:xfrm rot="20700000">
              <a:off x="9757285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3982DA01-DAB2-66E5-E365-CFF5181A0C9C}"/>
                </a:ext>
              </a:extLst>
            </p:cNvPr>
            <p:cNvSpPr/>
            <p:nvPr userDrawn="1"/>
          </p:nvSpPr>
          <p:spPr>
            <a:xfrm rot="4506704" flipH="1">
              <a:off x="9456291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00FCEC9-FF7B-4B9B-DAC4-B3D9BC28F820}"/>
                </a:ext>
              </a:extLst>
            </p:cNvPr>
            <p:cNvSpPr/>
            <p:nvPr userDrawn="1"/>
          </p:nvSpPr>
          <p:spPr>
            <a:xfrm flipH="1">
              <a:off x="9586770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FE59132D-E0F7-5227-671D-15B4032C34B0}"/>
                </a:ext>
              </a:extLst>
            </p:cNvPr>
            <p:cNvSpPr/>
            <p:nvPr userDrawn="1"/>
          </p:nvSpPr>
          <p:spPr>
            <a:xfrm>
              <a:off x="6347129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20FCFC37-75D1-A1F5-B779-980816D9566F}"/>
                </a:ext>
              </a:extLst>
            </p:cNvPr>
            <p:cNvSpPr/>
            <p:nvPr userDrawn="1"/>
          </p:nvSpPr>
          <p:spPr>
            <a:xfrm flipH="1">
              <a:off x="6766153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4A451D5E-D275-D412-8599-7730D9FAE251}"/>
                </a:ext>
              </a:extLst>
            </p:cNvPr>
            <p:cNvSpPr/>
            <p:nvPr userDrawn="1"/>
          </p:nvSpPr>
          <p:spPr>
            <a:xfrm rot="4506704" flipH="1">
              <a:off x="6793110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8" name="사각형: 둥근 모서리 48">
              <a:extLst>
                <a:ext uri="{FF2B5EF4-FFF2-40B4-BE49-F238E27FC236}">
                  <a16:creationId xmlns:a16="http://schemas.microsoft.com/office/drawing/2014/main" id="{9DD62034-9CD4-BE1D-203C-464F0185C4C9}"/>
                </a:ext>
              </a:extLst>
            </p:cNvPr>
            <p:cNvSpPr/>
            <p:nvPr userDrawn="1"/>
          </p:nvSpPr>
          <p:spPr>
            <a:xfrm rot="20700000">
              <a:off x="6565113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9FCA9E36-697C-D30C-2533-FD6768039D7C}"/>
                </a:ext>
              </a:extLst>
            </p:cNvPr>
            <p:cNvSpPr/>
            <p:nvPr userDrawn="1"/>
          </p:nvSpPr>
          <p:spPr>
            <a:xfrm rot="4506704" flipH="1">
              <a:off x="6264119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6E7E9F02-56F7-2C10-9878-B607F9E9684E}"/>
                </a:ext>
              </a:extLst>
            </p:cNvPr>
            <p:cNvSpPr/>
            <p:nvPr userDrawn="1"/>
          </p:nvSpPr>
          <p:spPr>
            <a:xfrm flipH="1">
              <a:off x="6394598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46625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A8795-CAE2-41A2-9830-252F1DB8D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5D3D744-13EB-4EFF-AE30-0C7AE227F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2" indent="0" algn="ctr">
              <a:buNone/>
              <a:defRPr sz="2000"/>
            </a:lvl2pPr>
            <a:lvl3pPr marL="914404" indent="0" algn="ctr">
              <a:buNone/>
              <a:defRPr sz="1800"/>
            </a:lvl3pPr>
            <a:lvl4pPr marL="1371605" indent="0" algn="ctr">
              <a:buNone/>
              <a:defRPr sz="1600"/>
            </a:lvl4pPr>
            <a:lvl5pPr marL="1828807" indent="0" algn="ctr">
              <a:buNone/>
              <a:defRPr sz="1600"/>
            </a:lvl5pPr>
            <a:lvl6pPr marL="2286009" indent="0" algn="ctr">
              <a:buNone/>
              <a:defRPr sz="1600"/>
            </a:lvl6pPr>
            <a:lvl7pPr marL="2743211" indent="0" algn="ctr">
              <a:buNone/>
              <a:defRPr sz="1600"/>
            </a:lvl7pPr>
            <a:lvl8pPr marL="3200413" indent="0" algn="ctr">
              <a:buNone/>
              <a:defRPr sz="1600"/>
            </a:lvl8pPr>
            <a:lvl9pPr marL="3657615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A9E79BC4-6998-EDEE-667D-B7C17B3A08C0}"/>
              </a:ext>
            </a:extLst>
          </p:cNvPr>
          <p:cNvSpPr txBox="1">
            <a:spLocks/>
          </p:cNvSpPr>
          <p:nvPr userDrawn="1"/>
        </p:nvSpPr>
        <p:spPr>
          <a:xfrm>
            <a:off x="3787205" y="5907650"/>
            <a:ext cx="4617590" cy="372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703020202090204" pitchFamily="34" charset="0"/>
                <a:ea typeface="Baskerville" panose="02020502070401020303" pitchFamily="18" charset="0"/>
              </a:rPr>
              <a:t>Advanced Intelligent Computing Architecture Lab.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rebuchet MS" panose="020B060302020202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65CA89F-D0E9-8CE5-22B9-51E7DE7904E7}"/>
              </a:ext>
            </a:extLst>
          </p:cNvPr>
          <p:cNvGrpSpPr/>
          <p:nvPr userDrawn="1"/>
        </p:nvGrpSpPr>
        <p:grpSpPr>
          <a:xfrm>
            <a:off x="5196905" y="5156355"/>
            <a:ext cx="1798190" cy="646162"/>
            <a:chOff x="5976117" y="116467"/>
            <a:chExt cx="4341047" cy="1559914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633F487C-A200-17BE-5341-37611BF8FBFD}"/>
                </a:ext>
              </a:extLst>
            </p:cNvPr>
            <p:cNvSpPr/>
            <p:nvPr userDrawn="1"/>
          </p:nvSpPr>
          <p:spPr>
            <a:xfrm>
              <a:off x="7547660" y="613810"/>
              <a:ext cx="360000" cy="1046263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2F47E4AB-6462-333C-8B2F-30524FE22205}"/>
                </a:ext>
              </a:extLst>
            </p:cNvPr>
            <p:cNvSpPr/>
            <p:nvPr userDrawn="1"/>
          </p:nvSpPr>
          <p:spPr>
            <a:xfrm>
              <a:off x="6776499" y="1312781"/>
              <a:ext cx="1131162" cy="363600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1" name="사각형: 둥근 모서리 34">
              <a:extLst>
                <a:ext uri="{FF2B5EF4-FFF2-40B4-BE49-F238E27FC236}">
                  <a16:creationId xmlns:a16="http://schemas.microsoft.com/office/drawing/2014/main" id="{0A103168-CD94-921E-63B0-D7B6F62E3E6E}"/>
                </a:ext>
              </a:extLst>
            </p:cNvPr>
            <p:cNvSpPr/>
            <p:nvPr userDrawn="1"/>
          </p:nvSpPr>
          <p:spPr>
            <a:xfrm rot="923841">
              <a:off x="6171723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7589D919-CBEB-F8FB-07F2-12CA9E166B19}"/>
                </a:ext>
              </a:extLst>
            </p:cNvPr>
            <p:cNvSpPr/>
            <p:nvPr userDrawn="1"/>
          </p:nvSpPr>
          <p:spPr>
            <a:xfrm>
              <a:off x="5976117" y="1562385"/>
              <a:ext cx="367024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7C46F0AE-DB11-EB8B-FE86-FF73BA879CF9}"/>
                </a:ext>
              </a:extLst>
            </p:cNvPr>
            <p:cNvSpPr/>
            <p:nvPr userDrawn="1"/>
          </p:nvSpPr>
          <p:spPr>
            <a:xfrm rot="17142116">
              <a:off x="5845212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2F1B7618-3197-6105-6B9F-CD50533BC4C8}"/>
                </a:ext>
              </a:extLst>
            </p:cNvPr>
            <p:cNvSpPr/>
            <p:nvPr userDrawn="1"/>
          </p:nvSpPr>
          <p:spPr>
            <a:xfrm>
              <a:off x="7547660" y="189796"/>
              <a:ext cx="360000" cy="355633"/>
            </a:xfrm>
            <a:prstGeom prst="roundRect">
              <a:avLst/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5" name="사각형: 둥근 모서리 34">
              <a:extLst>
                <a:ext uri="{FF2B5EF4-FFF2-40B4-BE49-F238E27FC236}">
                  <a16:creationId xmlns:a16="http://schemas.microsoft.com/office/drawing/2014/main" id="{DAEE3283-E646-D165-09D4-A4EBC9383BD5}"/>
                </a:ext>
              </a:extLst>
            </p:cNvPr>
            <p:cNvSpPr/>
            <p:nvPr userDrawn="1"/>
          </p:nvSpPr>
          <p:spPr>
            <a:xfrm rot="923841">
              <a:off x="9359767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FA0B60E4-48DD-E363-AC71-B8FE6390DD39}"/>
                </a:ext>
              </a:extLst>
            </p:cNvPr>
            <p:cNvSpPr/>
            <p:nvPr userDrawn="1"/>
          </p:nvSpPr>
          <p:spPr>
            <a:xfrm>
              <a:off x="9539301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2DBD4F83-0783-F1C4-F273-6EE7BA9AA761}"/>
                </a:ext>
              </a:extLst>
            </p:cNvPr>
            <p:cNvSpPr/>
            <p:nvPr userDrawn="1"/>
          </p:nvSpPr>
          <p:spPr>
            <a:xfrm flipH="1">
              <a:off x="9958325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A22CD0BC-B38F-EAB9-1662-E8974A393956}"/>
                </a:ext>
              </a:extLst>
            </p:cNvPr>
            <p:cNvSpPr/>
            <p:nvPr userDrawn="1"/>
          </p:nvSpPr>
          <p:spPr>
            <a:xfrm rot="4506704" flipH="1">
              <a:off x="9985282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4A5B8AFF-1462-C09E-526A-01C1EF6A27BF}"/>
                </a:ext>
              </a:extLst>
            </p:cNvPr>
            <p:cNvSpPr/>
            <p:nvPr userDrawn="1"/>
          </p:nvSpPr>
          <p:spPr>
            <a:xfrm rot="17142116">
              <a:off x="9285907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1E327536-D68A-677A-9C59-B2F87215F482}"/>
                </a:ext>
              </a:extLst>
            </p:cNvPr>
            <p:cNvSpPr/>
            <p:nvPr userDrawn="1"/>
          </p:nvSpPr>
          <p:spPr>
            <a:xfrm>
              <a:off x="8225540" y="182176"/>
              <a:ext cx="976417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4437FD44-BC56-6D38-BDF7-4B95F0F58D41}"/>
                </a:ext>
              </a:extLst>
            </p:cNvPr>
            <p:cNvSpPr/>
            <p:nvPr userDrawn="1"/>
          </p:nvSpPr>
          <p:spPr>
            <a:xfrm>
              <a:off x="8225541" y="1310440"/>
              <a:ext cx="1287590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901FAF00-B3B6-32CC-742D-42EABD4FD45C}"/>
                </a:ext>
              </a:extLst>
            </p:cNvPr>
            <p:cNvSpPr/>
            <p:nvPr userDrawn="1"/>
          </p:nvSpPr>
          <p:spPr>
            <a:xfrm>
              <a:off x="8210345" y="186675"/>
              <a:ext cx="360000" cy="1473398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3" name="사각형: 둥근 모서리 48">
              <a:extLst>
                <a:ext uri="{FF2B5EF4-FFF2-40B4-BE49-F238E27FC236}">
                  <a16:creationId xmlns:a16="http://schemas.microsoft.com/office/drawing/2014/main" id="{8FC12012-F3C1-1E96-C679-68B7DA64D4C2}"/>
                </a:ext>
              </a:extLst>
            </p:cNvPr>
            <p:cNvSpPr/>
            <p:nvPr userDrawn="1"/>
          </p:nvSpPr>
          <p:spPr>
            <a:xfrm rot="20700000">
              <a:off x="9757285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E85CAABF-CB4B-2B7D-A895-75F478F9E0A3}"/>
                </a:ext>
              </a:extLst>
            </p:cNvPr>
            <p:cNvSpPr/>
            <p:nvPr userDrawn="1"/>
          </p:nvSpPr>
          <p:spPr>
            <a:xfrm rot="4506704" flipH="1">
              <a:off x="9456291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977AD124-2D48-82D1-BF1E-379401F23CBF}"/>
                </a:ext>
              </a:extLst>
            </p:cNvPr>
            <p:cNvSpPr/>
            <p:nvPr userDrawn="1"/>
          </p:nvSpPr>
          <p:spPr>
            <a:xfrm flipH="1">
              <a:off x="9586770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935C0909-CA27-0C56-8530-67186FB3D7CC}"/>
                </a:ext>
              </a:extLst>
            </p:cNvPr>
            <p:cNvSpPr/>
            <p:nvPr userDrawn="1"/>
          </p:nvSpPr>
          <p:spPr>
            <a:xfrm>
              <a:off x="6347129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E9BDEEAD-DED1-28AC-8118-7CB4F7F9A7B3}"/>
                </a:ext>
              </a:extLst>
            </p:cNvPr>
            <p:cNvSpPr/>
            <p:nvPr userDrawn="1"/>
          </p:nvSpPr>
          <p:spPr>
            <a:xfrm flipH="1">
              <a:off x="6766153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A120A2F1-9E2F-DE3C-9C0D-767223CCDCC3}"/>
                </a:ext>
              </a:extLst>
            </p:cNvPr>
            <p:cNvSpPr/>
            <p:nvPr userDrawn="1"/>
          </p:nvSpPr>
          <p:spPr>
            <a:xfrm rot="4506704" flipH="1">
              <a:off x="6793110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9" name="사각형: 둥근 모서리 48">
              <a:extLst>
                <a:ext uri="{FF2B5EF4-FFF2-40B4-BE49-F238E27FC236}">
                  <a16:creationId xmlns:a16="http://schemas.microsoft.com/office/drawing/2014/main" id="{9C708ECA-1A72-51DA-2BCE-82E60DF885CF}"/>
                </a:ext>
              </a:extLst>
            </p:cNvPr>
            <p:cNvSpPr/>
            <p:nvPr userDrawn="1"/>
          </p:nvSpPr>
          <p:spPr>
            <a:xfrm rot="20700000">
              <a:off x="6565113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02233A34-DD1A-0CFF-EE55-E7D78EE182A5}"/>
                </a:ext>
              </a:extLst>
            </p:cNvPr>
            <p:cNvSpPr/>
            <p:nvPr userDrawn="1"/>
          </p:nvSpPr>
          <p:spPr>
            <a:xfrm rot="4506704" flipH="1">
              <a:off x="6264119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14AC34DC-FFAD-AE9B-6155-5A249659B17A}"/>
                </a:ext>
              </a:extLst>
            </p:cNvPr>
            <p:cNvSpPr/>
            <p:nvPr userDrawn="1"/>
          </p:nvSpPr>
          <p:spPr>
            <a:xfrm flipH="1">
              <a:off x="6394598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276A3FC-BAB7-29FF-28AD-B77DB9D0D8E8}"/>
              </a:ext>
            </a:extLst>
          </p:cNvPr>
          <p:cNvGrpSpPr/>
          <p:nvPr userDrawn="1"/>
        </p:nvGrpSpPr>
        <p:grpSpPr>
          <a:xfrm>
            <a:off x="9608429" y="6377262"/>
            <a:ext cx="2549704" cy="447351"/>
            <a:chOff x="2347257" y="6113745"/>
            <a:chExt cx="2549704" cy="447351"/>
          </a:xfrm>
        </p:grpSpPr>
        <p:pic>
          <p:nvPicPr>
            <p:cNvPr id="33" name="그림 32" descr="로고, 그래픽, 그래픽 디자인, 스크린샷이(가) 표시된 사진&#10;&#10;자동 생성된 설명">
              <a:extLst>
                <a:ext uri="{FF2B5EF4-FFF2-40B4-BE49-F238E27FC236}">
                  <a16:creationId xmlns:a16="http://schemas.microsoft.com/office/drawing/2014/main" id="{307824EB-7201-2EC4-BDA2-3CA8ECC4C4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7257" y="6113745"/>
              <a:ext cx="1016707" cy="44735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724357C-B669-4A76-895B-80CA83451CEE}"/>
                </a:ext>
              </a:extLst>
            </p:cNvPr>
            <p:cNvSpPr txBox="1"/>
            <p:nvPr userDrawn="1"/>
          </p:nvSpPr>
          <p:spPr>
            <a:xfrm>
              <a:off x="3356155" y="6113745"/>
              <a:ext cx="1540806" cy="374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n-US" sz="1200" b="1" dirty="0">
                  <a:solidFill>
                    <a:srgbClr val="5A5B5E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School of Software</a:t>
              </a:r>
            </a:p>
            <a:p>
              <a:pPr algn="ctr">
                <a:lnSpc>
                  <a:spcPts val="1100"/>
                </a:lnSpc>
              </a:pPr>
              <a:r>
                <a:rPr lang="en-US" sz="1200" b="1" dirty="0" err="1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Soongsil</a:t>
              </a:r>
              <a:r>
                <a:rPr lang="en-US" sz="1200" b="1" dirty="0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 University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2379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1" y="2376766"/>
            <a:ext cx="9144000" cy="855184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400" b="1">
                <a:solidFill>
                  <a:srgbClr val="2D3F4E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2D3F4E"/>
                </a:solidFill>
                <a:latin typeface="Trebuchet MS" panose="020B0703020202090204" pitchFamily="34" charset="0"/>
              </a:defRPr>
            </a:lvl1pPr>
            <a:lvl2pPr marL="457202" indent="0" algn="ctr">
              <a:buNone/>
              <a:defRPr sz="2000"/>
            </a:lvl2pPr>
            <a:lvl3pPr marL="914404" indent="0" algn="ctr">
              <a:buNone/>
              <a:defRPr sz="1800"/>
            </a:lvl3pPr>
            <a:lvl4pPr marL="1371605" indent="0" algn="ctr">
              <a:buNone/>
              <a:defRPr sz="1600"/>
            </a:lvl4pPr>
            <a:lvl5pPr marL="1828807" indent="0" algn="ctr">
              <a:buNone/>
              <a:defRPr sz="1600"/>
            </a:lvl5pPr>
            <a:lvl6pPr marL="2286009" indent="0" algn="ctr">
              <a:buNone/>
              <a:defRPr sz="1600"/>
            </a:lvl6pPr>
            <a:lvl7pPr marL="2743211" indent="0" algn="ctr">
              <a:buNone/>
              <a:defRPr sz="1600"/>
            </a:lvl7pPr>
            <a:lvl8pPr marL="3200413" indent="0" algn="ctr">
              <a:buNone/>
              <a:defRPr sz="1600"/>
            </a:lvl8pPr>
            <a:lvl9pPr marL="3657615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EB3B124F-36C4-94D5-C22F-6D439133A7B4}"/>
              </a:ext>
            </a:extLst>
          </p:cNvPr>
          <p:cNvSpPr txBox="1">
            <a:spLocks/>
          </p:cNvSpPr>
          <p:nvPr userDrawn="1"/>
        </p:nvSpPr>
        <p:spPr>
          <a:xfrm>
            <a:off x="3787205" y="5728639"/>
            <a:ext cx="4617590" cy="372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703020202090204" pitchFamily="34" charset="0"/>
                <a:ea typeface="Baskerville" panose="02020502070401020303" pitchFamily="18" charset="0"/>
              </a:rPr>
              <a:t>Advanced Intelligent Computing Architecture Lab.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rebuchet MS" panose="020B060302020202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BDBBFFA-AC6B-4DE0-F991-D9DA483B3EE6}"/>
              </a:ext>
            </a:extLst>
          </p:cNvPr>
          <p:cNvGrpSpPr/>
          <p:nvPr userDrawn="1"/>
        </p:nvGrpSpPr>
        <p:grpSpPr>
          <a:xfrm>
            <a:off x="5196905" y="4977344"/>
            <a:ext cx="1798190" cy="646162"/>
            <a:chOff x="5976117" y="116467"/>
            <a:chExt cx="4341047" cy="1559914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7D01C0DA-7E19-0F85-F60D-470CBEC2E8C3}"/>
                </a:ext>
              </a:extLst>
            </p:cNvPr>
            <p:cNvSpPr/>
            <p:nvPr userDrawn="1"/>
          </p:nvSpPr>
          <p:spPr>
            <a:xfrm>
              <a:off x="7547660" y="613810"/>
              <a:ext cx="360000" cy="1046263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D4AC07B-F602-BF95-CE22-697B01DEE9B4}"/>
                </a:ext>
              </a:extLst>
            </p:cNvPr>
            <p:cNvSpPr/>
            <p:nvPr userDrawn="1"/>
          </p:nvSpPr>
          <p:spPr>
            <a:xfrm>
              <a:off x="6776499" y="1312781"/>
              <a:ext cx="1131162" cy="363600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8" name="사각형: 둥근 모서리 34">
              <a:extLst>
                <a:ext uri="{FF2B5EF4-FFF2-40B4-BE49-F238E27FC236}">
                  <a16:creationId xmlns:a16="http://schemas.microsoft.com/office/drawing/2014/main" id="{6FDA9D2B-21BB-4F37-E3AB-497C69ED2087}"/>
                </a:ext>
              </a:extLst>
            </p:cNvPr>
            <p:cNvSpPr/>
            <p:nvPr userDrawn="1"/>
          </p:nvSpPr>
          <p:spPr>
            <a:xfrm rot="923841">
              <a:off x="6171723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E135C6C3-D988-0443-168B-FABB6CAB15AB}"/>
                </a:ext>
              </a:extLst>
            </p:cNvPr>
            <p:cNvSpPr/>
            <p:nvPr userDrawn="1"/>
          </p:nvSpPr>
          <p:spPr>
            <a:xfrm>
              <a:off x="5976117" y="1562385"/>
              <a:ext cx="367024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6086E433-4747-0B2B-6F82-1F92A460E912}"/>
                </a:ext>
              </a:extLst>
            </p:cNvPr>
            <p:cNvSpPr/>
            <p:nvPr userDrawn="1"/>
          </p:nvSpPr>
          <p:spPr>
            <a:xfrm rot="17142116">
              <a:off x="5845212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E9F9AE10-6C32-FE3C-D6FF-0F343E1757E3}"/>
                </a:ext>
              </a:extLst>
            </p:cNvPr>
            <p:cNvSpPr/>
            <p:nvPr userDrawn="1"/>
          </p:nvSpPr>
          <p:spPr>
            <a:xfrm>
              <a:off x="7547660" y="189796"/>
              <a:ext cx="360000" cy="355633"/>
            </a:xfrm>
            <a:prstGeom prst="roundRect">
              <a:avLst/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2" name="사각형: 둥근 모서리 34">
              <a:extLst>
                <a:ext uri="{FF2B5EF4-FFF2-40B4-BE49-F238E27FC236}">
                  <a16:creationId xmlns:a16="http://schemas.microsoft.com/office/drawing/2014/main" id="{5C706ED6-9017-234E-8BAB-E84A527A4F3C}"/>
                </a:ext>
              </a:extLst>
            </p:cNvPr>
            <p:cNvSpPr/>
            <p:nvPr userDrawn="1"/>
          </p:nvSpPr>
          <p:spPr>
            <a:xfrm rot="923841">
              <a:off x="9359767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A7E79BBD-9AB2-7ACC-C325-DE0F17968F3D}"/>
                </a:ext>
              </a:extLst>
            </p:cNvPr>
            <p:cNvSpPr/>
            <p:nvPr userDrawn="1"/>
          </p:nvSpPr>
          <p:spPr>
            <a:xfrm>
              <a:off x="9539301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3E740AB6-D3B7-E380-7325-A8FCB7E27C43}"/>
                </a:ext>
              </a:extLst>
            </p:cNvPr>
            <p:cNvSpPr/>
            <p:nvPr userDrawn="1"/>
          </p:nvSpPr>
          <p:spPr>
            <a:xfrm flipH="1">
              <a:off x="9958325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58020E3B-C01B-8C60-4008-5C3AE090F73D}"/>
                </a:ext>
              </a:extLst>
            </p:cNvPr>
            <p:cNvSpPr/>
            <p:nvPr userDrawn="1"/>
          </p:nvSpPr>
          <p:spPr>
            <a:xfrm rot="4506704" flipH="1">
              <a:off x="9985282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3ADDB6F6-1190-2E66-F4B9-5226221B81CE}"/>
                </a:ext>
              </a:extLst>
            </p:cNvPr>
            <p:cNvSpPr/>
            <p:nvPr userDrawn="1"/>
          </p:nvSpPr>
          <p:spPr>
            <a:xfrm rot="17142116">
              <a:off x="9285907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446A6345-87FD-6E5B-7ED2-F7B600F78F01}"/>
                </a:ext>
              </a:extLst>
            </p:cNvPr>
            <p:cNvSpPr/>
            <p:nvPr userDrawn="1"/>
          </p:nvSpPr>
          <p:spPr>
            <a:xfrm>
              <a:off x="8225540" y="182176"/>
              <a:ext cx="976417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95379B5F-0DF1-1253-1ED9-2A52BE662FB2}"/>
                </a:ext>
              </a:extLst>
            </p:cNvPr>
            <p:cNvSpPr/>
            <p:nvPr userDrawn="1"/>
          </p:nvSpPr>
          <p:spPr>
            <a:xfrm>
              <a:off x="8225541" y="1310440"/>
              <a:ext cx="1287590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981700A3-FD95-7923-E24A-DE44C3B1E20D}"/>
                </a:ext>
              </a:extLst>
            </p:cNvPr>
            <p:cNvSpPr/>
            <p:nvPr userDrawn="1"/>
          </p:nvSpPr>
          <p:spPr>
            <a:xfrm>
              <a:off x="8210345" y="186675"/>
              <a:ext cx="360000" cy="1473398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3" name="사각형: 둥근 모서리 48">
              <a:extLst>
                <a:ext uri="{FF2B5EF4-FFF2-40B4-BE49-F238E27FC236}">
                  <a16:creationId xmlns:a16="http://schemas.microsoft.com/office/drawing/2014/main" id="{498E65AD-3F00-17C7-D5FC-9360F0D8D83F}"/>
                </a:ext>
              </a:extLst>
            </p:cNvPr>
            <p:cNvSpPr/>
            <p:nvPr userDrawn="1"/>
          </p:nvSpPr>
          <p:spPr>
            <a:xfrm rot="20700000">
              <a:off x="9757285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D84E8DEB-2540-8D52-2097-8A0B84519D14}"/>
                </a:ext>
              </a:extLst>
            </p:cNvPr>
            <p:cNvSpPr/>
            <p:nvPr userDrawn="1"/>
          </p:nvSpPr>
          <p:spPr>
            <a:xfrm rot="4506704" flipH="1">
              <a:off x="9456291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C3344A89-4809-DD59-23EA-4FD793BECF83}"/>
                </a:ext>
              </a:extLst>
            </p:cNvPr>
            <p:cNvSpPr/>
            <p:nvPr userDrawn="1"/>
          </p:nvSpPr>
          <p:spPr>
            <a:xfrm flipH="1">
              <a:off x="9586770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AC3D8F07-1C02-3E73-01E8-41A155CCDB1D}"/>
                </a:ext>
              </a:extLst>
            </p:cNvPr>
            <p:cNvSpPr/>
            <p:nvPr userDrawn="1"/>
          </p:nvSpPr>
          <p:spPr>
            <a:xfrm>
              <a:off x="6347129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F52B978E-9C88-1E75-EF2C-6F071425AA66}"/>
                </a:ext>
              </a:extLst>
            </p:cNvPr>
            <p:cNvSpPr/>
            <p:nvPr userDrawn="1"/>
          </p:nvSpPr>
          <p:spPr>
            <a:xfrm flipH="1">
              <a:off x="6766153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7CCA3927-601C-0089-540E-B40E21642851}"/>
                </a:ext>
              </a:extLst>
            </p:cNvPr>
            <p:cNvSpPr/>
            <p:nvPr userDrawn="1"/>
          </p:nvSpPr>
          <p:spPr>
            <a:xfrm rot="4506704" flipH="1">
              <a:off x="6793110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9" name="사각형: 둥근 모서리 48">
              <a:extLst>
                <a:ext uri="{FF2B5EF4-FFF2-40B4-BE49-F238E27FC236}">
                  <a16:creationId xmlns:a16="http://schemas.microsoft.com/office/drawing/2014/main" id="{74ED5022-514D-AC86-79B3-BFB20B0BDA78}"/>
                </a:ext>
              </a:extLst>
            </p:cNvPr>
            <p:cNvSpPr/>
            <p:nvPr userDrawn="1"/>
          </p:nvSpPr>
          <p:spPr>
            <a:xfrm rot="20700000">
              <a:off x="6565113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6DF17EFE-4DE7-23E0-83AE-F34E55751FBA}"/>
                </a:ext>
              </a:extLst>
            </p:cNvPr>
            <p:cNvSpPr/>
            <p:nvPr userDrawn="1"/>
          </p:nvSpPr>
          <p:spPr>
            <a:xfrm rot="4506704" flipH="1">
              <a:off x="6264119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E99538CC-61E2-1721-E8D1-CDDF420D356E}"/>
                </a:ext>
              </a:extLst>
            </p:cNvPr>
            <p:cNvSpPr/>
            <p:nvPr userDrawn="1"/>
          </p:nvSpPr>
          <p:spPr>
            <a:xfrm flipH="1">
              <a:off x="6394598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0790F64-4FE8-0A76-F8EF-FEA76BB718F4}"/>
              </a:ext>
            </a:extLst>
          </p:cNvPr>
          <p:cNvGrpSpPr/>
          <p:nvPr userDrawn="1"/>
        </p:nvGrpSpPr>
        <p:grpSpPr>
          <a:xfrm>
            <a:off x="9608429" y="6377262"/>
            <a:ext cx="2549704" cy="447351"/>
            <a:chOff x="2347257" y="6113745"/>
            <a:chExt cx="2549704" cy="447351"/>
          </a:xfrm>
        </p:grpSpPr>
        <p:pic>
          <p:nvPicPr>
            <p:cNvPr id="33" name="그림 32" descr="로고, 그래픽, 그래픽 디자인, 스크린샷이(가) 표시된 사진&#10;&#10;자동 생성된 설명">
              <a:extLst>
                <a:ext uri="{FF2B5EF4-FFF2-40B4-BE49-F238E27FC236}">
                  <a16:creationId xmlns:a16="http://schemas.microsoft.com/office/drawing/2014/main" id="{5F0107DC-1969-2332-9966-A8D4F04957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7257" y="6113745"/>
              <a:ext cx="1016707" cy="44735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1C8422F-847D-E2D6-6D3B-C424656E2C83}"/>
                </a:ext>
              </a:extLst>
            </p:cNvPr>
            <p:cNvSpPr txBox="1"/>
            <p:nvPr userDrawn="1"/>
          </p:nvSpPr>
          <p:spPr>
            <a:xfrm>
              <a:off x="3356155" y="6113745"/>
              <a:ext cx="1540806" cy="374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n-US" sz="1200" b="1" dirty="0">
                  <a:solidFill>
                    <a:srgbClr val="5A5B5E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School of Software</a:t>
              </a:r>
            </a:p>
            <a:p>
              <a:pPr algn="ctr">
                <a:lnSpc>
                  <a:spcPts val="1100"/>
                </a:lnSpc>
              </a:pPr>
              <a:r>
                <a:rPr lang="en-US" sz="1200" b="1" dirty="0" err="1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Soongsil</a:t>
              </a:r>
              <a:r>
                <a:rPr lang="en-US" sz="1200" b="1" dirty="0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 University</a:t>
              </a:r>
            </a:p>
          </p:txBody>
        </p:sp>
      </p:grpSp>
      <p:sp>
        <p:nvSpPr>
          <p:cNvPr id="43" name="내용 개체 틀 42">
            <a:extLst>
              <a:ext uri="{FF2B5EF4-FFF2-40B4-BE49-F238E27FC236}">
                <a16:creationId xmlns:a16="http://schemas.microsoft.com/office/drawing/2014/main" id="{7F399805-B9E0-9A92-4145-86CBE2C1A79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24001" y="1299326"/>
            <a:ext cx="9144000" cy="855183"/>
          </a:xfrm>
        </p:spPr>
        <p:txBody>
          <a:bodyPr anchor="b"/>
          <a:lstStyle>
            <a:lvl1pPr marL="0" indent="0" algn="ctr">
              <a:buNone/>
              <a:defRPr sz="4800" b="1">
                <a:latin typeface="Trebuchet MS" panose="020B0603020202020204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</a:t>
            </a:r>
          </a:p>
        </p:txBody>
      </p:sp>
    </p:spTree>
    <p:extLst>
      <p:ext uri="{BB962C8B-B14F-4D97-AF65-F5344CB8AC3E}">
        <p14:creationId xmlns:p14="http://schemas.microsoft.com/office/powerpoint/2010/main" val="1861062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AEBF52-76E9-B938-4862-6D13627AFD4C}"/>
              </a:ext>
            </a:extLst>
          </p:cNvPr>
          <p:cNvSpPr/>
          <p:nvPr userDrawn="1"/>
        </p:nvSpPr>
        <p:spPr>
          <a:xfrm>
            <a:off x="2" y="-1"/>
            <a:ext cx="12191999" cy="681037"/>
          </a:xfrm>
          <a:prstGeom prst="rect">
            <a:avLst/>
          </a:prstGeom>
          <a:gradFill flip="none" rotWithShape="1">
            <a:gsLst>
              <a:gs pos="0">
                <a:srgbClr val="01688F"/>
              </a:gs>
              <a:gs pos="100000">
                <a:schemeClr val="bg1">
                  <a:alpha val="0"/>
                </a:schemeClr>
              </a:gs>
              <a:gs pos="70000">
                <a:srgbClr val="72ABC8"/>
              </a:gs>
              <a:gs pos="85000">
                <a:schemeClr val="accent1">
                  <a:lumMod val="40000"/>
                  <a:lumOff val="6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Trebuchet MS" panose="020B0703020202090204" pitchFamily="34" charset="0"/>
            </a:endParaRPr>
          </a:p>
        </p:txBody>
      </p:sp>
      <p:pic>
        <p:nvPicPr>
          <p:cNvPr id="8" name="그림 7" descr="옥외설치물이(가) 표시된 사진&#10;&#10;자동 생성된 설명">
            <a:extLst>
              <a:ext uri="{FF2B5EF4-FFF2-40B4-BE49-F238E27FC236}">
                <a16:creationId xmlns:a16="http://schemas.microsoft.com/office/drawing/2014/main" id="{F966DF82-ED07-FCE8-124A-FFE8ACAFE1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7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3627" y="-1"/>
            <a:ext cx="2598373" cy="6810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749" y="150607"/>
            <a:ext cx="11456504" cy="530430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7749" y="1172818"/>
            <a:ext cx="11456504" cy="5004146"/>
          </a:xfrm>
        </p:spPr>
        <p:txBody>
          <a:bodyPr>
            <a:normAutofit/>
          </a:bodyPr>
          <a:lstStyle>
            <a:lvl1pPr marL="228601" indent="-228601">
              <a:lnSpc>
                <a:spcPct val="150000"/>
              </a:lnSpc>
              <a:buFont typeface="Wingdings" pitchFamily="2" charset="2"/>
              <a:buChar char="§"/>
              <a:defRPr sz="2000" b="1">
                <a:latin typeface="Trebuchet MS" panose="020B0703020202090204" pitchFamily="34" charset="0"/>
              </a:defRPr>
            </a:lvl1pPr>
            <a:lvl2pPr marL="685803" indent="-228601">
              <a:lnSpc>
                <a:spcPct val="150000"/>
              </a:lnSpc>
              <a:buFont typeface="시스템 서체 일반체"/>
              <a:buChar char="-"/>
              <a:defRPr sz="1600">
                <a:latin typeface="Trebuchet MS" panose="020B0703020202090204" pitchFamily="34" charset="0"/>
              </a:defRPr>
            </a:lvl2pPr>
            <a:lvl3pPr>
              <a:lnSpc>
                <a:spcPct val="150000"/>
              </a:lnSpc>
              <a:defRPr sz="1400">
                <a:latin typeface="Trebuchet MS" panose="020B0703020202090204" pitchFamily="34" charset="0"/>
              </a:defRPr>
            </a:lvl3pPr>
            <a:lvl4pPr marL="1600206" indent="-228601">
              <a:lnSpc>
                <a:spcPct val="150000"/>
              </a:lnSpc>
              <a:buFont typeface="Trebuchet MS" panose="020B0603020202020204" pitchFamily="34" charset="0"/>
              <a:buChar char=":"/>
              <a:defRPr sz="1050">
                <a:latin typeface="Trebuchet MS" panose="020B0703020202090204" pitchFamily="34" charset="0"/>
              </a:defRPr>
            </a:lvl4pPr>
            <a:lvl5pPr marL="2057408" indent="-228601">
              <a:lnSpc>
                <a:spcPct val="150000"/>
              </a:lnSpc>
              <a:buFont typeface="Wingdings" panose="05000000000000000000" pitchFamily="2" charset="2"/>
              <a:buChar char="ü"/>
              <a:defRPr sz="1000"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74EEE4B-5648-1141-8DE7-F35CCED6AB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6996" y="6598733"/>
            <a:ext cx="2564404" cy="213734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" panose="020B0703020202090204" pitchFamily="34" charset="0"/>
              </a:defRPr>
            </a:lvl1pPr>
          </a:lstStyle>
          <a:p>
            <a:r>
              <a:rPr lang="en-US" altLang="ko-KR"/>
              <a:t>2026-07-31</a:t>
            </a:r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95CB966-C0B0-BF40-9B2D-EFD92EBA5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1" y="6598733"/>
            <a:ext cx="4114800" cy="213734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" panose="020B070302020209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12EEE38-D0A6-0A45-82F8-581A904D7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6309" y="6598733"/>
            <a:ext cx="3110345" cy="213734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" panose="020B0703020202090204" pitchFamily="34" charset="0"/>
              </a:defRPr>
            </a:lvl1pPr>
          </a:lstStyle>
          <a:p>
            <a:r>
              <a:rPr lang="en-US" altLang="ko-KR" dirty="0"/>
              <a:t>Sang-Jun Moon 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AICA Lab Meeting</a:t>
            </a:r>
            <a:r>
              <a:rPr lang="en-US" altLang="ko-KR" dirty="0"/>
              <a:t> | </a:t>
            </a:r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F465BD3-D334-A698-AE1D-AAE802C779D9}"/>
              </a:ext>
            </a:extLst>
          </p:cNvPr>
          <p:cNvGrpSpPr/>
          <p:nvPr userDrawn="1"/>
        </p:nvGrpSpPr>
        <p:grpSpPr>
          <a:xfrm>
            <a:off x="135856" y="6450684"/>
            <a:ext cx="899987" cy="323081"/>
            <a:chOff x="5976117" y="116467"/>
            <a:chExt cx="4341047" cy="1559914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09E45834-AE31-A9B9-9BE3-8876DD4BFA7F}"/>
                </a:ext>
              </a:extLst>
            </p:cNvPr>
            <p:cNvSpPr/>
            <p:nvPr userDrawn="1"/>
          </p:nvSpPr>
          <p:spPr>
            <a:xfrm>
              <a:off x="7547660" y="613810"/>
              <a:ext cx="360000" cy="1046263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09BE6CC6-B0C2-D1F8-C568-1636306F8597}"/>
                </a:ext>
              </a:extLst>
            </p:cNvPr>
            <p:cNvSpPr/>
            <p:nvPr userDrawn="1"/>
          </p:nvSpPr>
          <p:spPr>
            <a:xfrm>
              <a:off x="6776499" y="1312781"/>
              <a:ext cx="1131162" cy="363600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9" name="사각형: 둥근 모서리 34">
              <a:extLst>
                <a:ext uri="{FF2B5EF4-FFF2-40B4-BE49-F238E27FC236}">
                  <a16:creationId xmlns:a16="http://schemas.microsoft.com/office/drawing/2014/main" id="{372FB6C3-D418-1840-6AE7-B37D603006F2}"/>
                </a:ext>
              </a:extLst>
            </p:cNvPr>
            <p:cNvSpPr/>
            <p:nvPr userDrawn="1"/>
          </p:nvSpPr>
          <p:spPr>
            <a:xfrm rot="923841">
              <a:off x="6171723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19B36722-692B-8A85-ABBD-C0C3519B7975}"/>
                </a:ext>
              </a:extLst>
            </p:cNvPr>
            <p:cNvSpPr/>
            <p:nvPr userDrawn="1"/>
          </p:nvSpPr>
          <p:spPr>
            <a:xfrm>
              <a:off x="5976117" y="1562385"/>
              <a:ext cx="367024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27978080-5DA3-C7AF-D53C-7B04AA55674D}"/>
                </a:ext>
              </a:extLst>
            </p:cNvPr>
            <p:cNvSpPr/>
            <p:nvPr userDrawn="1"/>
          </p:nvSpPr>
          <p:spPr>
            <a:xfrm rot="17142116">
              <a:off x="5845212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D2E2207A-833C-96F1-DDEA-EAD252C6E34C}"/>
                </a:ext>
              </a:extLst>
            </p:cNvPr>
            <p:cNvSpPr/>
            <p:nvPr userDrawn="1"/>
          </p:nvSpPr>
          <p:spPr>
            <a:xfrm>
              <a:off x="7547660" y="189796"/>
              <a:ext cx="360000" cy="355633"/>
            </a:xfrm>
            <a:prstGeom prst="roundRect">
              <a:avLst/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6" name="사각형: 둥근 모서리 34">
              <a:extLst>
                <a:ext uri="{FF2B5EF4-FFF2-40B4-BE49-F238E27FC236}">
                  <a16:creationId xmlns:a16="http://schemas.microsoft.com/office/drawing/2014/main" id="{B9063DDA-A961-FAC9-63D8-26984466EFA9}"/>
                </a:ext>
              </a:extLst>
            </p:cNvPr>
            <p:cNvSpPr/>
            <p:nvPr userDrawn="1"/>
          </p:nvSpPr>
          <p:spPr>
            <a:xfrm rot="923841">
              <a:off x="9359767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9449855F-497C-8550-D86C-A828CBDE267F}"/>
                </a:ext>
              </a:extLst>
            </p:cNvPr>
            <p:cNvSpPr/>
            <p:nvPr userDrawn="1"/>
          </p:nvSpPr>
          <p:spPr>
            <a:xfrm>
              <a:off x="9539301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1476E7BE-7201-2BAA-2109-35756C4E0B96}"/>
                </a:ext>
              </a:extLst>
            </p:cNvPr>
            <p:cNvSpPr/>
            <p:nvPr userDrawn="1"/>
          </p:nvSpPr>
          <p:spPr>
            <a:xfrm flipH="1">
              <a:off x="9958325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B59F5F96-C357-E1E5-2993-D5FD41332B5F}"/>
                </a:ext>
              </a:extLst>
            </p:cNvPr>
            <p:cNvSpPr/>
            <p:nvPr userDrawn="1"/>
          </p:nvSpPr>
          <p:spPr>
            <a:xfrm rot="4506704" flipH="1">
              <a:off x="9985282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DB242B9F-572D-693F-C111-AAC93D5DB279}"/>
                </a:ext>
              </a:extLst>
            </p:cNvPr>
            <p:cNvSpPr/>
            <p:nvPr userDrawn="1"/>
          </p:nvSpPr>
          <p:spPr>
            <a:xfrm rot="17142116">
              <a:off x="9285907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9160EE91-D1F0-219D-E7ED-4A5F2BBB074B}"/>
                </a:ext>
              </a:extLst>
            </p:cNvPr>
            <p:cNvSpPr/>
            <p:nvPr userDrawn="1"/>
          </p:nvSpPr>
          <p:spPr>
            <a:xfrm>
              <a:off x="8225540" y="182176"/>
              <a:ext cx="976417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055F6797-B96E-6564-AB39-222EF22DE181}"/>
                </a:ext>
              </a:extLst>
            </p:cNvPr>
            <p:cNvSpPr/>
            <p:nvPr userDrawn="1"/>
          </p:nvSpPr>
          <p:spPr>
            <a:xfrm>
              <a:off x="8225541" y="1310440"/>
              <a:ext cx="1287590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5C206942-3972-3DDD-C25C-F55CC59874CB}"/>
                </a:ext>
              </a:extLst>
            </p:cNvPr>
            <p:cNvSpPr/>
            <p:nvPr userDrawn="1"/>
          </p:nvSpPr>
          <p:spPr>
            <a:xfrm>
              <a:off x="8210345" y="186675"/>
              <a:ext cx="360000" cy="1473398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4" name="사각형: 둥근 모서리 48">
              <a:extLst>
                <a:ext uri="{FF2B5EF4-FFF2-40B4-BE49-F238E27FC236}">
                  <a16:creationId xmlns:a16="http://schemas.microsoft.com/office/drawing/2014/main" id="{45C36541-3C29-52C7-87AA-2CE2ECC800FB}"/>
                </a:ext>
              </a:extLst>
            </p:cNvPr>
            <p:cNvSpPr/>
            <p:nvPr userDrawn="1"/>
          </p:nvSpPr>
          <p:spPr>
            <a:xfrm rot="20700000">
              <a:off x="9757285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D08F501E-0785-E0FC-C8AB-E929D4BE4665}"/>
                </a:ext>
              </a:extLst>
            </p:cNvPr>
            <p:cNvSpPr/>
            <p:nvPr userDrawn="1"/>
          </p:nvSpPr>
          <p:spPr>
            <a:xfrm rot="4506704" flipH="1">
              <a:off x="9456291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6670ADF1-C53B-D670-DE1C-F0C3990DDD82}"/>
                </a:ext>
              </a:extLst>
            </p:cNvPr>
            <p:cNvSpPr/>
            <p:nvPr userDrawn="1"/>
          </p:nvSpPr>
          <p:spPr>
            <a:xfrm flipH="1">
              <a:off x="9586770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728DC771-DBFE-4F81-F2CA-992EBFCE0D41}"/>
                </a:ext>
              </a:extLst>
            </p:cNvPr>
            <p:cNvSpPr/>
            <p:nvPr userDrawn="1"/>
          </p:nvSpPr>
          <p:spPr>
            <a:xfrm>
              <a:off x="6347129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3D8C4B1D-A6E0-AEF3-4AED-22807E641D72}"/>
                </a:ext>
              </a:extLst>
            </p:cNvPr>
            <p:cNvSpPr/>
            <p:nvPr userDrawn="1"/>
          </p:nvSpPr>
          <p:spPr>
            <a:xfrm flipH="1">
              <a:off x="6766153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74FAB4B6-B9C7-9AEC-57FF-C2E4371644E2}"/>
                </a:ext>
              </a:extLst>
            </p:cNvPr>
            <p:cNvSpPr/>
            <p:nvPr userDrawn="1"/>
          </p:nvSpPr>
          <p:spPr>
            <a:xfrm rot="4506704" flipH="1">
              <a:off x="6793110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0" name="사각형: 둥근 모서리 48">
              <a:extLst>
                <a:ext uri="{FF2B5EF4-FFF2-40B4-BE49-F238E27FC236}">
                  <a16:creationId xmlns:a16="http://schemas.microsoft.com/office/drawing/2014/main" id="{E70AF9CE-687E-9C42-5294-C1A0274A53D2}"/>
                </a:ext>
              </a:extLst>
            </p:cNvPr>
            <p:cNvSpPr/>
            <p:nvPr userDrawn="1"/>
          </p:nvSpPr>
          <p:spPr>
            <a:xfrm rot="20700000">
              <a:off x="6565113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52996F6-B24D-378B-A68E-04BDE56A165D}"/>
                </a:ext>
              </a:extLst>
            </p:cNvPr>
            <p:cNvSpPr/>
            <p:nvPr userDrawn="1"/>
          </p:nvSpPr>
          <p:spPr>
            <a:xfrm rot="4506704" flipH="1">
              <a:off x="6264119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C7522EE9-1A44-8DCD-2F6A-7CD0BF51F0FD}"/>
                </a:ext>
              </a:extLst>
            </p:cNvPr>
            <p:cNvSpPr/>
            <p:nvPr userDrawn="1"/>
          </p:nvSpPr>
          <p:spPr>
            <a:xfrm flipH="1">
              <a:off x="6394598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99759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지막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0790F64-4FE8-0A76-F8EF-FEA76BB718F4}"/>
              </a:ext>
            </a:extLst>
          </p:cNvPr>
          <p:cNvGrpSpPr/>
          <p:nvPr userDrawn="1"/>
        </p:nvGrpSpPr>
        <p:grpSpPr>
          <a:xfrm>
            <a:off x="9608429" y="6377262"/>
            <a:ext cx="2549704" cy="447351"/>
            <a:chOff x="2347257" y="6113745"/>
            <a:chExt cx="2549704" cy="447351"/>
          </a:xfrm>
        </p:grpSpPr>
        <p:pic>
          <p:nvPicPr>
            <p:cNvPr id="33" name="그림 32" descr="로고, 그래픽, 그래픽 디자인, 스크린샷이(가) 표시된 사진&#10;&#10;자동 생성된 설명">
              <a:extLst>
                <a:ext uri="{FF2B5EF4-FFF2-40B4-BE49-F238E27FC236}">
                  <a16:creationId xmlns:a16="http://schemas.microsoft.com/office/drawing/2014/main" id="{5F0107DC-1969-2332-9966-A8D4F04957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7257" y="6113745"/>
              <a:ext cx="1016707" cy="44735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1C8422F-847D-E2D6-6D3B-C424656E2C83}"/>
                </a:ext>
              </a:extLst>
            </p:cNvPr>
            <p:cNvSpPr txBox="1"/>
            <p:nvPr userDrawn="1"/>
          </p:nvSpPr>
          <p:spPr>
            <a:xfrm>
              <a:off x="3356155" y="6113745"/>
              <a:ext cx="1540806" cy="374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n-US" sz="1200" b="1" dirty="0">
                  <a:solidFill>
                    <a:srgbClr val="5A5B5E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School of Software</a:t>
              </a:r>
            </a:p>
            <a:p>
              <a:pPr algn="ctr">
                <a:lnSpc>
                  <a:spcPts val="1100"/>
                </a:lnSpc>
              </a:pPr>
              <a:r>
                <a:rPr lang="en-US" sz="1200" b="1" dirty="0" err="1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Soongsil</a:t>
              </a:r>
              <a:r>
                <a:rPr lang="en-US" sz="1200" b="1" dirty="0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 University</a:t>
              </a: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4538A30A-D7A1-6521-A4C9-7B9DA3C4FF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6080"/>
            <a:ext cx="1311920" cy="1311920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25080A8C-CABB-86CB-451E-4AA69A1125FB}"/>
              </a:ext>
            </a:extLst>
          </p:cNvPr>
          <p:cNvSpPr/>
          <p:nvPr userDrawn="1"/>
        </p:nvSpPr>
        <p:spPr>
          <a:xfrm>
            <a:off x="1197392" y="6516837"/>
            <a:ext cx="23952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>
                <a:latin typeface="Trebuchet MS" panose="020B0603020202020204" pitchFamily="34" charset="0"/>
              </a:rPr>
              <a:t>Lab: https://aica.ssu.ac.kr</a:t>
            </a:r>
            <a:endParaRPr lang="ko-KR" altLang="en-US" sz="1400" b="1" dirty="0">
              <a:latin typeface="Trebuchet MS" panose="020B0603020202020204" pitchFamily="34" charset="0"/>
            </a:endParaRP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B6F3407-DDCF-0C52-4C34-A45338DFBA8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7392" y="6261269"/>
            <a:ext cx="3185923" cy="307777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latin typeface="Trebuchet MS" panose="020B0603020202020204" pitchFamily="34" charset="0"/>
              </a:defRPr>
            </a:lvl1pPr>
            <a:lvl2pPr marL="457202" indent="0">
              <a:buNone/>
              <a:defRPr/>
            </a:lvl2pPr>
            <a:lvl3pPr marL="914404" indent="0">
              <a:buNone/>
              <a:defRPr/>
            </a:lvl3pPr>
            <a:lvl4pPr marL="1371605" indent="0">
              <a:buNone/>
              <a:defRPr/>
            </a:lvl4pPr>
            <a:lvl5pPr marL="1828807" indent="0">
              <a:buNone/>
              <a:defRPr/>
            </a:lvl5pPr>
          </a:lstStyle>
          <a:p>
            <a:pPr lvl="0"/>
            <a:r>
              <a:rPr lang="ko-KR" altLang="en-US" dirty="0"/>
              <a:t>본인 이메일 주소 </a:t>
            </a:r>
            <a:r>
              <a:rPr lang="en-US" altLang="ko-KR" dirty="0"/>
              <a:t>(E-mail: ~)</a:t>
            </a:r>
            <a:endParaRPr lang="ko-KR" altLang="en-US" dirty="0"/>
          </a:p>
        </p:txBody>
      </p:sp>
      <p:sp>
        <p:nvSpPr>
          <p:cNvPr id="19" name="부제목 2">
            <a:extLst>
              <a:ext uri="{FF2B5EF4-FFF2-40B4-BE49-F238E27FC236}">
                <a16:creationId xmlns:a16="http://schemas.microsoft.com/office/drawing/2014/main" id="{F294413C-AB4A-7E8A-9974-28FF957DA562}"/>
              </a:ext>
            </a:extLst>
          </p:cNvPr>
          <p:cNvSpPr txBox="1">
            <a:spLocks/>
          </p:cNvSpPr>
          <p:nvPr userDrawn="1"/>
        </p:nvSpPr>
        <p:spPr>
          <a:xfrm>
            <a:off x="3787205" y="5728639"/>
            <a:ext cx="4617590" cy="372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703020202090204" pitchFamily="34" charset="0"/>
                <a:ea typeface="Baskerville" panose="02020502070401020303" pitchFamily="18" charset="0"/>
              </a:rPr>
              <a:t>Advanced Intelligent Computing Architecture Lab.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rebuchet MS" panose="020B0603020202020204" pitchFamily="34" charset="0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3E9D89E-488B-7C80-8E05-D47E50776676}"/>
              </a:ext>
            </a:extLst>
          </p:cNvPr>
          <p:cNvGrpSpPr/>
          <p:nvPr userDrawn="1"/>
        </p:nvGrpSpPr>
        <p:grpSpPr>
          <a:xfrm>
            <a:off x="5196905" y="4977344"/>
            <a:ext cx="1798190" cy="646162"/>
            <a:chOff x="5976117" y="116467"/>
            <a:chExt cx="4341047" cy="155991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64ADCAA0-1610-1964-CF41-4AE81DD6BF1C}"/>
                </a:ext>
              </a:extLst>
            </p:cNvPr>
            <p:cNvSpPr/>
            <p:nvPr userDrawn="1"/>
          </p:nvSpPr>
          <p:spPr>
            <a:xfrm>
              <a:off x="7547660" y="613810"/>
              <a:ext cx="360000" cy="1046263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028F6839-7E1F-F31F-B8F7-895801E25D74}"/>
                </a:ext>
              </a:extLst>
            </p:cNvPr>
            <p:cNvSpPr/>
            <p:nvPr userDrawn="1"/>
          </p:nvSpPr>
          <p:spPr>
            <a:xfrm>
              <a:off x="6776499" y="1312781"/>
              <a:ext cx="1131162" cy="363600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0" name="사각형: 둥근 모서리 34">
              <a:extLst>
                <a:ext uri="{FF2B5EF4-FFF2-40B4-BE49-F238E27FC236}">
                  <a16:creationId xmlns:a16="http://schemas.microsoft.com/office/drawing/2014/main" id="{BBD4F966-775A-284D-982D-F7F64523168D}"/>
                </a:ext>
              </a:extLst>
            </p:cNvPr>
            <p:cNvSpPr/>
            <p:nvPr userDrawn="1"/>
          </p:nvSpPr>
          <p:spPr>
            <a:xfrm rot="923841">
              <a:off x="6171723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983DE28C-A4C4-604E-8D18-D46C51025028}"/>
                </a:ext>
              </a:extLst>
            </p:cNvPr>
            <p:cNvSpPr/>
            <p:nvPr userDrawn="1"/>
          </p:nvSpPr>
          <p:spPr>
            <a:xfrm>
              <a:off x="5976117" y="1562385"/>
              <a:ext cx="367024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8E9AABCB-5098-84DC-87E1-79825A6A9438}"/>
                </a:ext>
              </a:extLst>
            </p:cNvPr>
            <p:cNvSpPr/>
            <p:nvPr userDrawn="1"/>
          </p:nvSpPr>
          <p:spPr>
            <a:xfrm rot="17142116">
              <a:off x="5845212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DEE37C14-9C69-3C23-0179-974AE185B185}"/>
                </a:ext>
              </a:extLst>
            </p:cNvPr>
            <p:cNvSpPr/>
            <p:nvPr userDrawn="1"/>
          </p:nvSpPr>
          <p:spPr>
            <a:xfrm>
              <a:off x="7547660" y="189796"/>
              <a:ext cx="360000" cy="355633"/>
            </a:xfrm>
            <a:prstGeom prst="roundRect">
              <a:avLst/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4" name="사각형: 둥근 모서리 34">
              <a:extLst>
                <a:ext uri="{FF2B5EF4-FFF2-40B4-BE49-F238E27FC236}">
                  <a16:creationId xmlns:a16="http://schemas.microsoft.com/office/drawing/2014/main" id="{4C38D65E-4FEC-804E-42C0-EF22F51FF0D4}"/>
                </a:ext>
              </a:extLst>
            </p:cNvPr>
            <p:cNvSpPr/>
            <p:nvPr userDrawn="1"/>
          </p:nvSpPr>
          <p:spPr>
            <a:xfrm rot="923841">
              <a:off x="9359767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7A23E54B-77C3-B58C-2FA5-9844FD869CAF}"/>
                </a:ext>
              </a:extLst>
            </p:cNvPr>
            <p:cNvSpPr/>
            <p:nvPr userDrawn="1"/>
          </p:nvSpPr>
          <p:spPr>
            <a:xfrm>
              <a:off x="9539301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32D96933-CDA3-3D64-DD04-22498904F2B0}"/>
                </a:ext>
              </a:extLst>
            </p:cNvPr>
            <p:cNvSpPr/>
            <p:nvPr userDrawn="1"/>
          </p:nvSpPr>
          <p:spPr>
            <a:xfrm flipH="1">
              <a:off x="9958325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445C1F95-147E-F882-600A-F515FF5730DA}"/>
                </a:ext>
              </a:extLst>
            </p:cNvPr>
            <p:cNvSpPr/>
            <p:nvPr userDrawn="1"/>
          </p:nvSpPr>
          <p:spPr>
            <a:xfrm rot="4506704" flipH="1">
              <a:off x="9985282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B524C14F-86B3-5F43-5AA4-229B555CD71D}"/>
                </a:ext>
              </a:extLst>
            </p:cNvPr>
            <p:cNvSpPr/>
            <p:nvPr userDrawn="1"/>
          </p:nvSpPr>
          <p:spPr>
            <a:xfrm rot="17142116">
              <a:off x="9285907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93A75C5C-D184-FB1E-4D30-8E0C46ECE9F3}"/>
                </a:ext>
              </a:extLst>
            </p:cNvPr>
            <p:cNvSpPr/>
            <p:nvPr userDrawn="1"/>
          </p:nvSpPr>
          <p:spPr>
            <a:xfrm>
              <a:off x="8225540" y="182176"/>
              <a:ext cx="976417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70B536F9-A737-7889-1CA1-D9A1DF5D1FEE}"/>
                </a:ext>
              </a:extLst>
            </p:cNvPr>
            <p:cNvSpPr/>
            <p:nvPr userDrawn="1"/>
          </p:nvSpPr>
          <p:spPr>
            <a:xfrm>
              <a:off x="8225541" y="1310440"/>
              <a:ext cx="1287590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00B8EB24-2E34-6FC4-3C61-ECC562D3F574}"/>
                </a:ext>
              </a:extLst>
            </p:cNvPr>
            <p:cNvSpPr/>
            <p:nvPr userDrawn="1"/>
          </p:nvSpPr>
          <p:spPr>
            <a:xfrm>
              <a:off x="8210345" y="186675"/>
              <a:ext cx="360000" cy="1473398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2" name="사각형: 둥근 모서리 48">
              <a:extLst>
                <a:ext uri="{FF2B5EF4-FFF2-40B4-BE49-F238E27FC236}">
                  <a16:creationId xmlns:a16="http://schemas.microsoft.com/office/drawing/2014/main" id="{C19CBDAA-F316-CB8C-1303-809695D44691}"/>
                </a:ext>
              </a:extLst>
            </p:cNvPr>
            <p:cNvSpPr/>
            <p:nvPr userDrawn="1"/>
          </p:nvSpPr>
          <p:spPr>
            <a:xfrm rot="20700000">
              <a:off x="9757285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3982DA01-DAB2-66E5-E365-CFF5181A0C9C}"/>
                </a:ext>
              </a:extLst>
            </p:cNvPr>
            <p:cNvSpPr/>
            <p:nvPr userDrawn="1"/>
          </p:nvSpPr>
          <p:spPr>
            <a:xfrm rot="4506704" flipH="1">
              <a:off x="9456291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00FCEC9-FF7B-4B9B-DAC4-B3D9BC28F820}"/>
                </a:ext>
              </a:extLst>
            </p:cNvPr>
            <p:cNvSpPr/>
            <p:nvPr userDrawn="1"/>
          </p:nvSpPr>
          <p:spPr>
            <a:xfrm flipH="1">
              <a:off x="9586770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FE59132D-E0F7-5227-671D-15B4032C34B0}"/>
                </a:ext>
              </a:extLst>
            </p:cNvPr>
            <p:cNvSpPr/>
            <p:nvPr userDrawn="1"/>
          </p:nvSpPr>
          <p:spPr>
            <a:xfrm>
              <a:off x="6347129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20FCFC37-75D1-A1F5-B779-980816D9566F}"/>
                </a:ext>
              </a:extLst>
            </p:cNvPr>
            <p:cNvSpPr/>
            <p:nvPr userDrawn="1"/>
          </p:nvSpPr>
          <p:spPr>
            <a:xfrm flipH="1">
              <a:off x="6766153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4A451D5E-D275-D412-8599-7730D9FAE251}"/>
                </a:ext>
              </a:extLst>
            </p:cNvPr>
            <p:cNvSpPr/>
            <p:nvPr userDrawn="1"/>
          </p:nvSpPr>
          <p:spPr>
            <a:xfrm rot="4506704" flipH="1">
              <a:off x="6793110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8" name="사각형: 둥근 모서리 48">
              <a:extLst>
                <a:ext uri="{FF2B5EF4-FFF2-40B4-BE49-F238E27FC236}">
                  <a16:creationId xmlns:a16="http://schemas.microsoft.com/office/drawing/2014/main" id="{9DD62034-9CD4-BE1D-203C-464F0185C4C9}"/>
                </a:ext>
              </a:extLst>
            </p:cNvPr>
            <p:cNvSpPr/>
            <p:nvPr userDrawn="1"/>
          </p:nvSpPr>
          <p:spPr>
            <a:xfrm rot="20700000">
              <a:off x="6565113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9FCA9E36-697C-D30C-2533-FD6768039D7C}"/>
                </a:ext>
              </a:extLst>
            </p:cNvPr>
            <p:cNvSpPr/>
            <p:nvPr userDrawn="1"/>
          </p:nvSpPr>
          <p:spPr>
            <a:xfrm rot="4506704" flipH="1">
              <a:off x="6264119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6E7E9F02-56F7-2C10-9878-B607F9E9684E}"/>
                </a:ext>
              </a:extLst>
            </p:cNvPr>
            <p:cNvSpPr/>
            <p:nvPr userDrawn="1"/>
          </p:nvSpPr>
          <p:spPr>
            <a:xfrm flipH="1">
              <a:off x="6394598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28682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736D39C-E17C-A364-3719-16AC7911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E6840F-8B5F-3FBD-6419-8AFE6AC60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0AEC86-6903-7FA5-5907-91F1DC80DF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0C5AA7-AF4B-27BC-291C-EB359758B7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DF7195-719B-0ADE-61C3-943AD62275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033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5E567E6-AE26-4E8E-B312-C95BB81BB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0C5C33-B2C4-4686-B825-1347A5F7C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00B2AC-F741-4F9D-88DA-C2BBCD28AA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A871F7-7716-4B35-B16F-5215D47AEF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B17825-BD73-4B44-AE33-E311A76C2B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D3D6F-2C60-4B7A-8BF3-E953E669A3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771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</p:sldLayoutIdLst>
  <p:hf hdr="0" ftr="0"/>
  <p:txStyles>
    <p:titleStyle>
      <a:lvl1pPr algn="l" defTabSz="914404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1" indent="-228601" algn="l" defTabSz="914404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3" indent="-228601" algn="l" defTabSz="91440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5" indent="-228601" algn="l" defTabSz="91440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6" indent="-228601" algn="l" defTabSz="91440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8" indent="-228601" algn="l" defTabSz="91440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10" indent="-228601" algn="l" defTabSz="91440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12" indent="-228601" algn="l" defTabSz="91440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14" indent="-228601" algn="l" defTabSz="91440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16" indent="-228601" algn="l" defTabSz="91440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2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4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5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7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9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11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13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15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E8A260-966E-CEEB-B2DB-29375CB55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06243"/>
            <a:ext cx="9144000" cy="855184"/>
          </a:xfrm>
        </p:spPr>
        <p:txBody>
          <a:bodyPr>
            <a:noAutofit/>
          </a:bodyPr>
          <a:lstStyle/>
          <a:p>
            <a:r>
              <a:rPr lang="en-US" altLang="ko-KR" sz="3200" dirty="0"/>
              <a:t>subject</a:t>
            </a:r>
            <a:endParaRPr lang="ko-KR" altLang="en-US" sz="32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781DF1-B9BC-46C6-B822-1CB5D8F22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7062" y="3602039"/>
            <a:ext cx="9144000" cy="16557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>
                <a:ea typeface="맑은 고딕" panose="020B0503020000020004" pitchFamily="50" charset="-127"/>
                <a:cs typeface="Calibri" panose="020F0502020204030204" pitchFamily="34" charset="0"/>
              </a:rPr>
              <a:t>Yun-Hong Min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>
                <a:ea typeface="맑은 고딕" panose="020B0503020000020004" pitchFamily="50" charset="-127"/>
                <a:cs typeface="Calibri" panose="020F0502020204030204" pitchFamily="34" charset="0"/>
              </a:rPr>
              <a:t>(picomin1027@gmail.com)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1A4431-2231-1E65-66CF-DEB583250F5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AICA Lab Meeting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70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C040EE-6503-02F5-6F2B-71CBD9B30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Name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D8FF47-1634-CB16-E7EA-C26598071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ko-KR" sz="1800" b="0" dirty="0"/>
              <a:t> 1</a:t>
            </a:r>
            <a:endParaRPr lang="ko-KR" altLang="ko-KR" sz="1800" b="0" dirty="0"/>
          </a:p>
          <a:p>
            <a:pPr lvl="1"/>
            <a:r>
              <a:rPr lang="en-US" altLang="ko-KR" sz="1400" b="0" dirty="0"/>
              <a:t>2</a:t>
            </a:r>
            <a:endParaRPr lang="ko-KR" altLang="ko-KR" sz="1400" b="0" dirty="0"/>
          </a:p>
          <a:p>
            <a:pPr lvl="2"/>
            <a:r>
              <a:rPr lang="en-US" altLang="ko-KR" sz="1200" b="0" dirty="0"/>
              <a:t>3</a:t>
            </a:r>
            <a:endParaRPr lang="ko-KR" altLang="ko-KR" sz="1200" b="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85684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AICA Lab Meeting</a:t>
            </a:r>
            <a:r>
              <a:rPr lang="en-US" altLang="ko-KR" dirty="0"/>
              <a:t> |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512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16ECB-EA11-2EAA-88FA-7B43A1F5A6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Question ?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D9C941-A705-0CAA-855B-4FB547507C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7391" y="6261267"/>
            <a:ext cx="3896261" cy="38526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ko-KR" dirty="0">
                <a:latin typeface="Trebuchet MS"/>
                <a:ea typeface="맑은 고딕"/>
              </a:rPr>
              <a:t>E-mail: picomin1027@gmail.com</a:t>
            </a:r>
            <a:endParaRPr lang="ko-KR" altLang="en-US" dirty="0">
              <a:latin typeface="Trebuchet MS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959509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991B60C-0B87-4813-A3C9-C04D3D506FA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6273689-c3e2-4185-b47f-e280f0f57d2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9D06B6F-593C-4965-A8E3-9778E5C31F9B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6f5a1e2-33ed-4cdb-b763-f3262e0a716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31557</TotalTime>
  <Words>68</Words>
  <Application>Microsoft Office PowerPoint</Application>
  <PresentationFormat>와이드스크린</PresentationFormat>
  <Paragraphs>24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맑은 고딕</vt:lpstr>
      <vt:lpstr>시스템 서체 일반체</vt:lpstr>
      <vt:lpstr>Arial</vt:lpstr>
      <vt:lpstr>Trebuchet MS</vt:lpstr>
      <vt:lpstr>Wingdings</vt:lpstr>
      <vt:lpstr>Office 테마</vt:lpstr>
      <vt:lpstr>2_Office 테마</vt:lpstr>
      <vt:lpstr>subject</vt:lpstr>
      <vt:lpstr>Name</vt:lpstr>
      <vt:lpstr>Question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문상준</dc:creator>
  <cp:lastModifiedBy>민윤홍</cp:lastModifiedBy>
  <cp:revision>1287</cp:revision>
  <cp:lastPrinted>2026-04-30T03:45:43Z</cp:lastPrinted>
  <dcterms:created xsi:type="dcterms:W3CDTF">2026-03-17T00:52:02Z</dcterms:created>
  <dcterms:modified xsi:type="dcterms:W3CDTF">2026-09-03T15:32:22Z</dcterms:modified>
</cp:coreProperties>
</file>