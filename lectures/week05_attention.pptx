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 id="2147483662" r:id="rId2"/>
  </p:sldMasterIdLst>
  <p:notesMasterIdLst>
    <p:notesMasterId r:id="rId6"/>
  </p:notesMasterIdLst>
  <p:sldIdLst>
    <p:sldId id="770" r:id="rId3"/>
    <p:sldId id="1002" r:id="rId11"/>
    <p:sldId id="1003" r:id="rId12"/>
    <p:sldId id="1004" r:id="rId13"/>
    <p:sldId id="1005" r:id="rId14"/>
    <p:sldId id="1006" r:id="rId15"/>
    <p:sldId id="1007" r:id="rId16"/>
    <p:sldId id="1008" r:id="rId17"/>
    <p:sldId id="1009" r:id="rId18"/>
    <p:sldId id="1010" r:id="rId19"/>
    <p:sldId id="1011" r:id="rId20"/>
    <p:sldId id="1012" r:id="rId21"/>
    <p:sldId id="1013" r:id="rId22"/>
    <p:sldId id="1014" r:id="rId23"/>
    <p:sldId id="1015" r:id="rId24"/>
    <p:sldId id="1016" r:id="rId25"/>
    <p:sldId id="1017" r:id="rId26"/>
    <p:sldId id="1018" r:id="rId27"/>
    <p:sldId id="1019" r:id="rId28"/>
    <p:sldId id="1020" r:id="rId29"/>
    <p:sldId id="1021" r:id="rId30"/>
    <p:sldId id="1022" r:id="rId31"/>
    <p:sldId id="1023" r:id="rId32"/>
    <p:sldId id="1024" r:id="rId33"/>
    <p:sldId id="1025" r:id="rId34"/>
    <p:sldId id="1026" r:id="rId35"/>
    <p:sldId id="1027" r:id="rId36"/>
    <p:sldId id="1028" r:id="rId37"/>
    <p:sldId id="1029" r:id="rId38"/>
    <p:sldId id="1030" r:id="rId39"/>
    <p:sldId id="1031" r:id="rId40"/>
    <p:sldId id="1032" r:id="rId41"/>
    <p:sldId id="1033" r:id="rId42"/>
    <p:sldId id="1034" r:id="rId43"/>
    <p:sldId id="1035" r:id="rId44"/>
    <p:sldId id="1036" r:id="rId45"/>
    <p:sldId id="1037" r:id="rId46"/>
    <p:sldId id="1038" r:id="rId47"/>
    <p:sldId id="1039" r:id="rId48"/>
    <p:sldId id="1040" r:id="rId49"/>
    <p:sldId id="1041" r:id="rId50"/>
    <p:sldId id="1042" r:id="rId51"/>
    <p:sldId id="1043" r:id="rId52"/>
    <p:sldId id="1044" r:id="rId53"/>
    <p:sldId id="772" r:id="rId5"/>
  </p:sldIdLst>
  <p:sldSz cx="12192000" cy="6858000"/>
  <p:notesSz cx="6858000" cy="9144000"/>
  <p:defaultTex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5F1E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F5AB1C69-6EDB-4FF4-983F-18BD219EF322}" styleName="보통 스타일 2 - 강조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073A0DAA-6AF3-43AB-8588-CEC1D06C72B9}" styleName="보통 스타일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965" autoAdjust="0"/>
    <p:restoredTop sz="73176" autoAdjust="0"/>
  </p:normalViewPr>
  <p:slideViewPr>
    <p:cSldViewPr snapToGrid="0" showGuides="1">
      <p:cViewPr varScale="1">
        <p:scale>
          <a:sx n="85" d="100"/>
          <a:sy n="85" d="100"/>
        </p:scale>
        <p:origin x="1476" y="90"/>
      </p:cViewPr>
      <p:guideLst>
        <p:guide orient="horz" pos="2160"/>
        <p:guide pos="3840"/>
      </p:guideLst>
    </p:cSldViewPr>
  </p:slideViewPr>
  <p:notesTextViewPr>
    <p:cViewPr>
      <p:scale>
        <a:sx n="125" d="100"/>
        <a:sy n="125" d="100"/>
      </p:scale>
      <p:origin x="0" y="0"/>
    </p:cViewPr>
  </p:notesTextViewPr>
  <p:notesViewPr>
    <p:cSldViewPr snapToGrid="0" showGuides="1">
      <p:cViewPr varScale="1">
        <p:scale>
          <a:sx n="118" d="100"/>
          <a:sy n="118" d="100"/>
        </p:scale>
        <p:origin x="3954" y="96"/>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5" Type="http://schemas.openxmlformats.org/officeDocument/2006/relationships/slide" Target="slides/slide3.xml"/><Relationship Id="rId6" Type="http://schemas.openxmlformats.org/officeDocument/2006/relationships/notesMaster" Target="notesMasters/notesMaster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DC70FBF-EBC7-48BC-9FF4-60E98111FAF8}" type="datetimeFigureOut">
              <a:rPr lang="ko-KR" altLang="en-US" smtClean="0"/>
              <a:t>2026-09-04</a:t>
            </a:fld>
            <a:endParaRPr lang="ko-KR" altLang="en-US"/>
          </a:p>
        </p:txBody>
      </p:sp>
      <p:sp>
        <p:nvSpPr>
          <p:cNvPr id="4" name="슬라이드 이미지 개체 틀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E5A6E62-6464-48E3-A950-8B46B2C8108B}" type="slidenum">
              <a:rPr lang="ko-KR" altLang="en-US" smtClean="0"/>
              <a:t>‹#›</a:t>
            </a:fld>
            <a:endParaRPr lang="ko-KR" altLang="en-US"/>
          </a:p>
        </p:txBody>
      </p:sp>
    </p:spTree>
    <p:extLst>
      <p:ext uri="{BB962C8B-B14F-4D97-AF65-F5344CB8AC3E}">
        <p14:creationId xmlns:p14="http://schemas.microsoft.com/office/powerpoint/2010/main" val="2913136759"/>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extLst>
    <p:ext uri="{620B2872-D7B9-4A21-9093-7833F8D536E1}">
      <p15:sldGuideLst xmlns:p15="http://schemas.microsoft.com/office/powerpoint/2012/main">
        <p15:guide id="1" orient="horz" pos="2880" userDrawn="1">
          <p15:clr>
            <a:srgbClr val="F26B43"/>
          </p15:clr>
        </p15:guide>
        <p15:guide id="2" pos="2160" userDrawn="1">
          <p15:clr>
            <a:srgbClr val="F26B43"/>
          </p15:clr>
        </p15:guide>
      </p15:sldGuideLst>
    </p:ext>
  </p:extLst>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a:xfrm>
            <a:off x="685800" y="1143000"/>
            <a:ext cx="5486400" cy="3086100"/>
          </a:xfrm>
        </p:spPr>
        <p:txBody>
          <a:bodyPr/>
          <a:lstStyle/>
          <a:p>
            <a:endParaRPr lang="ko-KR" altLang="en-US"/>
          </a:p>
        </p:txBody>
      </p:sp>
      <p:sp>
        <p:nvSpPr>
          <p:cNvPr id="3" name="슬라이드 노트 개체 틀 2"/>
          <p:cNvSpPr>
            <a:spLocks noGrp="1"/>
          </p:cNvSpPr>
          <p:nvPr>
            <p:ph type="body" idx="1"/>
          </p:nvPr>
        </p:nvSpPr>
        <p:spPr/>
        <p:txBody>
          <a:bodyPr/>
          <a:lstStyle/>
          <a:p>
            <a:pPr lvl="0"/>
            <a:r>
              <a:rPr lang="en-US" altLang="ko-KR" dirty="0"/>
              <a:t> </a:t>
            </a:r>
            <a:r>
              <a:rPr lang="ko-KR" altLang="ko-KR" sz="1200" b="0" u="none" strike="noStrike" kern="1200" dirty="0">
                <a:solidFill>
                  <a:schemeClr val="tx1"/>
                </a:solidFill>
                <a:effectLst/>
                <a:latin typeface="+mn-lt"/>
                <a:ea typeface="+mn-ea"/>
                <a:cs typeface="+mn-cs"/>
              </a:rPr>
              <a:t>오른쪽: →</a:t>
            </a:r>
          </a:p>
          <a:p>
            <a:pPr lvl="0"/>
            <a:r>
              <a:rPr lang="ko-KR" altLang="ko-KR" sz="1200" b="0" u="none" strike="noStrike" kern="1200" dirty="0">
                <a:solidFill>
                  <a:schemeClr val="tx1"/>
                </a:solidFill>
                <a:effectLst/>
                <a:latin typeface="+mn-lt"/>
                <a:ea typeface="+mn-ea"/>
                <a:cs typeface="+mn-cs"/>
              </a:rPr>
              <a:t>왼쪽: ←</a:t>
            </a:r>
          </a:p>
          <a:p>
            <a:pPr lvl="0"/>
            <a:r>
              <a:rPr lang="ko-KR" altLang="ko-KR" sz="1200" b="0" u="none" strike="noStrike" kern="1200" dirty="0">
                <a:solidFill>
                  <a:schemeClr val="tx1"/>
                </a:solidFill>
                <a:effectLst/>
                <a:latin typeface="+mn-lt"/>
                <a:ea typeface="+mn-ea"/>
                <a:cs typeface="+mn-cs"/>
              </a:rPr>
              <a:t>위쪽: ↑</a:t>
            </a:r>
          </a:p>
          <a:p>
            <a:pPr lvl="0"/>
            <a:r>
              <a:rPr lang="ko-KR" altLang="ko-KR" sz="1200" b="0" u="none" strike="noStrike" kern="1200" dirty="0">
                <a:solidFill>
                  <a:schemeClr val="tx1"/>
                </a:solidFill>
                <a:effectLst/>
                <a:latin typeface="+mn-lt"/>
                <a:ea typeface="+mn-ea"/>
                <a:cs typeface="+mn-cs"/>
              </a:rPr>
              <a:t>아래쪽: ↓</a:t>
            </a:r>
          </a:p>
          <a:p>
            <a:pPr lvl="0"/>
            <a:r>
              <a:rPr lang="ko-KR" altLang="ko-KR" sz="1200" b="0" u="none" strike="noStrike" kern="1200" dirty="0">
                <a:solidFill>
                  <a:schemeClr val="tx1"/>
                </a:solidFill>
                <a:effectLst/>
                <a:latin typeface="+mn-lt"/>
                <a:ea typeface="+mn-ea"/>
                <a:cs typeface="+mn-cs"/>
              </a:rPr>
              <a:t>좌우 양방향: ↔ ⇔</a:t>
            </a:r>
          </a:p>
          <a:p>
            <a:pPr lvl="0"/>
            <a:r>
              <a:rPr lang="ko-KR" altLang="ko-KR" sz="1200" b="0" u="none" strike="noStrike" kern="1200" dirty="0">
                <a:solidFill>
                  <a:schemeClr val="tx1"/>
                </a:solidFill>
                <a:effectLst/>
                <a:latin typeface="+mn-lt"/>
                <a:ea typeface="+mn-ea"/>
                <a:cs typeface="+mn-cs"/>
              </a:rPr>
              <a:t>상하 양방향: ↕</a:t>
            </a:r>
          </a:p>
          <a:p>
            <a:pPr lvl="0"/>
            <a:r>
              <a:rPr lang="ko-KR" altLang="ko-KR" sz="1200" b="0" u="none" strike="noStrike" kern="1200" dirty="0">
                <a:solidFill>
                  <a:schemeClr val="tx1"/>
                </a:solidFill>
                <a:effectLst/>
                <a:latin typeface="+mn-lt"/>
                <a:ea typeface="+mn-ea"/>
                <a:cs typeface="+mn-cs"/>
              </a:rPr>
              <a:t>대각선: ↗ ↘ ↖ ↙</a:t>
            </a:r>
          </a:p>
          <a:p>
            <a:endParaRPr lang="ko-KR" altLang="en-US"/>
          </a:p>
          <a:p>
            <a:endParaRPr lang="en-US" altLang="ko-KR" dirty="0"/>
          </a:p>
        </p:txBody>
      </p:sp>
      <p:sp>
        <p:nvSpPr>
          <p:cNvPr id="4" name="슬라이드 번호 개체 틀 3"/>
          <p:cNvSpPr>
            <a:spLocks noGrp="1"/>
          </p:cNvSpPr>
          <p:nvPr>
            <p:ph type="sldNum" sz="quarter" idx="5"/>
          </p:nvPr>
        </p:nvSpPr>
        <p:spPr/>
        <p:txBody>
          <a:bodyPr/>
          <a:lstStyle/>
          <a:p>
            <a:pPr marL="0" marR="0" lvl="0" indent="0" algn="r" defTabSz="914400" rtl="0" eaLnBrk="1" fontAlgn="auto" latinLnBrk="1" hangingPunct="1">
              <a:lnSpc>
                <a:spcPct val="100000"/>
              </a:lnSpc>
              <a:spcBef>
                <a:spcPts val="0"/>
              </a:spcBef>
              <a:spcAft>
                <a:spcPts val="0"/>
              </a:spcAft>
              <a:buClrTx/>
              <a:buSzTx/>
              <a:buFontTx/>
              <a:buNone/>
              <a:tabLst/>
              <a:defRPr/>
            </a:pPr>
            <a:fld id="{59F891E5-1CD2-4B05-8178-8C49B58924F9}" type="slidenum">
              <a:rPr kumimoji="0" lang="ko-KR" altLang="en-US" sz="1200" b="0" i="0" u="none" strike="noStrike" kern="1200" cap="none" spc="0" normalizeH="0" baseline="0" noProof="0" smtClean="0">
                <a:ln>
                  <a:noFill/>
                </a:ln>
                <a:solidFill>
                  <a:prstClr val="black"/>
                </a:solidFill>
                <a:effectLst/>
                <a:uLnTx/>
                <a:uFillTx/>
                <a:latin typeface="맑은 고딕" panose="02110004020202020204"/>
                <a:ea typeface="맑은 고딕" panose="020B0503020000020004" pitchFamily="50" charset="-127"/>
                <a:cs typeface="+mn-cs"/>
              </a:rPr>
              <a:pPr marL="0" marR="0" lvl="0" indent="0" algn="r" defTabSz="914400" rtl="0" eaLnBrk="1" fontAlgn="auto" latinLnBrk="1" hangingPunct="1">
                <a:lnSpc>
                  <a:spcPct val="100000"/>
                </a:lnSpc>
                <a:spcBef>
                  <a:spcPts val="0"/>
                </a:spcBef>
                <a:spcAft>
                  <a:spcPts val="0"/>
                </a:spcAft>
                <a:buClrTx/>
                <a:buSzTx/>
                <a:buFontTx/>
                <a:buNone/>
                <a:tabLst/>
                <a:defRPr/>
              </a:pPr>
              <a:t>1</a:t>
            </a:fld>
            <a:endParaRPr kumimoji="0" lang="ko-KR" altLang="en-US" sz="1200" b="0" i="0" u="none" strike="noStrike" kern="1200" cap="none" spc="0" normalizeH="0" baseline="0" noProof="0">
              <a:ln>
                <a:noFill/>
              </a:ln>
              <a:solidFill>
                <a:prstClr val="black"/>
              </a:solidFill>
              <a:effectLst/>
              <a:uLnTx/>
              <a:uFillTx/>
              <a:latin typeface="맑은 고딕" panose="02110004020202020204"/>
              <a:ea typeface="맑은 고딕" panose="020B0503020000020004" pitchFamily="50" charset="-127"/>
              <a:cs typeface="+mn-cs"/>
            </a:endParaRPr>
          </a:p>
        </p:txBody>
      </p:sp>
    </p:spTree>
    <p:extLst>
      <p:ext uri="{BB962C8B-B14F-4D97-AF65-F5344CB8AC3E}">
        <p14:creationId xmlns:p14="http://schemas.microsoft.com/office/powerpoint/2010/main" val="35770211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dirty="0"/>
              <a:t> </a:t>
            </a:r>
            <a:endParaRPr lang="ko-KR" altLang="en-US" dirty="0"/>
          </a:p>
        </p:txBody>
      </p:sp>
      <p:sp>
        <p:nvSpPr>
          <p:cNvPr id="4" name="슬라이드 번호 개체 틀 3"/>
          <p:cNvSpPr>
            <a:spLocks noGrp="1"/>
          </p:cNvSpPr>
          <p:nvPr>
            <p:ph type="sldNum" sz="quarter" idx="5"/>
          </p:nvPr>
        </p:nvSpPr>
        <p:spPr/>
        <p:txBody>
          <a:bodyPr/>
          <a:lstStyle/>
          <a:p>
            <a:fld id="{EE5A6E62-6464-48E3-A950-8B46B2C8108B}" type="slidenum">
              <a:rPr lang="ko-KR" altLang="en-US" smtClean="0"/>
              <a:t>3</a:t>
            </a:fld>
            <a:endParaRPr lang="ko-KR" altLang="en-US"/>
          </a:p>
        </p:txBody>
      </p:sp>
    </p:spTree>
    <p:extLst>
      <p:ext uri="{BB962C8B-B14F-4D97-AF65-F5344CB8AC3E}">
        <p14:creationId xmlns:p14="http://schemas.microsoft.com/office/powerpoint/2010/main" val="1613747473"/>
      </p:ext>
    </p:extLst>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Transformer 파트의 시작. 지난주 Seq2Seq는 입력 전체를 벡터 하나로 압축해야 했다. 오늘은 그 압축을 풀어 버린다: 입력의 위치별 표현을 모두 남겨 두고, 필요할 때마다 다른 비중으로 다시 참조한다. 이 한 가지 아이디어가 Self-attention, Q/K/V, Multi-head로 자라나 Transformer의 중심이 된다.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지난 주 복습 — 문장을 토큰·임베딩으로 / RNN · LSTM으로 순서와 기억 / Seq2Seq: Encoder → c → Decoder. 하지만 남은 문제가 있다: 모든 입력을 고정 벡터 c 하나로 압축 — 병목 / h_t는 h_(t−1)이 필요 — 순차 계산. 이번 주는 이 질문에서 출발한다: 필요할 때 원문을 다시 찾아보면? / 그리고 그것을 모델의 본체로 쓰면?. 학생에게 지난 주 내용을 한 문장씩 먼저 말해 보게 한다.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과정 지도에서 오늘은 5번째 질문이다. 오늘의 순서: Attention (2014): 출력마다 다른 요약 / Self-attention과 Q · K · V / Scaled dot-product를 숫자로 / Multi-head와 tensor shape / 순서 정보: 위치 인코딩 / 모아 보기: 2017 Transformer의 윤곽. 끝나면 할 수 있어야 하는 것: Attention의 점수 → softmax → 가중합을 손으로 계산한다 / Q · K · V의 역할과 투영 행렬(파라미터) vs A(활성값)를 구분한다 / softmax(QKᵀ/√d_h)V의 shape을 단계마다 말한다 / Multi-head에서 (B, N, d) → (B, H, N, d_h) 변환을 설명한다 / Self-attention에 위치 정보가 필요한 이유를 설명한다. 수업 마지막에 이 목표를 셀프 체크로 다시 확인한다.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 처음 나오는 용어들. 외울 필요는 없고, 설명 중 막히면 이 표로 돌아온다. Attention 가중치 α: 각 위치를 얼마나 참고할지 (합 1) / 정렬 (alignment): 출력 위치와 입력 위치의 대응 / Self-attention: 한 시퀀스가 자기 자신의 모든 위치를 참조 / Query (Q): 비교의 기준이 되는 벡터 / Key (K): 비교 대상이 되는 벡터 / Value (V): 가중합으로 실제 전달되는 벡터 / Head: 독립된 Q·K·V 투영 한 벌 / 위치 인코딩 (PE): 토큰 벡터에 더하는 위치 정보</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왼쪽(Seq2Seq): 책을 읽고 요약문 하나만 남긴 뒤 그 요약문으로 모든 질문에 답한다. 오른쪽(Attention): 답할 때마다 남겨 둔 원문의 여러 위치를 다른 비중으로 참고한다. 원자료 주의: 이것은 계산 경로를 이해하기 위한 비유일 뿐, 모델이 사람처럼 책을 이해한다는 증거가 아니다. 실제로 실행되는 것은 정렬 점수 → softmax → 벡터 가중합. 결국 바뀐 것은 '상태의 개수'(c 하나 → h_1…h_S 전부)와 '접근 규칙'(항상 같은 c → 매번 다른 가중합)이다.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Decoder의 현재 상태 s_(t−1)과 Encoder의 각 위치 h_j를 비교해 점수 e를 매긴다(점수 함수 a). softmax로 합이 1인 비중 α를 만들고(2주차), h_j들을 α로 가중합해 이번 시점만의 문맥 벡터 c_t를 만든다. 예: α = (0.1, 0.2, 0.7), 값 v1=(1,0), v2=(0,1), v3=(2,2) → 0.1·(1,0) + 0.2·(0,1) + 0.7·(2,2) = (1.5, 1.6). 가장 큰 가중치의 토큰 하나를 골라 복사하는 것과 다르다 — soft attention은 대부분 여러 위치를 섞는다.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행은 Decoder 출력 위치, 열은 Encoder 입력 위치, 칸의 값은 α. 어순이 달라도 '고양이가'는 'cat'에, '매트'는 'mat'에 큰 비중을 둔다(설명용 가상 정렬). Bahdanau et al.의 논문 그림이 이런 정렬을 보여 주었다. 원자료 주의: heatmap에는 '이 그림이 보여주는 것'과 '증명하지 않는 것'을 함께 적는다. 큰 α는 '그 위치에 큰 참조 비중이 관찰되었다'는 뜻이지, 그 단어가 예측의 유일한 원인이라는 뜻이 아니다.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Bahdanau, Cho, Bengio(2014) 'Neural Machine Translation by Jointly Learning to Align and Translate': 작은 신경망(additive)으로 점수를 계산. Luong, Pham, Manning(2015): 내적(dot), 학습된 행렬을 사이에 둔 bilinear(general) 등 여러 점수 함수 비교. 내적은 행렬곱 한 번으로 모든 쌍의 점수를 동시에 계산할 수 있어 빠르다(1주차: 행렬곱 = 내적 여러 개). Transformer는 여기에 스케일(√d_h)을 더한다.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원자료의 표: RNN의 중심 질문은 '정보를 어떻게 보존·갱신할까', RNN+Attention은 '현재 필요한 정보를 어느 입력 위치에서 가져올까', Transformer는 '참조 연산으로 시퀀스의 표현 자체를 만들 수 있을까'. 4주차 표의 ③(순차 계산)까지 해결하려면 순환을 없애야 한다. 원자료 주의: self-attention은 2017년 전에도 있었다. Transformer는 이 계산을 FFN·잔차·정규화·위치 정보와 조합한 비순환 Encoder–Decoder다. 제목 'Attention Is All You Need'를 문자 그대로 'Attention 외에는 아무 계산이 없다'로 이해하면 안 된다.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예: '그 동물은 너무 피곤해서 길을 건너지 않았다. 그것은 …'에서 '그것은'의 표현을 만들 때 '동물'을 많이 참고하면 좋다. self-attention에서는 각 위치가 Query가 되어 같은 문장의 모든 위치(Key)와 비교하고, 비중대로 Value를 섞는다. RNN에서는 먼 두 토큰이 만나려면 N단계를 거쳐야 했지만, self-attention은 한 층에서 직접 만난다(경로 길이 1). 그리고 모든 위치를 동시에 계산할 수 있다(순차 의존 없음).</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도서관 비유: Query는 찾고 싶은 것, Key는 책의 색인, Value는 책의 내용. 색인과 잘 맞는 책일수록 그 내용을 많이 가져온다. 원자료가 강조하는 비유의 한계: Query는 사용자가 입력한 자연어 질문이 아니다(이미지 Encoder에도 Q가 있다). Key는 문자열이나 데이터베이스 키가 아니다. Value는 원래 임베딩을 그대로 복사한 것이 아니다. 모두 학습된 투영으로 만든 벡터이며, 'Query가 중요한 토큰을 찾는다'고만 말하면 목적 함수와 중요도를 혼동한다.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한 head에서 X가 (N, d), W_Q와 W_K가 (d, d_h)라면 Q, K는 (N, d_h). V의 차원 d_v는 d_h와 달라도 되지만 원형과 이 과정에서는 같게 둔다. 편향은 생략. 학습되는 파라미터는 W_Q, W_K, W_V(그리고 뒤의 W_O)뿐이다. Q, K, V 자체는 입력마다 새로 계산되는 활성값이다. 2주차의 선형층과 같다 — 차이는 이 결과를 '비교'와 '전달'에 쓴다는 것.</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W_Q, W_K, W_V가 다르므로 같은 X에서 나온 Q, K, V는 일반적으로 다르다. 그래서 점수 행렬 QKᵀ도 대칭이 아니다: 'A가 B를 보는 점수' q_A·k_B와 'B가 A를 보는 점수' q_B·k_A는 다르다. 설령 Q=K여서 점수가 대칭이어도, 행마다 정규화하는 softmax 이후에는 일반적으로 대칭이 아니다. 왜 점수용(Q, K)과 내용용(V)을 나눌까? 어떤 특징으로 다른 토큰을 찾을지와, 그 토큰에서 어떤 정보를 전달할지를 따로 학습하는 자유를 준다. 이것은 설계 선택이지, 각 축이 미리 '주어', '동사' 같은 의미를 갖는다는 뜻이 아니다.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W_Q, W_K, W_V, W_O는 학습 후 고정되는 파라미터로 모든 입력에 공유된다. Q, K, V와 attention 가중치 A = softmax(QKᵀ/√d_h)는 입력마다 새로 계산되는 활성값이다. 추론할 때 가중치가 고정되어 있어도 A는 문장마다 다르다. A는 gradient 경로에 포함되지만 '학습된 attention 표'가 따로 저장되어 있는 것이 아니다. 1주차 오개념 'Attention 가중치는 파라미터다'가 틀린 이유.</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① 점수: QKᵀ — 모든 Query와 모든 Key의 내적 (N, N). ② 스케일: √d_h로 나눈다. ③ mask M: 보면 안 되는 칸에 −∞를 더한다(6주차 자세히, 오늘은 선택 사항). ④ softmax: 행마다(=Query마다) Key 축으로 정규화 → 각 행의 합 1. ⑤ 가중합: A V — 각 Query의 출력은 Value들의 가중합 (N, d_h). 원자료: 행은 Query, 열은 Key. 유효한 Key가 있고 dropout 전이면 각 행의 합은 1.</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원자료 시뮬레이터의 예제. Q, K, V는 이미 투영이 끝난 값이라고 하자. d_h = 2이므로 스케일은 √2. A·B·C·D는 실제 의미가 없는 예시 토큰. K와 V를 고정하고 Query 하나씩 계산해 본다. 다음 장에서 Query A의 행을 손으로 계산한다.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q_A = (1, 0). 점수: k_A와 1, k_B와 0, k_C와 1, k_D와 −1. ÷√2: 0.707, 0, 0.707, −0.707. exp: 2.028, 1.000, 2.028, 0.493, 합 5.549. softmax: 0.365, 0.180, 0.365, 0.089 (합 1). 출력 = 0.365·(1,0) + 0.180·(0,1) + 0.365·(2,2) + 0.089·(−1,1) = (1.008, 1.000). A와 C에 같은 비중(둘 다 q_A와의 내적 1), D는 반대 방향이라 가장 작은 비중.</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왼쪽: 점수 QKᵀ/√2 (4×4). 가운데: 행별 softmax A — 각 행의 합 1. 오른쪽: O = AV (4×2). 첫 행이 방금 손으로 계산한 Query A. Query D는 자기 자신 D와 B에 큰 비중(0.524, 0.259). Think before: Q와 K를 고정하고 V만 바꾸면 A는? 그대로(Q, K, mask만으로 결정). O는? 바뀐다. 단, 전체 self-attention에서 X를 바꾸면 Q, K, V가 함께 바뀐다.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단순화한 가정: q, k의 성분이 서로 독립이고 평균 0, 분산 1. 그러면 q·k = Σ q_r k_r의 분산은 d_h, 표준편차는 √d_h. d_h = 4면 2, 64면 8, 256이면 16 — 점수 차이가 커져 softmax가 거의 한 칸에 몰린다(2주차 temperature가 아주 작은 경우와 비슷). 그러면 기울기도 작아진다. √d_h로 나누면 표준편차가 다시 1 근처. 원자료 주의: 실제 학습된 Q, K가 이 가정을 항상 만족한다는 주장은 아니다. 또 이 스케일은 생성 때의 temperature와 위치·목적이 다르다.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α_j가 크면 V_j의 기여 비중이 커지지만, V의 크기와 방향이 다르고 뒤에는 W_O, residual, FFN, 다음 층이 있다. 가중치 숫자 하나로 최종 출력 변화를 다 알 수 없다. 경계 조건: 어떤 행의 모든 Key가 mask로 가려지면 softmax의 확률 분포가 정의되지 않아 구현에 따라 NaN이나 0이 된다 → 유효한 Query에는 허용된 Key가 적어도 하나 있도록 설계. attention dropout 뒤에는 개별 행의 합이 1이 아닐 수 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하나의 attention은 행마다 하나의 분포(한 가지 비교 방식)만 만든다. Multi-head는 서로 다른 투영 H벌로 H개의 attention을 병렬로 수행한다. head_i = Attention(X W_Q^i, X W_K^i, X W_V^i), 출력 = Concat(head_1 … head_H) W_O. 원자료 주의: 각 head는 모든 토큰 위치를 처리한다. head 1에 앞쪽 토큰, head 2에 뒤쪽 토큰을 나누는 것이 아니다. 나누는 것은 '특징 차원'이다. 그림: 같은 X, 다른 투영 → 서로 다른 참조 패턴(무작위 가중치 예시 — 역할 지정 아님).</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구현에서는 H개의 투영을 하나의 큰 (d, d) 행렬로 묶어 한 번에 계산하고, 결과를 head 축으로 쪼갠다(view) 뒤 축을 바꾼다(transpose). B=2, N=5, d=8, H=2, d_h=4: X (2,5,8) → Q (2,5,8) → view (2,5,2,4) → transpose (2,2,5,4). 점수 QKᵀ: (2,2,5,4)@(2,2,4,5) → (2,2,5,5). A V → (2,2,5,4) → transpose + reshape → (2,5,8) → W_O → (2,5,8). 입력과 출력 shape이 같아서 층을 쌓을 수 있다. 개념 확인 05: Q (B,H,T,d_h), K (B,H,S,d_h)이면 QKᵀ는 (B,H,T,S) — d_h는 내적하며 사라진다.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직접 구현한 multi-head self-attention. view(B, N, H, d_h).transpose(1, 2)가 핵심 shape 조작이다. softmax의 dim=-1은 Key 축. nn.MultiheadAttention(8, 2)의 파라미터는 4 × (8×8 + 8) = 288. 출력 (2, 5, 8), head별 가중치 (2, 2, 5, 5). 실습: 직접 구현한 결과와 F.scaled_dot_product_attention의 결과가 같은지 확인해 보기.</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W_Q, W_K, W_V, W_O의 주요 파라미터는 약 4d²로 H와 무관(d=512면 약 105만). attention 곱셈량 H·N²·d_h = N²d도 그대로. 반면 명시적으로 저장하는 attention 표의 원소 수는 H·N²라 head 수에 비례해 늘 수 있다. head당 차원은 512/8 = 64로 줄어든다. 원자료 주의: 어떤 head에서 특정 패턴이 관찰될 수는 있지만 '1번은 문법, 2번은 의미' 같은 역할이 구조에 지정되어 있지 않다. 관찰 · 해석 · 인과 검증을 구분해 보고한다. 개념 확인 10: 같은 d에서 H를 늘리면 주요 투영 파라미터는 유지되고 head당 차원은 줄어든다.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위치 정보나 위치 의존 mask가 없는 self-attention에 입력 순열 P를 적용하면 Q′=PQ, K′=PK, V′=PV이고, 행 단위 softmax는 행·열이 같이 움직이므로 SA(PX) = P·SA(X). 입력을 섞으면 출력도 같은 방식으로 섞인다(등변성). 출력이 변하지 않는다는 불변성과 다르다(3주차 CNN의 등변성/불변성 구분과 같은 논리). 즉 각 토큰의 출력은 '어떤 토큰들이 있는가'만 보고 '어떤 순서인가'는 모른다 — 순서를 따로 알려 줘야 한다. 원자료 주의: causal mask가 있으면 방향 정보가 생기므로 이 증명을 그대로 적용할 수 없다. 개념 확인 13.</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원형 Transformer는 임베딩에 √d를 곱하고 같은 차원(d)의 위치 벡터를 더한다. Encoder와 Decoder 모두. 입력 ID (B, S) → 임베딩 (B, S, d) → + PE (S, d) → (B, S, d) (broadcasting, 1주차). 원자료 주의: 더한다고 해서 토큰 내용과 위치가 완벽히 분리되어 저장된다는 뜻은 아니다. 같은 차원에 결합될 뿐이다.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PE(pos, 2i) = sin(pos / 10000^(2i/d)), PE(pos, 2i+1) = cos(pos / 10000^(2i/d)). i가 커질수록 주파수가 낮아져 천천히 변한다 — 시계의 초침·분침·시침처럼 여러 속도의 바늘로 위치를 표현. d = 8, pos = 1: (sin 1, cos 1, sin 0.1, cos 0.1, …) = (0.841, 0.540, 0.100, 0.995, …). pos = 2: (0.909, −0.416, …). 왼쪽 heatmap: 위치(세로) × 차원(가로), 오른쪽: 몇 개 차원의 곡선.</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원논문도 학습형 위치 임베딩과 비교했고 비슷한 결과를 보고했다. 이후 상대 위치 방식, RoPE(회전 위치 임베딩, 2021), ALiBi(2021) 등 다양한 방식이 쓰인다(후속 변형). 원자료 주의: 고정 함수가 더 긴 길이의 값을 계산할 수 있다고 해서, 학습보다 긴 길이에 잘 일반화한다는 보장은 없다. 공정한 실험: 먼저 dropout을 끈 순수 self-attention 모듈에 순열을 적용해 등변성을 확인하고, 전체 모델에서는 source와 target 위치 정보를 따로 제거한 조건을 비교한다.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Vaswani et al.(2017). 원형은 Encoder 6층 + Decoder 6층. 각 층은 같은 설계를 반복하지만 파라미터는 층마다 별개('같은 층'이 가중치 공유를 뜻하지 않는다). 오늘 배운 것: 토큰 임베딩 + 위치 인코딩, (multi-head) self-attention, cross-attention의 개념. 다음 주: FFN, residual + LayerNorm, masked self-attention, 출력 head, 학습과 생성. base 설정: d = 512, H = 8, d_h = 64, d_ff = 2048.</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원자료의 표. Encoder self-attention: Q, K, V 모두 Encoder 입력 표현에서, 유효한 입력 토큰 전체를 본다. Decoder masked self-attention: Decoder 입력에서, 현재 위치와 이전 위치만(다음 주 mask). Cross-attention: Q는 Decoder, K·V는 Encoder 최종 출력에서, 유효한 source 전체. Self/Cross는 Q와 K·V의 '출처' 차이, Causal/Bidirectional은 '참조 허용 범위' 차이 — 서로 다른 분류 축이다. Cross-attention 점수 표는 T×S, 출력 길이는 Query 수 T (개념 확인 09: Q 길이 3, K/V 길이 5 → 출력 길이 3).</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오늘의 요약. 각 줄을 학생이 자기 말로 다시 설명하게 한다: Attention = 점수 → softmax → 가중합: 출력마다 다른 요약 c_t (2014) / Self-attention: 모든 위치가 직접 만난다 — 경로 1, 순차 의존 없음 / Q · K · V는 같은 X의 다른 투영, 학습되는 것은 W_Q · W_K · W_V · W_O (A는 활성값) / softmax(QKᵀ/√d_h)V: (N, d_h)·(d_h, N) → (N, N) → (N, d_h), softmax는 Key 축 / Multi-head: (B, N, d) → (B, H, N, d_h) → 다시 (B, N, d), 역할은 미리 정해지지 않는다 / Self-attention은 순서를 모른다(등변) → 위치 인코딩을 더한다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[정답]</a:t>
            </a:r>
          </a:p>
          <a:p>
            <a:r>
              <a:t>Q1. Self-attention의 Q, K, V는 항상 같은 숫자인가? (개념 확인 04)</a:t>
            </a:r>
          </a:p>
          <a:p>
            <a:r>
              <a:t>  → 아니다. 같은 X에서 서로 다른 투영 W_Q, W_K, W_V로 만들어 일반적으로 다르다</a:t>
            </a:r>
          </a:p>
          <a:p>
            <a:r>
              <a:t>Q2. Q: (B, H, T, d_h), K: (B, H, S, d_h)일 때 QKᵀ의 shape은? (05)</a:t>
            </a:r>
          </a:p>
          <a:p>
            <a:r>
              <a:t>  → (B, H, T, S) — d_h는 내적하며 사라진다</a:t>
            </a:r>
          </a:p>
          <a:p>
            <a:r>
              <a:t>Q3. Attention의 softmax는 보통 어느 축인가? (06)</a:t>
            </a:r>
          </a:p>
          <a:p>
            <a:r>
              <a:t>  → 각 Query에 대한 Key 축 — Query마다 Key들에 비중을 나눈다</a:t>
            </a:r>
          </a:p>
          <a:p>
            <a:r>
              <a:t>Q4. Q 길이 3, K/V 길이 5인 cross-attention의 출력 길이는? (09)</a:t>
            </a:r>
          </a:p>
          <a:p>
            <a:r>
              <a:t>  → 3 — 출력은 Query 하나당 한 벡터</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[정답]</a:t>
            </a:r>
          </a:p>
          <a:p>
            <a:r>
              <a:t>Q1. 같은 d에서 head 수 H를 늘리면? (10)</a:t>
            </a:r>
          </a:p>
          <a:p>
            <a:r>
              <a:t>  → 주요 투영 파라미터는 유지, head당 차원 d_h = d/H는 줄고 점수 표 수는 늘 수 있다</a:t>
            </a:r>
          </a:p>
          <a:p>
            <a:r>
              <a:t>Q2. 위치 정보와 위치 의존 mask가 없는 self-attention의 순열 성질은? (13)</a:t>
            </a:r>
          </a:p>
          <a:p>
            <a:r>
              <a:t>  → 순열 등변성: SA(PX) = P·SA(X) — 출력도 같은 순열로 섞인다</a:t>
            </a:r>
          </a:p>
          <a:p>
            <a:r>
              <a:t>Q3. 어떤 head에서 큰 attention 가중치를 관찰했다. 무엇이라고 말할 수 있나? (18)</a:t>
            </a:r>
          </a:p>
          <a:p>
            <a:r>
              <a:t>  → 그 위치에 큰 참조 비중이 관찰되었다고 말하고, 인과 해석은 추가 검증한다</a:t>
            </a:r>
          </a:p>
          <a:p>
            <a:r>
              <a:t>Q4. q_A = (1, 0)이고 모든 Key가 k = (0, 1)이면 attention 가중치는?</a:t>
            </a:r>
          </a:p>
          <a:p>
            <a:r>
              <a:t>  → 모든 점수가 0 → softmax가 균등 → 모든 Key에 같은 비중 (1/N)</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각 문장이 왜 틀렸는지 계산으로 설명하게 한다. “Attention 가중치는 학습되는 파라미터다” → 파라미터는 W_Q · W_K · W_V · W_O. A는 입력마다 계산되는 활성값 / “Self-attention이면 Q = K = V” → 같은 X에서 다른 투영. 점수 행렬도 일반적으로 비대칭 / “Multi-head는 토큰을 head별로 나눠 본다” → 모든 head가 모든 토큰을 본다. 나누는 것은 특징 차원 / “Head 1은 문법, head 2는 의미 담당” → 역할은 미리 정해지지 않는다 — 관찰·해석·인과 검증을 구분 / “Transformer가 attention을 발명했다” → Attention은 2014, self-attention도 그 전에 있었다. 2017년은 조합 / “위치 인코딩은 sin/cos여야 한다” → 학습형 · 상대 위치 · RoPE 등 여러 방식. 필요한 것은 위치 단서</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원자료 운영안 6·7회차 산출물: 정렬 점수·softmax·가중합 손계산, 위치·Q/K/V·Multi-head 실험. 과제는 ‘논문 읽고 정리’ 대신 제출 결과가 분명한 질문으로 준다(원자료 운영안). 손계산 (원자료 운영안 6회차): 4토큰 예제에서 Query B, C의 행을 손으로 계산해 전체 행렬 그림과 맞춰 본다. √2 스케일을 빼면 어떻게 바뀌는지도. / shape 추적: d = 12, H = 3, B = 2, N = 7일 때 multi-head의 모든 단계 shape을 표로 쓰고, 코드로 확인한다. / 순열 실험: dropout을 끈 nn.MultiheadAttention에 토큰 순서를 섞은 입력을 넣고 SA(PX) = P·SA(X)를 확인한다. 위치 인코딩을 더하면?</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번호는 원자료 참고문헌 번호. 처음부터 모든 실험을 읽기보다 표에 적은 절과 그림만 먼저 읽는다. [17] Bahdanau, Cho &amp; Bengio (2014). Neural Machine Translation by Jointly Learning to Align and Translate / [18] Luong, Pham &amp; Manning (2015). Effective Approaches to Attention-based NMT / [22] Vaswani et al. (2017). Attention Is All You Need / [27] The Annotated Transformer · [28] PyTorch nn.MultiheadAttention 문서 / [39][40] Attention 해석 관련 연구 (원자료 참고문헌)</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다음 주: 오늘의 attention 블록에 FFN, residual, LayerNorm을 붙여 층을 완성하고, mask와 teacher forcing으로 Decoder를 학습시키고, 토큰을 하나씩 생성한다. 이번 주에 해결한 것: 출력마다 원문을 다시 참조하는 Attention / 모든 위치가 직접 만나는 Self-attention / Q·K·V · Multi-head · 위치 인코딩. 남은 문제: attention만으로는 토큰별 비선형 변환이 없다 / 깊게 쌓으면? 정답을 훔쳐보지 않고 학습하려면? 생성은?. 다음: 참조만으로 / 시퀀스 모델을 만들면? / FFN · Residual · LayerNorm · Mask · 학습 · 생성.</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microsoft.com/office/2007/relationships/hdphoto" Target="../media/hdphoto1.wdp"/></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2.png"/></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E3252A1B-C763-C9A6-AADD-43FBC3B7C805}"/>
              </a:ext>
            </a:extLst>
          </p:cNvPr>
          <p:cNvSpPr>
            <a:spLocks noGrp="1"/>
          </p:cNvSpPr>
          <p:nvPr>
            <p:ph type="ctrTitle"/>
          </p:nvPr>
        </p:nvSpPr>
        <p:spPr>
          <a:xfrm>
            <a:off x="1524000" y="1122363"/>
            <a:ext cx="9144000" cy="2387600"/>
          </a:xfrm>
        </p:spPr>
        <p:txBody>
          <a:bodyPr anchor="b"/>
          <a:lstStyle>
            <a:lvl1pPr algn="ctr">
              <a:defRPr sz="6000"/>
            </a:lvl1pPr>
          </a:lstStyle>
          <a:p>
            <a:r>
              <a:rPr lang="ko-KR" altLang="en-US"/>
              <a:t>마스터 제목 스타일 편집</a:t>
            </a:r>
          </a:p>
        </p:txBody>
      </p:sp>
      <p:sp>
        <p:nvSpPr>
          <p:cNvPr id="3" name="부제목 2">
            <a:extLst>
              <a:ext uri="{FF2B5EF4-FFF2-40B4-BE49-F238E27FC236}">
                <a16:creationId xmlns:a16="http://schemas.microsoft.com/office/drawing/2014/main" id="{BF423261-3F68-B8A6-DA8C-C1B31F16FB1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ko-KR" altLang="en-US"/>
              <a:t>클릭하여 마스터 부제목 스타일 편집</a:t>
            </a:r>
          </a:p>
        </p:txBody>
      </p:sp>
      <p:sp>
        <p:nvSpPr>
          <p:cNvPr id="4" name="날짜 개체 틀 3">
            <a:extLst>
              <a:ext uri="{FF2B5EF4-FFF2-40B4-BE49-F238E27FC236}">
                <a16:creationId xmlns:a16="http://schemas.microsoft.com/office/drawing/2014/main" id="{02A705C5-459B-96C8-2CA2-5E12914FA3CB}"/>
              </a:ext>
            </a:extLst>
          </p:cNvPr>
          <p:cNvSpPr>
            <a:spLocks noGrp="1"/>
          </p:cNvSpPr>
          <p:nvPr>
            <p:ph type="dt" sz="half" idx="10"/>
          </p:nvPr>
        </p:nvSpPr>
        <p:spPr/>
        <p:txBody>
          <a:bodyPr/>
          <a:lstStyle/>
          <a:p>
            <a:r>
              <a:rPr lang="en-US" altLang="ko-KR"/>
              <a:t>2026-07-31</a:t>
            </a:r>
            <a:endParaRPr lang="ko-KR" altLang="en-US"/>
          </a:p>
        </p:txBody>
      </p:sp>
      <p:sp>
        <p:nvSpPr>
          <p:cNvPr id="5" name="바닥글 개체 틀 4">
            <a:extLst>
              <a:ext uri="{FF2B5EF4-FFF2-40B4-BE49-F238E27FC236}">
                <a16:creationId xmlns:a16="http://schemas.microsoft.com/office/drawing/2014/main" id="{86D39F56-7BCA-57D8-9039-ED968753E26F}"/>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F6646A04-24C2-3C45-EE21-FB23BA2FAB74}"/>
              </a:ext>
            </a:extLst>
          </p:cNvPr>
          <p:cNvSpPr>
            <a:spLocks noGrp="1"/>
          </p:cNvSpPr>
          <p:nvPr>
            <p:ph type="sldNum" sz="quarter" idx="12"/>
          </p:nvPr>
        </p:nvSpPr>
        <p:spPr/>
        <p:txBody>
          <a:bodyPr/>
          <a:lstStyle/>
          <a:p>
            <a:fld id="{EB7ADC79-C875-44C7-B2EB-DB4716D8F1DE}" type="slidenum">
              <a:rPr lang="ko-KR" altLang="en-US" smtClean="0"/>
              <a:t>‹#›</a:t>
            </a:fld>
            <a:endParaRPr lang="ko-KR" altLang="en-US"/>
          </a:p>
        </p:txBody>
      </p:sp>
    </p:spTree>
    <p:extLst>
      <p:ext uri="{BB962C8B-B14F-4D97-AF65-F5344CB8AC3E}">
        <p14:creationId xmlns:p14="http://schemas.microsoft.com/office/powerpoint/2010/main" val="267018795"/>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BEDC6883-1C8A-9E20-19B7-877053834C38}"/>
              </a:ext>
            </a:extLst>
          </p:cNvPr>
          <p:cNvSpPr>
            <a:spLocks noGrp="1"/>
          </p:cNvSpPr>
          <p:nvPr>
            <p:ph type="title"/>
          </p:nvPr>
        </p:nvSpPr>
        <p:spPr/>
        <p:txBody>
          <a:bodyPr/>
          <a:lstStyle/>
          <a:p>
            <a:r>
              <a:rPr lang="ko-KR" altLang="en-US"/>
              <a:t>마스터 제목 스타일 편집</a:t>
            </a:r>
          </a:p>
        </p:txBody>
      </p:sp>
      <p:sp>
        <p:nvSpPr>
          <p:cNvPr id="3" name="내용 개체 틀 2">
            <a:extLst>
              <a:ext uri="{FF2B5EF4-FFF2-40B4-BE49-F238E27FC236}">
                <a16:creationId xmlns:a16="http://schemas.microsoft.com/office/drawing/2014/main" id="{F7B08F0A-0E00-18F3-9E65-0314486465CB}"/>
              </a:ext>
            </a:extLst>
          </p:cNvPr>
          <p:cNvSpPr>
            <a:spLocks noGrp="1"/>
          </p:cNvSpPr>
          <p:nvPr>
            <p:ph idx="1"/>
          </p:nvPr>
        </p:nvSpPr>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20560133-C35C-8C4F-328E-8E9B79F4019C}"/>
              </a:ext>
            </a:extLst>
          </p:cNvPr>
          <p:cNvSpPr>
            <a:spLocks noGrp="1"/>
          </p:cNvSpPr>
          <p:nvPr>
            <p:ph type="dt" sz="half" idx="10"/>
          </p:nvPr>
        </p:nvSpPr>
        <p:spPr/>
        <p:txBody>
          <a:bodyPr/>
          <a:lstStyle/>
          <a:p>
            <a:r>
              <a:rPr lang="en-US" altLang="ko-KR"/>
              <a:t>2026-07-31</a:t>
            </a:r>
            <a:endParaRPr lang="ko-KR" altLang="en-US"/>
          </a:p>
        </p:txBody>
      </p:sp>
      <p:sp>
        <p:nvSpPr>
          <p:cNvPr id="5" name="바닥글 개체 틀 4">
            <a:extLst>
              <a:ext uri="{FF2B5EF4-FFF2-40B4-BE49-F238E27FC236}">
                <a16:creationId xmlns:a16="http://schemas.microsoft.com/office/drawing/2014/main" id="{E29A8A1F-82FA-EC9E-A4C5-677BD6CE24C7}"/>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AE6DF691-3C61-A125-27FF-5EF0B518102C}"/>
              </a:ext>
            </a:extLst>
          </p:cNvPr>
          <p:cNvSpPr>
            <a:spLocks noGrp="1"/>
          </p:cNvSpPr>
          <p:nvPr>
            <p:ph type="sldNum" sz="quarter" idx="12"/>
          </p:nvPr>
        </p:nvSpPr>
        <p:spPr/>
        <p:txBody>
          <a:bodyPr/>
          <a:lstStyle/>
          <a:p>
            <a:fld id="{EB7ADC79-C875-44C7-B2EB-DB4716D8F1DE}" type="slidenum">
              <a:rPr lang="ko-KR" altLang="en-US" smtClean="0"/>
              <a:t>‹#›</a:t>
            </a:fld>
            <a:endParaRPr lang="ko-KR" altLang="en-US"/>
          </a:p>
        </p:txBody>
      </p:sp>
    </p:spTree>
    <p:extLst>
      <p:ext uri="{BB962C8B-B14F-4D97-AF65-F5344CB8AC3E}">
        <p14:creationId xmlns:p14="http://schemas.microsoft.com/office/powerpoint/2010/main" val="3969754822"/>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67D95DA7-E147-5F92-926F-DEBDF033276E}"/>
              </a:ext>
            </a:extLst>
          </p:cNvPr>
          <p:cNvSpPr>
            <a:spLocks noGrp="1"/>
          </p:cNvSpPr>
          <p:nvPr>
            <p:ph type="title"/>
          </p:nvPr>
        </p:nvSpPr>
        <p:spPr>
          <a:xfrm>
            <a:off x="831850" y="1709738"/>
            <a:ext cx="10515600" cy="2852737"/>
          </a:xfrm>
        </p:spPr>
        <p:txBody>
          <a:bodyPr anchor="b"/>
          <a:lstStyle>
            <a:lvl1pPr>
              <a:defRPr sz="6000"/>
            </a:lvl1pPr>
          </a:lstStyle>
          <a:p>
            <a:r>
              <a:rPr lang="ko-KR" altLang="en-US"/>
              <a:t>마스터 제목 스타일 편집</a:t>
            </a:r>
          </a:p>
        </p:txBody>
      </p:sp>
      <p:sp>
        <p:nvSpPr>
          <p:cNvPr id="3" name="텍스트 개체 틀 2">
            <a:extLst>
              <a:ext uri="{FF2B5EF4-FFF2-40B4-BE49-F238E27FC236}">
                <a16:creationId xmlns:a16="http://schemas.microsoft.com/office/drawing/2014/main" id="{FE113DEB-D6E9-DC7D-3B33-DF60095FA23F}"/>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ko-KR" altLang="en-US"/>
              <a:t>마스터 텍스트 스타일을 편집하려면 클릭</a:t>
            </a:r>
          </a:p>
        </p:txBody>
      </p:sp>
      <p:sp>
        <p:nvSpPr>
          <p:cNvPr id="4" name="날짜 개체 틀 3">
            <a:extLst>
              <a:ext uri="{FF2B5EF4-FFF2-40B4-BE49-F238E27FC236}">
                <a16:creationId xmlns:a16="http://schemas.microsoft.com/office/drawing/2014/main" id="{477413F7-6293-669A-C49C-CBD4B87F49B7}"/>
              </a:ext>
            </a:extLst>
          </p:cNvPr>
          <p:cNvSpPr>
            <a:spLocks noGrp="1"/>
          </p:cNvSpPr>
          <p:nvPr>
            <p:ph type="dt" sz="half" idx="10"/>
          </p:nvPr>
        </p:nvSpPr>
        <p:spPr/>
        <p:txBody>
          <a:bodyPr/>
          <a:lstStyle/>
          <a:p>
            <a:r>
              <a:rPr lang="en-US" altLang="ko-KR"/>
              <a:t>2026-07-31</a:t>
            </a:r>
            <a:endParaRPr lang="ko-KR" altLang="en-US"/>
          </a:p>
        </p:txBody>
      </p:sp>
      <p:sp>
        <p:nvSpPr>
          <p:cNvPr id="5" name="바닥글 개체 틀 4">
            <a:extLst>
              <a:ext uri="{FF2B5EF4-FFF2-40B4-BE49-F238E27FC236}">
                <a16:creationId xmlns:a16="http://schemas.microsoft.com/office/drawing/2014/main" id="{A659463A-8506-F832-BF63-0AB5383242C2}"/>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F92153CB-E77A-DDE1-B666-3A7483A0575B}"/>
              </a:ext>
            </a:extLst>
          </p:cNvPr>
          <p:cNvSpPr>
            <a:spLocks noGrp="1"/>
          </p:cNvSpPr>
          <p:nvPr>
            <p:ph type="sldNum" sz="quarter" idx="12"/>
          </p:nvPr>
        </p:nvSpPr>
        <p:spPr/>
        <p:txBody>
          <a:bodyPr/>
          <a:lstStyle/>
          <a:p>
            <a:fld id="{EB7ADC79-C875-44C7-B2EB-DB4716D8F1DE}" type="slidenum">
              <a:rPr lang="ko-KR" altLang="en-US" smtClean="0"/>
              <a:t>‹#›</a:t>
            </a:fld>
            <a:endParaRPr lang="ko-KR" altLang="en-US"/>
          </a:p>
        </p:txBody>
      </p:sp>
    </p:spTree>
    <p:extLst>
      <p:ext uri="{BB962C8B-B14F-4D97-AF65-F5344CB8AC3E}">
        <p14:creationId xmlns:p14="http://schemas.microsoft.com/office/powerpoint/2010/main" val="1232836695"/>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2CCAB2C3-915D-1F0F-FD8B-8851B2DCE0C0}"/>
              </a:ext>
            </a:extLst>
          </p:cNvPr>
          <p:cNvSpPr>
            <a:spLocks noGrp="1"/>
          </p:cNvSpPr>
          <p:nvPr>
            <p:ph type="title"/>
          </p:nvPr>
        </p:nvSpPr>
        <p:spPr/>
        <p:txBody>
          <a:bodyPr/>
          <a:lstStyle/>
          <a:p>
            <a:r>
              <a:rPr lang="ko-KR" altLang="en-US"/>
              <a:t>마스터 제목 스타일 편집</a:t>
            </a:r>
          </a:p>
        </p:txBody>
      </p:sp>
      <p:sp>
        <p:nvSpPr>
          <p:cNvPr id="3" name="내용 개체 틀 2">
            <a:extLst>
              <a:ext uri="{FF2B5EF4-FFF2-40B4-BE49-F238E27FC236}">
                <a16:creationId xmlns:a16="http://schemas.microsoft.com/office/drawing/2014/main" id="{F0543B65-182A-1AF8-1ADF-73493AE2568B}"/>
              </a:ext>
            </a:extLst>
          </p:cNvPr>
          <p:cNvSpPr>
            <a:spLocks noGrp="1"/>
          </p:cNvSpPr>
          <p:nvPr>
            <p:ph sz="half" idx="1"/>
          </p:nvPr>
        </p:nvSpPr>
        <p:spPr>
          <a:xfrm>
            <a:off x="838200" y="1825625"/>
            <a:ext cx="5181600" cy="435133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내용 개체 틀 3">
            <a:extLst>
              <a:ext uri="{FF2B5EF4-FFF2-40B4-BE49-F238E27FC236}">
                <a16:creationId xmlns:a16="http://schemas.microsoft.com/office/drawing/2014/main" id="{E01FC3C4-0188-7117-4A57-48CDCD1BFD70}"/>
              </a:ext>
            </a:extLst>
          </p:cNvPr>
          <p:cNvSpPr>
            <a:spLocks noGrp="1"/>
          </p:cNvSpPr>
          <p:nvPr>
            <p:ph sz="half" idx="2"/>
          </p:nvPr>
        </p:nvSpPr>
        <p:spPr>
          <a:xfrm>
            <a:off x="6172200" y="1825625"/>
            <a:ext cx="5181600" cy="435133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5" name="날짜 개체 틀 4">
            <a:extLst>
              <a:ext uri="{FF2B5EF4-FFF2-40B4-BE49-F238E27FC236}">
                <a16:creationId xmlns:a16="http://schemas.microsoft.com/office/drawing/2014/main" id="{75573293-D299-1ACC-B5F6-5249201C598A}"/>
              </a:ext>
            </a:extLst>
          </p:cNvPr>
          <p:cNvSpPr>
            <a:spLocks noGrp="1"/>
          </p:cNvSpPr>
          <p:nvPr>
            <p:ph type="dt" sz="half" idx="10"/>
          </p:nvPr>
        </p:nvSpPr>
        <p:spPr/>
        <p:txBody>
          <a:bodyPr/>
          <a:lstStyle/>
          <a:p>
            <a:r>
              <a:rPr lang="en-US" altLang="ko-KR"/>
              <a:t>2026-07-31</a:t>
            </a:r>
            <a:endParaRPr lang="ko-KR" altLang="en-US"/>
          </a:p>
        </p:txBody>
      </p:sp>
      <p:sp>
        <p:nvSpPr>
          <p:cNvPr id="6" name="바닥글 개체 틀 5">
            <a:extLst>
              <a:ext uri="{FF2B5EF4-FFF2-40B4-BE49-F238E27FC236}">
                <a16:creationId xmlns:a16="http://schemas.microsoft.com/office/drawing/2014/main" id="{92E0B931-ECD0-9014-3A6C-96A433235388}"/>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705D45AC-93A5-F441-B0D9-C72C7D961508}"/>
              </a:ext>
            </a:extLst>
          </p:cNvPr>
          <p:cNvSpPr>
            <a:spLocks noGrp="1"/>
          </p:cNvSpPr>
          <p:nvPr>
            <p:ph type="sldNum" sz="quarter" idx="12"/>
          </p:nvPr>
        </p:nvSpPr>
        <p:spPr/>
        <p:txBody>
          <a:bodyPr/>
          <a:lstStyle/>
          <a:p>
            <a:fld id="{EB7ADC79-C875-44C7-B2EB-DB4716D8F1DE}" type="slidenum">
              <a:rPr lang="ko-KR" altLang="en-US" smtClean="0"/>
              <a:t>‹#›</a:t>
            </a:fld>
            <a:endParaRPr lang="ko-KR" altLang="en-US"/>
          </a:p>
        </p:txBody>
      </p:sp>
    </p:spTree>
    <p:extLst>
      <p:ext uri="{BB962C8B-B14F-4D97-AF65-F5344CB8AC3E}">
        <p14:creationId xmlns:p14="http://schemas.microsoft.com/office/powerpoint/2010/main" val="4061792835"/>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668F5203-0A0C-E761-43DC-1E4FCF632863}"/>
              </a:ext>
            </a:extLst>
          </p:cNvPr>
          <p:cNvSpPr>
            <a:spLocks noGrp="1"/>
          </p:cNvSpPr>
          <p:nvPr>
            <p:ph type="title"/>
          </p:nvPr>
        </p:nvSpPr>
        <p:spPr>
          <a:xfrm>
            <a:off x="839788" y="365125"/>
            <a:ext cx="10515600" cy="1325563"/>
          </a:xfrm>
        </p:spPr>
        <p:txBody>
          <a:bodyPr/>
          <a:lstStyle/>
          <a:p>
            <a:r>
              <a:rPr lang="ko-KR" altLang="en-US"/>
              <a:t>마스터 제목 스타일 편집</a:t>
            </a:r>
          </a:p>
        </p:txBody>
      </p:sp>
      <p:sp>
        <p:nvSpPr>
          <p:cNvPr id="3" name="텍스트 개체 틀 2">
            <a:extLst>
              <a:ext uri="{FF2B5EF4-FFF2-40B4-BE49-F238E27FC236}">
                <a16:creationId xmlns:a16="http://schemas.microsoft.com/office/drawing/2014/main" id="{14B12E34-F53B-1A87-9EF2-C6C9AD4AF594}"/>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편집하려면 클릭</a:t>
            </a:r>
          </a:p>
        </p:txBody>
      </p:sp>
      <p:sp>
        <p:nvSpPr>
          <p:cNvPr id="4" name="내용 개체 틀 3">
            <a:extLst>
              <a:ext uri="{FF2B5EF4-FFF2-40B4-BE49-F238E27FC236}">
                <a16:creationId xmlns:a16="http://schemas.microsoft.com/office/drawing/2014/main" id="{4B2005B8-C78F-3258-A421-5AEC2A338E49}"/>
              </a:ext>
            </a:extLst>
          </p:cNvPr>
          <p:cNvSpPr>
            <a:spLocks noGrp="1"/>
          </p:cNvSpPr>
          <p:nvPr>
            <p:ph sz="half" idx="2"/>
          </p:nvPr>
        </p:nvSpPr>
        <p:spPr>
          <a:xfrm>
            <a:off x="839788" y="2505075"/>
            <a:ext cx="5157787" cy="368458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5" name="텍스트 개체 틀 4">
            <a:extLst>
              <a:ext uri="{FF2B5EF4-FFF2-40B4-BE49-F238E27FC236}">
                <a16:creationId xmlns:a16="http://schemas.microsoft.com/office/drawing/2014/main" id="{36FCEAEE-2647-1263-6BFA-6783FEEA7D2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편집하려면 클릭</a:t>
            </a:r>
          </a:p>
        </p:txBody>
      </p:sp>
      <p:sp>
        <p:nvSpPr>
          <p:cNvPr id="6" name="내용 개체 틀 5">
            <a:extLst>
              <a:ext uri="{FF2B5EF4-FFF2-40B4-BE49-F238E27FC236}">
                <a16:creationId xmlns:a16="http://schemas.microsoft.com/office/drawing/2014/main" id="{9A19C9D7-D5A0-149F-D2A7-61824E4EF9E3}"/>
              </a:ext>
            </a:extLst>
          </p:cNvPr>
          <p:cNvSpPr>
            <a:spLocks noGrp="1"/>
          </p:cNvSpPr>
          <p:nvPr>
            <p:ph sz="quarter" idx="4"/>
          </p:nvPr>
        </p:nvSpPr>
        <p:spPr>
          <a:xfrm>
            <a:off x="6172200" y="2505075"/>
            <a:ext cx="5183188" cy="368458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7" name="날짜 개체 틀 6">
            <a:extLst>
              <a:ext uri="{FF2B5EF4-FFF2-40B4-BE49-F238E27FC236}">
                <a16:creationId xmlns:a16="http://schemas.microsoft.com/office/drawing/2014/main" id="{FEE39A88-1C17-B89B-34ED-6E5C1BFC2E6C}"/>
              </a:ext>
            </a:extLst>
          </p:cNvPr>
          <p:cNvSpPr>
            <a:spLocks noGrp="1"/>
          </p:cNvSpPr>
          <p:nvPr>
            <p:ph type="dt" sz="half" idx="10"/>
          </p:nvPr>
        </p:nvSpPr>
        <p:spPr/>
        <p:txBody>
          <a:bodyPr/>
          <a:lstStyle/>
          <a:p>
            <a:r>
              <a:rPr lang="en-US" altLang="ko-KR"/>
              <a:t>2026-07-31</a:t>
            </a:r>
            <a:endParaRPr lang="ko-KR" altLang="en-US"/>
          </a:p>
        </p:txBody>
      </p:sp>
      <p:sp>
        <p:nvSpPr>
          <p:cNvPr id="8" name="바닥글 개체 틀 7">
            <a:extLst>
              <a:ext uri="{FF2B5EF4-FFF2-40B4-BE49-F238E27FC236}">
                <a16:creationId xmlns:a16="http://schemas.microsoft.com/office/drawing/2014/main" id="{939754EA-D4D9-36B7-2239-6BD62CA32B01}"/>
              </a:ext>
            </a:extLst>
          </p:cNvPr>
          <p:cNvSpPr>
            <a:spLocks noGrp="1"/>
          </p:cNvSpPr>
          <p:nvPr>
            <p:ph type="ftr" sz="quarter" idx="11"/>
          </p:nvPr>
        </p:nvSpPr>
        <p:spPr/>
        <p:txBody>
          <a:bodyPr/>
          <a:lstStyle/>
          <a:p>
            <a:endParaRPr lang="ko-KR" altLang="en-US"/>
          </a:p>
        </p:txBody>
      </p:sp>
      <p:sp>
        <p:nvSpPr>
          <p:cNvPr id="9" name="슬라이드 번호 개체 틀 8">
            <a:extLst>
              <a:ext uri="{FF2B5EF4-FFF2-40B4-BE49-F238E27FC236}">
                <a16:creationId xmlns:a16="http://schemas.microsoft.com/office/drawing/2014/main" id="{ADA14D8B-D0E2-0987-5C43-F597C8B9EA1D}"/>
              </a:ext>
            </a:extLst>
          </p:cNvPr>
          <p:cNvSpPr>
            <a:spLocks noGrp="1"/>
          </p:cNvSpPr>
          <p:nvPr>
            <p:ph type="sldNum" sz="quarter" idx="12"/>
          </p:nvPr>
        </p:nvSpPr>
        <p:spPr/>
        <p:txBody>
          <a:bodyPr/>
          <a:lstStyle/>
          <a:p>
            <a:fld id="{EB7ADC79-C875-44C7-B2EB-DB4716D8F1DE}" type="slidenum">
              <a:rPr lang="ko-KR" altLang="en-US" smtClean="0"/>
              <a:t>‹#›</a:t>
            </a:fld>
            <a:endParaRPr lang="ko-KR" altLang="en-US"/>
          </a:p>
        </p:txBody>
      </p:sp>
    </p:spTree>
    <p:extLst>
      <p:ext uri="{BB962C8B-B14F-4D97-AF65-F5344CB8AC3E}">
        <p14:creationId xmlns:p14="http://schemas.microsoft.com/office/powerpoint/2010/main" val="1970987435"/>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1830CA-B77F-223E-2F40-8194C04C9780}"/>
              </a:ext>
            </a:extLst>
          </p:cNvPr>
          <p:cNvSpPr>
            <a:spLocks noGrp="1"/>
          </p:cNvSpPr>
          <p:nvPr>
            <p:ph type="title"/>
          </p:nvPr>
        </p:nvSpPr>
        <p:spPr/>
        <p:txBody>
          <a:bodyPr/>
          <a:lstStyle/>
          <a:p>
            <a:r>
              <a:rPr lang="ko-KR" altLang="en-US"/>
              <a:t>마스터 제목 스타일 편집</a:t>
            </a:r>
          </a:p>
        </p:txBody>
      </p:sp>
      <p:sp>
        <p:nvSpPr>
          <p:cNvPr id="3" name="날짜 개체 틀 2">
            <a:extLst>
              <a:ext uri="{FF2B5EF4-FFF2-40B4-BE49-F238E27FC236}">
                <a16:creationId xmlns:a16="http://schemas.microsoft.com/office/drawing/2014/main" id="{A7D32D80-AD85-E48F-7B4C-3514085491DC}"/>
              </a:ext>
            </a:extLst>
          </p:cNvPr>
          <p:cNvSpPr>
            <a:spLocks noGrp="1"/>
          </p:cNvSpPr>
          <p:nvPr>
            <p:ph type="dt" sz="half" idx="10"/>
          </p:nvPr>
        </p:nvSpPr>
        <p:spPr/>
        <p:txBody>
          <a:bodyPr/>
          <a:lstStyle/>
          <a:p>
            <a:r>
              <a:rPr lang="en-US" altLang="ko-KR"/>
              <a:t>2026-07-31</a:t>
            </a:r>
            <a:endParaRPr lang="ko-KR" altLang="en-US"/>
          </a:p>
        </p:txBody>
      </p:sp>
      <p:sp>
        <p:nvSpPr>
          <p:cNvPr id="4" name="바닥글 개체 틀 3">
            <a:extLst>
              <a:ext uri="{FF2B5EF4-FFF2-40B4-BE49-F238E27FC236}">
                <a16:creationId xmlns:a16="http://schemas.microsoft.com/office/drawing/2014/main" id="{09BC26F6-F455-63DE-95C5-F4225A6E755A}"/>
              </a:ext>
            </a:extLst>
          </p:cNvPr>
          <p:cNvSpPr>
            <a:spLocks noGrp="1"/>
          </p:cNvSpPr>
          <p:nvPr>
            <p:ph type="ftr" sz="quarter" idx="11"/>
          </p:nvPr>
        </p:nvSpPr>
        <p:spPr/>
        <p:txBody>
          <a:bodyPr/>
          <a:lstStyle/>
          <a:p>
            <a:endParaRPr lang="ko-KR" altLang="en-US"/>
          </a:p>
        </p:txBody>
      </p:sp>
      <p:sp>
        <p:nvSpPr>
          <p:cNvPr id="5" name="슬라이드 번호 개체 틀 4">
            <a:extLst>
              <a:ext uri="{FF2B5EF4-FFF2-40B4-BE49-F238E27FC236}">
                <a16:creationId xmlns:a16="http://schemas.microsoft.com/office/drawing/2014/main" id="{3011D057-29DE-8E21-B820-9373E1D5021C}"/>
              </a:ext>
            </a:extLst>
          </p:cNvPr>
          <p:cNvSpPr>
            <a:spLocks noGrp="1"/>
          </p:cNvSpPr>
          <p:nvPr>
            <p:ph type="sldNum" sz="quarter" idx="12"/>
          </p:nvPr>
        </p:nvSpPr>
        <p:spPr/>
        <p:txBody>
          <a:bodyPr/>
          <a:lstStyle/>
          <a:p>
            <a:fld id="{EB7ADC79-C875-44C7-B2EB-DB4716D8F1DE}" type="slidenum">
              <a:rPr lang="ko-KR" altLang="en-US" smtClean="0"/>
              <a:t>‹#›</a:t>
            </a:fld>
            <a:endParaRPr lang="ko-KR" altLang="en-US"/>
          </a:p>
        </p:txBody>
      </p:sp>
    </p:spTree>
    <p:extLst>
      <p:ext uri="{BB962C8B-B14F-4D97-AF65-F5344CB8AC3E}">
        <p14:creationId xmlns:p14="http://schemas.microsoft.com/office/powerpoint/2010/main" val="1146580523"/>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날짜 개체 틀 1">
            <a:extLst>
              <a:ext uri="{FF2B5EF4-FFF2-40B4-BE49-F238E27FC236}">
                <a16:creationId xmlns:a16="http://schemas.microsoft.com/office/drawing/2014/main" id="{3EE82FB6-0C07-5848-5C12-3916F5909A16}"/>
              </a:ext>
            </a:extLst>
          </p:cNvPr>
          <p:cNvSpPr>
            <a:spLocks noGrp="1"/>
          </p:cNvSpPr>
          <p:nvPr>
            <p:ph type="dt" sz="half" idx="10"/>
          </p:nvPr>
        </p:nvSpPr>
        <p:spPr/>
        <p:txBody>
          <a:bodyPr/>
          <a:lstStyle/>
          <a:p>
            <a:r>
              <a:rPr lang="en-US" altLang="ko-KR"/>
              <a:t>2026-07-31</a:t>
            </a:r>
            <a:endParaRPr lang="ko-KR" altLang="en-US"/>
          </a:p>
        </p:txBody>
      </p:sp>
      <p:sp>
        <p:nvSpPr>
          <p:cNvPr id="3" name="바닥글 개체 틀 2">
            <a:extLst>
              <a:ext uri="{FF2B5EF4-FFF2-40B4-BE49-F238E27FC236}">
                <a16:creationId xmlns:a16="http://schemas.microsoft.com/office/drawing/2014/main" id="{8479ED77-F80B-BC2E-F13C-AB7A6DF0B6DA}"/>
              </a:ext>
            </a:extLst>
          </p:cNvPr>
          <p:cNvSpPr>
            <a:spLocks noGrp="1"/>
          </p:cNvSpPr>
          <p:nvPr>
            <p:ph type="ftr" sz="quarter" idx="11"/>
          </p:nvPr>
        </p:nvSpPr>
        <p:spPr/>
        <p:txBody>
          <a:bodyPr/>
          <a:lstStyle/>
          <a:p>
            <a:endParaRPr lang="ko-KR" altLang="en-US"/>
          </a:p>
        </p:txBody>
      </p:sp>
      <p:sp>
        <p:nvSpPr>
          <p:cNvPr id="4" name="슬라이드 번호 개체 틀 3">
            <a:extLst>
              <a:ext uri="{FF2B5EF4-FFF2-40B4-BE49-F238E27FC236}">
                <a16:creationId xmlns:a16="http://schemas.microsoft.com/office/drawing/2014/main" id="{2264ADE3-6C32-5057-058C-6C8D737E1948}"/>
              </a:ext>
            </a:extLst>
          </p:cNvPr>
          <p:cNvSpPr>
            <a:spLocks noGrp="1"/>
          </p:cNvSpPr>
          <p:nvPr>
            <p:ph type="sldNum" sz="quarter" idx="12"/>
          </p:nvPr>
        </p:nvSpPr>
        <p:spPr/>
        <p:txBody>
          <a:bodyPr/>
          <a:lstStyle/>
          <a:p>
            <a:fld id="{EB7ADC79-C875-44C7-B2EB-DB4716D8F1DE}" type="slidenum">
              <a:rPr lang="ko-KR" altLang="en-US" smtClean="0"/>
              <a:t>‹#›</a:t>
            </a:fld>
            <a:endParaRPr lang="ko-KR" altLang="en-US"/>
          </a:p>
        </p:txBody>
      </p:sp>
    </p:spTree>
    <p:extLst>
      <p:ext uri="{BB962C8B-B14F-4D97-AF65-F5344CB8AC3E}">
        <p14:creationId xmlns:p14="http://schemas.microsoft.com/office/powerpoint/2010/main" val="36062569"/>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F103ECFF-667E-1220-0A59-5BE19AED98AC}"/>
              </a:ext>
            </a:extLst>
          </p:cNvPr>
          <p:cNvSpPr>
            <a:spLocks noGrp="1"/>
          </p:cNvSpPr>
          <p:nvPr>
            <p:ph type="title"/>
          </p:nvPr>
        </p:nvSpPr>
        <p:spPr>
          <a:xfrm>
            <a:off x="839788" y="457200"/>
            <a:ext cx="3932237" cy="1600200"/>
          </a:xfrm>
        </p:spPr>
        <p:txBody>
          <a:bodyPr anchor="b"/>
          <a:lstStyle>
            <a:lvl1pPr>
              <a:defRPr sz="3200"/>
            </a:lvl1pPr>
          </a:lstStyle>
          <a:p>
            <a:r>
              <a:rPr lang="ko-KR" altLang="en-US"/>
              <a:t>마스터 제목 스타일 편집</a:t>
            </a:r>
          </a:p>
        </p:txBody>
      </p:sp>
      <p:sp>
        <p:nvSpPr>
          <p:cNvPr id="3" name="내용 개체 틀 2">
            <a:extLst>
              <a:ext uri="{FF2B5EF4-FFF2-40B4-BE49-F238E27FC236}">
                <a16:creationId xmlns:a16="http://schemas.microsoft.com/office/drawing/2014/main" id="{5194255F-D651-1764-0366-FBA95DFD923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텍스트 개체 틀 3">
            <a:extLst>
              <a:ext uri="{FF2B5EF4-FFF2-40B4-BE49-F238E27FC236}">
                <a16:creationId xmlns:a16="http://schemas.microsoft.com/office/drawing/2014/main" id="{A834124B-2B82-BDE2-890E-BFD9AA2DEAF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스타일을 편집하려면 클릭</a:t>
            </a:r>
          </a:p>
        </p:txBody>
      </p:sp>
      <p:sp>
        <p:nvSpPr>
          <p:cNvPr id="5" name="날짜 개체 틀 4">
            <a:extLst>
              <a:ext uri="{FF2B5EF4-FFF2-40B4-BE49-F238E27FC236}">
                <a16:creationId xmlns:a16="http://schemas.microsoft.com/office/drawing/2014/main" id="{C2860289-4016-BA2D-B545-D07153FC5F29}"/>
              </a:ext>
            </a:extLst>
          </p:cNvPr>
          <p:cNvSpPr>
            <a:spLocks noGrp="1"/>
          </p:cNvSpPr>
          <p:nvPr>
            <p:ph type="dt" sz="half" idx="10"/>
          </p:nvPr>
        </p:nvSpPr>
        <p:spPr/>
        <p:txBody>
          <a:bodyPr/>
          <a:lstStyle/>
          <a:p>
            <a:r>
              <a:rPr lang="en-US" altLang="ko-KR"/>
              <a:t>2026-07-31</a:t>
            </a:r>
            <a:endParaRPr lang="ko-KR" altLang="en-US"/>
          </a:p>
        </p:txBody>
      </p:sp>
      <p:sp>
        <p:nvSpPr>
          <p:cNvPr id="6" name="바닥글 개체 틀 5">
            <a:extLst>
              <a:ext uri="{FF2B5EF4-FFF2-40B4-BE49-F238E27FC236}">
                <a16:creationId xmlns:a16="http://schemas.microsoft.com/office/drawing/2014/main" id="{4CF585F0-BA8F-2A7C-DBB7-F2289CD192C5}"/>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A44C75D0-17A4-045E-30A7-0DCE3A8774CD}"/>
              </a:ext>
            </a:extLst>
          </p:cNvPr>
          <p:cNvSpPr>
            <a:spLocks noGrp="1"/>
          </p:cNvSpPr>
          <p:nvPr>
            <p:ph type="sldNum" sz="quarter" idx="12"/>
          </p:nvPr>
        </p:nvSpPr>
        <p:spPr/>
        <p:txBody>
          <a:bodyPr/>
          <a:lstStyle/>
          <a:p>
            <a:fld id="{EB7ADC79-C875-44C7-B2EB-DB4716D8F1DE}" type="slidenum">
              <a:rPr lang="ko-KR" altLang="en-US" smtClean="0"/>
              <a:t>‹#›</a:t>
            </a:fld>
            <a:endParaRPr lang="ko-KR" altLang="en-US"/>
          </a:p>
        </p:txBody>
      </p:sp>
    </p:spTree>
    <p:extLst>
      <p:ext uri="{BB962C8B-B14F-4D97-AF65-F5344CB8AC3E}">
        <p14:creationId xmlns:p14="http://schemas.microsoft.com/office/powerpoint/2010/main" val="152914379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B4F30D40-10EB-DE9D-C961-CAA1D931B494}"/>
              </a:ext>
            </a:extLst>
          </p:cNvPr>
          <p:cNvSpPr>
            <a:spLocks noGrp="1"/>
          </p:cNvSpPr>
          <p:nvPr>
            <p:ph type="title"/>
          </p:nvPr>
        </p:nvSpPr>
        <p:spPr>
          <a:xfrm>
            <a:off x="839788" y="457200"/>
            <a:ext cx="3932237" cy="1600200"/>
          </a:xfrm>
        </p:spPr>
        <p:txBody>
          <a:bodyPr anchor="b"/>
          <a:lstStyle>
            <a:lvl1pPr>
              <a:defRPr sz="3200"/>
            </a:lvl1pPr>
          </a:lstStyle>
          <a:p>
            <a:r>
              <a:rPr lang="ko-KR" altLang="en-US"/>
              <a:t>마스터 제목 스타일 편집</a:t>
            </a:r>
          </a:p>
        </p:txBody>
      </p:sp>
      <p:sp>
        <p:nvSpPr>
          <p:cNvPr id="3" name="그림 개체 틀 2">
            <a:extLst>
              <a:ext uri="{FF2B5EF4-FFF2-40B4-BE49-F238E27FC236}">
                <a16:creationId xmlns:a16="http://schemas.microsoft.com/office/drawing/2014/main" id="{8D68E722-038F-3A9D-65EF-E5304FA2E3E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4" name="텍스트 개체 틀 3">
            <a:extLst>
              <a:ext uri="{FF2B5EF4-FFF2-40B4-BE49-F238E27FC236}">
                <a16:creationId xmlns:a16="http://schemas.microsoft.com/office/drawing/2014/main" id="{F9E95962-4F65-7241-5E2C-05F96638FDD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스타일을 편집하려면 클릭</a:t>
            </a:r>
          </a:p>
        </p:txBody>
      </p:sp>
      <p:sp>
        <p:nvSpPr>
          <p:cNvPr id="5" name="날짜 개체 틀 4">
            <a:extLst>
              <a:ext uri="{FF2B5EF4-FFF2-40B4-BE49-F238E27FC236}">
                <a16:creationId xmlns:a16="http://schemas.microsoft.com/office/drawing/2014/main" id="{322B0918-E7F3-D78C-44EF-462950321D01}"/>
              </a:ext>
            </a:extLst>
          </p:cNvPr>
          <p:cNvSpPr>
            <a:spLocks noGrp="1"/>
          </p:cNvSpPr>
          <p:nvPr>
            <p:ph type="dt" sz="half" idx="10"/>
          </p:nvPr>
        </p:nvSpPr>
        <p:spPr/>
        <p:txBody>
          <a:bodyPr/>
          <a:lstStyle/>
          <a:p>
            <a:r>
              <a:rPr lang="en-US" altLang="ko-KR"/>
              <a:t>2026-07-31</a:t>
            </a:r>
            <a:endParaRPr lang="ko-KR" altLang="en-US"/>
          </a:p>
        </p:txBody>
      </p:sp>
      <p:sp>
        <p:nvSpPr>
          <p:cNvPr id="6" name="바닥글 개체 틀 5">
            <a:extLst>
              <a:ext uri="{FF2B5EF4-FFF2-40B4-BE49-F238E27FC236}">
                <a16:creationId xmlns:a16="http://schemas.microsoft.com/office/drawing/2014/main" id="{2D36987F-BD53-DD08-6650-29BA313C1CD4}"/>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3921EE29-1D4F-8E30-549E-5034953BA9AC}"/>
              </a:ext>
            </a:extLst>
          </p:cNvPr>
          <p:cNvSpPr>
            <a:spLocks noGrp="1"/>
          </p:cNvSpPr>
          <p:nvPr>
            <p:ph type="sldNum" sz="quarter" idx="12"/>
          </p:nvPr>
        </p:nvSpPr>
        <p:spPr/>
        <p:txBody>
          <a:bodyPr/>
          <a:lstStyle/>
          <a:p>
            <a:fld id="{EB7ADC79-C875-44C7-B2EB-DB4716D8F1DE}" type="slidenum">
              <a:rPr lang="ko-KR" altLang="en-US" smtClean="0"/>
              <a:t>‹#›</a:t>
            </a:fld>
            <a:endParaRPr lang="ko-KR" altLang="en-US"/>
          </a:p>
        </p:txBody>
      </p:sp>
    </p:spTree>
    <p:extLst>
      <p:ext uri="{BB962C8B-B14F-4D97-AF65-F5344CB8AC3E}">
        <p14:creationId xmlns:p14="http://schemas.microsoft.com/office/powerpoint/2010/main" val="2788175874"/>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5D828FF4-3094-9A4A-896C-406EBC406D66}"/>
              </a:ext>
            </a:extLst>
          </p:cNvPr>
          <p:cNvSpPr>
            <a:spLocks noGrp="1"/>
          </p:cNvSpPr>
          <p:nvPr>
            <p:ph type="title"/>
          </p:nvPr>
        </p:nvSpPr>
        <p:spPr/>
        <p:txBody>
          <a:bodyPr/>
          <a:lstStyle/>
          <a:p>
            <a:r>
              <a:rPr lang="ko-KR" altLang="en-US"/>
              <a:t>마스터 제목 스타일 편집</a:t>
            </a:r>
          </a:p>
        </p:txBody>
      </p:sp>
      <p:sp>
        <p:nvSpPr>
          <p:cNvPr id="3" name="세로 텍스트 개체 틀 2">
            <a:extLst>
              <a:ext uri="{FF2B5EF4-FFF2-40B4-BE49-F238E27FC236}">
                <a16:creationId xmlns:a16="http://schemas.microsoft.com/office/drawing/2014/main" id="{2622EFE7-558D-D0D6-ABB0-E152FCD2D929}"/>
              </a:ext>
            </a:extLst>
          </p:cNvPr>
          <p:cNvSpPr>
            <a:spLocks noGrp="1"/>
          </p:cNvSpPr>
          <p:nvPr>
            <p:ph type="body" orient="vert" idx="1"/>
          </p:nvPr>
        </p:nvSpPr>
        <p:spPr/>
        <p:txBody>
          <a:bodyPr vert="eaVe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00959EF9-421B-0B42-076F-3EAADFF2E3AB}"/>
              </a:ext>
            </a:extLst>
          </p:cNvPr>
          <p:cNvSpPr>
            <a:spLocks noGrp="1"/>
          </p:cNvSpPr>
          <p:nvPr>
            <p:ph type="dt" sz="half" idx="10"/>
          </p:nvPr>
        </p:nvSpPr>
        <p:spPr/>
        <p:txBody>
          <a:bodyPr/>
          <a:lstStyle/>
          <a:p>
            <a:r>
              <a:rPr lang="en-US" altLang="ko-KR"/>
              <a:t>2026-07-31</a:t>
            </a:r>
            <a:endParaRPr lang="ko-KR" altLang="en-US"/>
          </a:p>
        </p:txBody>
      </p:sp>
      <p:sp>
        <p:nvSpPr>
          <p:cNvPr id="5" name="바닥글 개체 틀 4">
            <a:extLst>
              <a:ext uri="{FF2B5EF4-FFF2-40B4-BE49-F238E27FC236}">
                <a16:creationId xmlns:a16="http://schemas.microsoft.com/office/drawing/2014/main" id="{5A93E55E-A7CF-31DF-B702-56441B2DDE61}"/>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D63FED1B-F32D-7F6B-C465-88AC6049622F}"/>
              </a:ext>
            </a:extLst>
          </p:cNvPr>
          <p:cNvSpPr>
            <a:spLocks noGrp="1"/>
          </p:cNvSpPr>
          <p:nvPr>
            <p:ph type="sldNum" sz="quarter" idx="12"/>
          </p:nvPr>
        </p:nvSpPr>
        <p:spPr/>
        <p:txBody>
          <a:bodyPr/>
          <a:lstStyle/>
          <a:p>
            <a:fld id="{EB7ADC79-C875-44C7-B2EB-DB4716D8F1DE}" type="slidenum">
              <a:rPr lang="ko-KR" altLang="en-US" smtClean="0"/>
              <a:t>‹#›</a:t>
            </a:fld>
            <a:endParaRPr lang="ko-KR" altLang="en-US"/>
          </a:p>
        </p:txBody>
      </p:sp>
    </p:spTree>
    <p:extLst>
      <p:ext uri="{BB962C8B-B14F-4D97-AF65-F5344CB8AC3E}">
        <p14:creationId xmlns:p14="http://schemas.microsoft.com/office/powerpoint/2010/main" val="4125045979"/>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세로 제목 1">
            <a:extLst>
              <a:ext uri="{FF2B5EF4-FFF2-40B4-BE49-F238E27FC236}">
                <a16:creationId xmlns:a16="http://schemas.microsoft.com/office/drawing/2014/main" id="{3380E2CC-C4B8-964B-F70D-8574A5993A85}"/>
              </a:ext>
            </a:extLst>
          </p:cNvPr>
          <p:cNvSpPr>
            <a:spLocks noGrp="1"/>
          </p:cNvSpPr>
          <p:nvPr>
            <p:ph type="title" orient="vert"/>
          </p:nvPr>
        </p:nvSpPr>
        <p:spPr>
          <a:xfrm>
            <a:off x="8724900" y="365125"/>
            <a:ext cx="2628900" cy="5811838"/>
          </a:xfrm>
        </p:spPr>
        <p:txBody>
          <a:bodyPr vert="eaVert"/>
          <a:lstStyle/>
          <a:p>
            <a:r>
              <a:rPr lang="ko-KR" altLang="en-US"/>
              <a:t>마스터 제목 스타일 편집</a:t>
            </a:r>
          </a:p>
        </p:txBody>
      </p:sp>
      <p:sp>
        <p:nvSpPr>
          <p:cNvPr id="3" name="세로 텍스트 개체 틀 2">
            <a:extLst>
              <a:ext uri="{FF2B5EF4-FFF2-40B4-BE49-F238E27FC236}">
                <a16:creationId xmlns:a16="http://schemas.microsoft.com/office/drawing/2014/main" id="{F1FADE95-344E-A9E2-C2C0-7DA9EBB50DBA}"/>
              </a:ext>
            </a:extLst>
          </p:cNvPr>
          <p:cNvSpPr>
            <a:spLocks noGrp="1"/>
          </p:cNvSpPr>
          <p:nvPr>
            <p:ph type="body" orient="vert" idx="1"/>
          </p:nvPr>
        </p:nvSpPr>
        <p:spPr>
          <a:xfrm>
            <a:off x="838200" y="365125"/>
            <a:ext cx="7734300" cy="5811838"/>
          </a:xfrm>
        </p:spPr>
        <p:txBody>
          <a:bodyPr vert="eaVe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D5B0CF5E-5337-96DA-CF9F-4B18025AFB39}"/>
              </a:ext>
            </a:extLst>
          </p:cNvPr>
          <p:cNvSpPr>
            <a:spLocks noGrp="1"/>
          </p:cNvSpPr>
          <p:nvPr>
            <p:ph type="dt" sz="half" idx="10"/>
          </p:nvPr>
        </p:nvSpPr>
        <p:spPr/>
        <p:txBody>
          <a:bodyPr/>
          <a:lstStyle/>
          <a:p>
            <a:r>
              <a:rPr lang="en-US" altLang="ko-KR"/>
              <a:t>2026-07-31</a:t>
            </a:r>
            <a:endParaRPr lang="ko-KR" altLang="en-US"/>
          </a:p>
        </p:txBody>
      </p:sp>
      <p:sp>
        <p:nvSpPr>
          <p:cNvPr id="5" name="바닥글 개체 틀 4">
            <a:extLst>
              <a:ext uri="{FF2B5EF4-FFF2-40B4-BE49-F238E27FC236}">
                <a16:creationId xmlns:a16="http://schemas.microsoft.com/office/drawing/2014/main" id="{AFC46605-06E8-BD79-FC4E-DE74549757F2}"/>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634CE113-CD48-4415-1206-5002C02997CE}"/>
              </a:ext>
            </a:extLst>
          </p:cNvPr>
          <p:cNvSpPr>
            <a:spLocks noGrp="1"/>
          </p:cNvSpPr>
          <p:nvPr>
            <p:ph type="sldNum" sz="quarter" idx="12"/>
          </p:nvPr>
        </p:nvSpPr>
        <p:spPr/>
        <p:txBody>
          <a:bodyPr/>
          <a:lstStyle/>
          <a:p>
            <a:fld id="{EB7ADC79-C875-44C7-B2EB-DB4716D8F1DE}" type="slidenum">
              <a:rPr lang="ko-KR" altLang="en-US" smtClean="0"/>
              <a:t>‹#›</a:t>
            </a:fld>
            <a:endParaRPr lang="ko-KR" altLang="en-US"/>
          </a:p>
        </p:txBody>
      </p:sp>
    </p:spTree>
    <p:extLst>
      <p:ext uri="{BB962C8B-B14F-4D97-AF65-F5344CB8AC3E}">
        <p14:creationId xmlns:p14="http://schemas.microsoft.com/office/powerpoint/2010/main" val="3705960114"/>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Title Slide">
    <p:spTree>
      <p:nvGrpSpPr>
        <p:cNvPr id="1" name=""/>
        <p:cNvGrpSpPr/>
        <p:nvPr/>
      </p:nvGrpSpPr>
      <p:grpSpPr>
        <a:xfrm>
          <a:off x="0" y="0"/>
          <a:ext cx="0" cy="0"/>
          <a:chOff x="0" y="0"/>
          <a:chExt cx="0" cy="0"/>
        </a:xfrm>
      </p:grpSpPr>
      <p:sp>
        <p:nvSpPr>
          <p:cNvPr id="2" name="Title 1"/>
          <p:cNvSpPr>
            <a:spLocks noGrp="1"/>
          </p:cNvSpPr>
          <p:nvPr>
            <p:ph type="ctrTitle" hasCustomPrompt="1"/>
          </p:nvPr>
        </p:nvSpPr>
        <p:spPr>
          <a:xfrm>
            <a:off x="1524001" y="2376766"/>
            <a:ext cx="9144000" cy="855184"/>
          </a:xfrm>
          <a:prstGeom prst="rect">
            <a:avLst/>
          </a:prstGeom>
        </p:spPr>
        <p:txBody>
          <a:bodyPr anchor="b">
            <a:normAutofit/>
          </a:bodyPr>
          <a:lstStyle>
            <a:lvl1pPr algn="ctr">
              <a:defRPr sz="4400" b="1">
                <a:solidFill>
                  <a:srgbClr val="2D3F4E"/>
                </a:solidFill>
                <a:latin typeface="Trebuchet MS" panose="020B0703020202090204" pitchFamily="34" charset="0"/>
              </a:defRPr>
            </a:lvl1pPr>
          </a:lstStyle>
          <a:p>
            <a:r>
              <a:rPr lang="en-US" dirty="0"/>
              <a:t>Click to edit Master title style</a:t>
            </a:r>
          </a:p>
        </p:txBody>
      </p:sp>
      <p:sp>
        <p:nvSpPr>
          <p:cNvPr id="3" name="Subtitle 2"/>
          <p:cNvSpPr>
            <a:spLocks noGrp="1"/>
          </p:cNvSpPr>
          <p:nvPr>
            <p:ph type="subTitle" idx="1"/>
          </p:nvPr>
        </p:nvSpPr>
        <p:spPr>
          <a:xfrm>
            <a:off x="1524001" y="3602038"/>
            <a:ext cx="9144000" cy="1655762"/>
          </a:xfrm>
        </p:spPr>
        <p:txBody>
          <a:bodyPr/>
          <a:lstStyle>
            <a:lvl1pPr marL="0" indent="0" algn="ctr">
              <a:buNone/>
              <a:defRPr sz="2400" b="1">
                <a:solidFill>
                  <a:srgbClr val="2D3F4E"/>
                </a:solidFill>
                <a:latin typeface="Trebuchet MS" panose="020B0703020202090204" pitchFamily="34" charset="0"/>
              </a:defRPr>
            </a:lvl1pPr>
            <a:lvl2pPr marL="457202" indent="0" algn="ctr">
              <a:buNone/>
              <a:defRPr sz="2000"/>
            </a:lvl2pPr>
            <a:lvl3pPr marL="914404" indent="0" algn="ctr">
              <a:buNone/>
              <a:defRPr sz="1800"/>
            </a:lvl3pPr>
            <a:lvl4pPr marL="1371605" indent="0" algn="ctr">
              <a:buNone/>
              <a:defRPr sz="1600"/>
            </a:lvl4pPr>
            <a:lvl5pPr marL="1828807" indent="0" algn="ctr">
              <a:buNone/>
              <a:defRPr sz="1600"/>
            </a:lvl5pPr>
            <a:lvl6pPr marL="2286009" indent="0" algn="ctr">
              <a:buNone/>
              <a:defRPr sz="1600"/>
            </a:lvl6pPr>
            <a:lvl7pPr marL="2743211" indent="0" algn="ctr">
              <a:buNone/>
              <a:defRPr sz="1600"/>
            </a:lvl7pPr>
            <a:lvl8pPr marL="3200413" indent="0" algn="ctr">
              <a:buNone/>
              <a:defRPr sz="1600"/>
            </a:lvl8pPr>
            <a:lvl9pPr marL="3657615" indent="0" algn="ctr">
              <a:buNone/>
              <a:defRPr sz="1600"/>
            </a:lvl9pPr>
          </a:lstStyle>
          <a:p>
            <a:r>
              <a:rPr lang="en-US" dirty="0"/>
              <a:t>Click to edit Master subtitle style</a:t>
            </a:r>
          </a:p>
        </p:txBody>
      </p:sp>
      <p:sp>
        <p:nvSpPr>
          <p:cNvPr id="4" name="부제목 2">
            <a:extLst>
              <a:ext uri="{FF2B5EF4-FFF2-40B4-BE49-F238E27FC236}">
                <a16:creationId xmlns:a16="http://schemas.microsoft.com/office/drawing/2014/main" id="{EB3B124F-36C4-94D5-C22F-6D439133A7B4}"/>
              </a:ext>
            </a:extLst>
          </p:cNvPr>
          <p:cNvSpPr txBox="1">
            <a:spLocks/>
          </p:cNvSpPr>
          <p:nvPr userDrawn="1"/>
        </p:nvSpPr>
        <p:spPr>
          <a:xfrm>
            <a:off x="3787205" y="5728639"/>
            <a:ext cx="4617590" cy="372676"/>
          </a:xfrm>
          <a:prstGeom prst="rect">
            <a:avLst/>
          </a:prstGeom>
        </p:spPr>
        <p:txBody>
          <a:bodyPr vert="horz" lIns="91440" tIns="45720" rIns="91440" bIns="45720" rtlCol="0">
            <a:noAutofit/>
          </a:bodyPr>
          <a:lstStyle>
            <a:lvl1pPr marL="0" indent="0" algn="ctr" defTabSz="914400" rtl="0" eaLnBrk="1" latinLnBrk="1" hangingPunct="1">
              <a:lnSpc>
                <a:spcPct val="90000"/>
              </a:lnSpc>
              <a:spcBef>
                <a:spcPts val="1000"/>
              </a:spcBef>
              <a:buFont typeface="Arial" panose="020B0604020202020204" pitchFamily="34" charset="0"/>
              <a:buNone/>
              <a:defRPr sz="2400" kern="1200">
                <a:solidFill>
                  <a:schemeClr val="tx1"/>
                </a:solidFill>
                <a:latin typeface="Trebuchet MS" panose="020B0703020202090204" pitchFamily="34" charset="0"/>
                <a:ea typeface="+mn-ea"/>
                <a:cs typeface="+mn-cs"/>
              </a:defRPr>
            </a:lvl1pPr>
            <a:lvl2pPr marL="457200" indent="0" algn="ctr" defTabSz="914400" rtl="0" eaLnBrk="1" latinLnBrk="1"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1"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altLang="ko-KR" sz="1400" b="1" dirty="0">
                <a:solidFill>
                  <a:schemeClr val="tx1">
                    <a:lumMod val="50000"/>
                    <a:lumOff val="50000"/>
                  </a:schemeClr>
                </a:solidFill>
                <a:latin typeface="Trebuchet MS" panose="020B0703020202090204" pitchFamily="34" charset="0"/>
                <a:ea typeface="Baskerville" panose="02020502070401020303" pitchFamily="18" charset="0"/>
              </a:rPr>
              <a:t>Advanced Intelligent Computing Architecture Lab.</a:t>
            </a:r>
            <a:endParaRPr lang="ko-KR" altLang="en-US" sz="1400" dirty="0">
              <a:solidFill>
                <a:schemeClr val="tx1">
                  <a:lumMod val="50000"/>
                  <a:lumOff val="50000"/>
                </a:schemeClr>
              </a:solidFill>
              <a:latin typeface="Trebuchet MS" panose="020B0603020202020204" pitchFamily="34" charset="0"/>
            </a:endParaRPr>
          </a:p>
        </p:txBody>
      </p:sp>
      <p:grpSp>
        <p:nvGrpSpPr>
          <p:cNvPr id="5" name="그룹 4">
            <a:extLst>
              <a:ext uri="{FF2B5EF4-FFF2-40B4-BE49-F238E27FC236}">
                <a16:creationId xmlns:a16="http://schemas.microsoft.com/office/drawing/2014/main" id="{4BDBBFFA-AC6B-4DE0-F991-D9DA483B3EE6}"/>
              </a:ext>
            </a:extLst>
          </p:cNvPr>
          <p:cNvGrpSpPr/>
          <p:nvPr userDrawn="1"/>
        </p:nvGrpSpPr>
        <p:grpSpPr>
          <a:xfrm>
            <a:off x="5196905" y="4977344"/>
            <a:ext cx="1798190" cy="646162"/>
            <a:chOff x="5976117" y="116467"/>
            <a:chExt cx="4341047" cy="1559914"/>
          </a:xfrm>
        </p:grpSpPr>
        <p:sp>
          <p:nvSpPr>
            <p:cNvPr id="6" name="사각형: 둥근 모서리 5">
              <a:extLst>
                <a:ext uri="{FF2B5EF4-FFF2-40B4-BE49-F238E27FC236}">
                  <a16:creationId xmlns:a16="http://schemas.microsoft.com/office/drawing/2014/main" id="{7D01C0DA-7E19-0F85-F60D-470CBEC2E8C3}"/>
                </a:ext>
              </a:extLst>
            </p:cNvPr>
            <p:cNvSpPr/>
            <p:nvPr userDrawn="1"/>
          </p:nvSpPr>
          <p:spPr>
            <a:xfrm>
              <a:off x="7547660" y="613810"/>
              <a:ext cx="360000" cy="1046263"/>
            </a:xfrm>
            <a:prstGeom prst="roundRect">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7" name="사각형: 둥근 모서리 6">
              <a:extLst>
                <a:ext uri="{FF2B5EF4-FFF2-40B4-BE49-F238E27FC236}">
                  <a16:creationId xmlns:a16="http://schemas.microsoft.com/office/drawing/2014/main" id="{ED4AC07B-F602-BF95-CE22-697B01DEE9B4}"/>
                </a:ext>
              </a:extLst>
            </p:cNvPr>
            <p:cNvSpPr/>
            <p:nvPr userDrawn="1"/>
          </p:nvSpPr>
          <p:spPr>
            <a:xfrm>
              <a:off x="6776499" y="1312781"/>
              <a:ext cx="1131162" cy="363600"/>
            </a:xfrm>
            <a:prstGeom prst="roundRect">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8" name="사각형: 둥근 모서리 34">
              <a:extLst>
                <a:ext uri="{FF2B5EF4-FFF2-40B4-BE49-F238E27FC236}">
                  <a16:creationId xmlns:a16="http://schemas.microsoft.com/office/drawing/2014/main" id="{6FDA9D2B-21BB-4F37-E3AB-497C69ED2087}"/>
                </a:ext>
              </a:extLst>
            </p:cNvPr>
            <p:cNvSpPr/>
            <p:nvPr userDrawn="1"/>
          </p:nvSpPr>
          <p:spPr>
            <a:xfrm rot="923841">
              <a:off x="6171723" y="144498"/>
              <a:ext cx="372850" cy="1492452"/>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0 w 470074"/>
                <a:gd name="connsiteY0" fmla="*/ 168229 h 2279087"/>
                <a:gd name="connsiteX1" fmla="*/ 78326 w 470074"/>
                <a:gd name="connsiteY1" fmla="*/ 89903 h 2279087"/>
                <a:gd name="connsiteX2" fmla="*/ 431082 w 470074"/>
                <a:gd name="connsiteY2" fmla="*/ 0 h 2279087"/>
                <a:gd name="connsiteX3" fmla="*/ 469949 w 470074"/>
                <a:gd name="connsiteY3" fmla="*/ 168229 h 2279087"/>
                <a:gd name="connsiteX4" fmla="*/ 469949 w 470074"/>
                <a:gd name="connsiteY4" fmla="*/ 2200761 h 2279087"/>
                <a:gd name="connsiteX5" fmla="*/ 391623 w 470074"/>
                <a:gd name="connsiteY5" fmla="*/ 2279087 h 2279087"/>
                <a:gd name="connsiteX6" fmla="*/ 78326 w 470074"/>
                <a:gd name="connsiteY6" fmla="*/ 2279087 h 2279087"/>
                <a:gd name="connsiteX7" fmla="*/ 0 w 470074"/>
                <a:gd name="connsiteY7" fmla="*/ 2200761 h 2279087"/>
                <a:gd name="connsiteX8" fmla="*/ 0 w 470074"/>
                <a:gd name="connsiteY8" fmla="*/ 168229 h 2279087"/>
                <a:gd name="connsiteX0" fmla="*/ 0 w 473939"/>
                <a:gd name="connsiteY0" fmla="*/ 152392 h 2263250"/>
                <a:gd name="connsiteX1" fmla="*/ 78326 w 473939"/>
                <a:gd name="connsiteY1" fmla="*/ 74066 h 2263250"/>
                <a:gd name="connsiteX2" fmla="*/ 445323 w 473939"/>
                <a:gd name="connsiteY2" fmla="*/ 0 h 2263250"/>
                <a:gd name="connsiteX3" fmla="*/ 469949 w 473939"/>
                <a:gd name="connsiteY3" fmla="*/ 152392 h 2263250"/>
                <a:gd name="connsiteX4" fmla="*/ 469949 w 473939"/>
                <a:gd name="connsiteY4" fmla="*/ 2184924 h 2263250"/>
                <a:gd name="connsiteX5" fmla="*/ 391623 w 473939"/>
                <a:gd name="connsiteY5" fmla="*/ 2263250 h 2263250"/>
                <a:gd name="connsiteX6" fmla="*/ 78326 w 473939"/>
                <a:gd name="connsiteY6" fmla="*/ 2263250 h 2263250"/>
                <a:gd name="connsiteX7" fmla="*/ 0 w 473939"/>
                <a:gd name="connsiteY7" fmla="*/ 2184924 h 2263250"/>
                <a:gd name="connsiteX8" fmla="*/ 0 w 473939"/>
                <a:gd name="connsiteY8" fmla="*/ 152392 h 2263250"/>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9858" h="2286042">
                  <a:moveTo>
                    <a:pt x="0" y="175184"/>
                  </a:moveTo>
                  <a:cubicBezTo>
                    <a:pt x="0" y="131926"/>
                    <a:pt x="35068" y="96858"/>
                    <a:pt x="78326" y="96858"/>
                  </a:cubicBezTo>
                  <a:cubicBezTo>
                    <a:pt x="394302" y="4021"/>
                    <a:pt x="351903" y="0"/>
                    <a:pt x="456335" y="0"/>
                  </a:cubicBezTo>
                  <a:cubicBezTo>
                    <a:pt x="499593" y="0"/>
                    <a:pt x="469949" y="131926"/>
                    <a:pt x="469949" y="175184"/>
                  </a:cubicBezTo>
                  <a:lnTo>
                    <a:pt x="469949" y="2207716"/>
                  </a:lnTo>
                  <a:cubicBezTo>
                    <a:pt x="469949" y="2250974"/>
                    <a:pt x="434881" y="2286042"/>
                    <a:pt x="391623" y="2286042"/>
                  </a:cubicBezTo>
                  <a:lnTo>
                    <a:pt x="78326" y="2286042"/>
                  </a:lnTo>
                  <a:cubicBezTo>
                    <a:pt x="35068" y="2286042"/>
                    <a:pt x="0" y="2250974"/>
                    <a:pt x="0" y="2207716"/>
                  </a:cubicBezTo>
                  <a:lnTo>
                    <a:pt x="0" y="175184"/>
                  </a:lnTo>
                  <a:close/>
                </a:path>
              </a:pathLst>
            </a:cu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9" name="사각형: 둥근 모서리 8">
              <a:extLst>
                <a:ext uri="{FF2B5EF4-FFF2-40B4-BE49-F238E27FC236}">
                  <a16:creationId xmlns:a16="http://schemas.microsoft.com/office/drawing/2014/main" id="{E135C6C3-D988-0443-168B-FABB6CAB15AB}"/>
                </a:ext>
              </a:extLst>
            </p:cNvPr>
            <p:cNvSpPr/>
            <p:nvPr userDrawn="1"/>
          </p:nvSpPr>
          <p:spPr>
            <a:xfrm>
              <a:off x="5976117" y="1562385"/>
              <a:ext cx="367024" cy="107393"/>
            </a:xfrm>
            <a:prstGeom prst="roundRect">
              <a:avLst>
                <a:gd name="adj" fmla="val 49751"/>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0" name="사각형: 둥근 모서리 9">
              <a:extLst>
                <a:ext uri="{FF2B5EF4-FFF2-40B4-BE49-F238E27FC236}">
                  <a16:creationId xmlns:a16="http://schemas.microsoft.com/office/drawing/2014/main" id="{6086E433-4747-0B2B-6F82-1F92A460E912}"/>
                </a:ext>
              </a:extLst>
            </p:cNvPr>
            <p:cNvSpPr/>
            <p:nvPr userDrawn="1"/>
          </p:nvSpPr>
          <p:spPr>
            <a:xfrm rot="17142116">
              <a:off x="5845212" y="1386473"/>
              <a:ext cx="447973" cy="107393"/>
            </a:xfrm>
            <a:prstGeom prst="roundRect">
              <a:avLst>
                <a:gd name="adj" fmla="val 49751"/>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1" name="사각형: 둥근 모서리 10">
              <a:extLst>
                <a:ext uri="{FF2B5EF4-FFF2-40B4-BE49-F238E27FC236}">
                  <a16:creationId xmlns:a16="http://schemas.microsoft.com/office/drawing/2014/main" id="{E9F9AE10-6C32-FE3C-D6FF-0F343E1757E3}"/>
                </a:ext>
              </a:extLst>
            </p:cNvPr>
            <p:cNvSpPr/>
            <p:nvPr userDrawn="1"/>
          </p:nvSpPr>
          <p:spPr>
            <a:xfrm>
              <a:off x="7547660" y="189796"/>
              <a:ext cx="360000" cy="355633"/>
            </a:xfrm>
            <a:prstGeom prst="roundRect">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2" name="사각형: 둥근 모서리 34">
              <a:extLst>
                <a:ext uri="{FF2B5EF4-FFF2-40B4-BE49-F238E27FC236}">
                  <a16:creationId xmlns:a16="http://schemas.microsoft.com/office/drawing/2014/main" id="{5C706ED6-9017-234E-8BAB-E84A527A4F3C}"/>
                </a:ext>
              </a:extLst>
            </p:cNvPr>
            <p:cNvSpPr/>
            <p:nvPr userDrawn="1"/>
          </p:nvSpPr>
          <p:spPr>
            <a:xfrm rot="923841">
              <a:off x="9359767" y="144498"/>
              <a:ext cx="372850" cy="1492452"/>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0 w 470074"/>
                <a:gd name="connsiteY0" fmla="*/ 168229 h 2279087"/>
                <a:gd name="connsiteX1" fmla="*/ 78326 w 470074"/>
                <a:gd name="connsiteY1" fmla="*/ 89903 h 2279087"/>
                <a:gd name="connsiteX2" fmla="*/ 431082 w 470074"/>
                <a:gd name="connsiteY2" fmla="*/ 0 h 2279087"/>
                <a:gd name="connsiteX3" fmla="*/ 469949 w 470074"/>
                <a:gd name="connsiteY3" fmla="*/ 168229 h 2279087"/>
                <a:gd name="connsiteX4" fmla="*/ 469949 w 470074"/>
                <a:gd name="connsiteY4" fmla="*/ 2200761 h 2279087"/>
                <a:gd name="connsiteX5" fmla="*/ 391623 w 470074"/>
                <a:gd name="connsiteY5" fmla="*/ 2279087 h 2279087"/>
                <a:gd name="connsiteX6" fmla="*/ 78326 w 470074"/>
                <a:gd name="connsiteY6" fmla="*/ 2279087 h 2279087"/>
                <a:gd name="connsiteX7" fmla="*/ 0 w 470074"/>
                <a:gd name="connsiteY7" fmla="*/ 2200761 h 2279087"/>
                <a:gd name="connsiteX8" fmla="*/ 0 w 470074"/>
                <a:gd name="connsiteY8" fmla="*/ 168229 h 2279087"/>
                <a:gd name="connsiteX0" fmla="*/ 0 w 473939"/>
                <a:gd name="connsiteY0" fmla="*/ 152392 h 2263250"/>
                <a:gd name="connsiteX1" fmla="*/ 78326 w 473939"/>
                <a:gd name="connsiteY1" fmla="*/ 74066 h 2263250"/>
                <a:gd name="connsiteX2" fmla="*/ 445323 w 473939"/>
                <a:gd name="connsiteY2" fmla="*/ 0 h 2263250"/>
                <a:gd name="connsiteX3" fmla="*/ 469949 w 473939"/>
                <a:gd name="connsiteY3" fmla="*/ 152392 h 2263250"/>
                <a:gd name="connsiteX4" fmla="*/ 469949 w 473939"/>
                <a:gd name="connsiteY4" fmla="*/ 2184924 h 2263250"/>
                <a:gd name="connsiteX5" fmla="*/ 391623 w 473939"/>
                <a:gd name="connsiteY5" fmla="*/ 2263250 h 2263250"/>
                <a:gd name="connsiteX6" fmla="*/ 78326 w 473939"/>
                <a:gd name="connsiteY6" fmla="*/ 2263250 h 2263250"/>
                <a:gd name="connsiteX7" fmla="*/ 0 w 473939"/>
                <a:gd name="connsiteY7" fmla="*/ 2184924 h 2263250"/>
                <a:gd name="connsiteX8" fmla="*/ 0 w 473939"/>
                <a:gd name="connsiteY8" fmla="*/ 152392 h 2263250"/>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9858" h="2286042">
                  <a:moveTo>
                    <a:pt x="0" y="175184"/>
                  </a:moveTo>
                  <a:cubicBezTo>
                    <a:pt x="0" y="131926"/>
                    <a:pt x="35068" y="96858"/>
                    <a:pt x="78326" y="96858"/>
                  </a:cubicBezTo>
                  <a:cubicBezTo>
                    <a:pt x="394302" y="4021"/>
                    <a:pt x="351903" y="0"/>
                    <a:pt x="456335" y="0"/>
                  </a:cubicBezTo>
                  <a:cubicBezTo>
                    <a:pt x="499593" y="0"/>
                    <a:pt x="469949" y="131926"/>
                    <a:pt x="469949" y="175184"/>
                  </a:cubicBezTo>
                  <a:lnTo>
                    <a:pt x="469949" y="2207716"/>
                  </a:lnTo>
                  <a:cubicBezTo>
                    <a:pt x="469949" y="2250974"/>
                    <a:pt x="434881" y="2286042"/>
                    <a:pt x="391623" y="2286042"/>
                  </a:cubicBezTo>
                  <a:lnTo>
                    <a:pt x="78326" y="2286042"/>
                  </a:lnTo>
                  <a:cubicBezTo>
                    <a:pt x="35068" y="2286042"/>
                    <a:pt x="0" y="2250974"/>
                    <a:pt x="0" y="2207716"/>
                  </a:cubicBezTo>
                  <a:lnTo>
                    <a:pt x="0" y="175184"/>
                  </a:lnTo>
                  <a:close/>
                </a:path>
              </a:pathLst>
            </a:cu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3" name="사각형: 둥근 모서리 12">
              <a:extLst>
                <a:ext uri="{FF2B5EF4-FFF2-40B4-BE49-F238E27FC236}">
                  <a16:creationId xmlns:a16="http://schemas.microsoft.com/office/drawing/2014/main" id="{A7E79BBD-9AB2-7ACC-C325-DE0F17968F3D}"/>
                </a:ext>
              </a:extLst>
            </p:cNvPr>
            <p:cNvSpPr/>
            <p:nvPr userDrawn="1"/>
          </p:nvSpPr>
          <p:spPr>
            <a:xfrm>
              <a:off x="9539301" y="186675"/>
              <a:ext cx="408152" cy="183858"/>
            </a:xfrm>
            <a:prstGeom prst="roundRect">
              <a:avLst>
                <a:gd name="adj" fmla="val 23143"/>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5" name="사각형: 둥근 모서리 14">
              <a:extLst>
                <a:ext uri="{FF2B5EF4-FFF2-40B4-BE49-F238E27FC236}">
                  <a16:creationId xmlns:a16="http://schemas.microsoft.com/office/drawing/2014/main" id="{3E740AB6-D3B7-E380-7325-A8FCB7E27C43}"/>
                </a:ext>
              </a:extLst>
            </p:cNvPr>
            <p:cNvSpPr/>
            <p:nvPr userDrawn="1"/>
          </p:nvSpPr>
          <p:spPr>
            <a:xfrm flipH="1">
              <a:off x="9958325" y="1568154"/>
              <a:ext cx="358839" cy="107393"/>
            </a:xfrm>
            <a:prstGeom prst="roundRect">
              <a:avLst>
                <a:gd name="adj" fmla="val 43099"/>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6" name="사각형: 둥근 모서리 15">
              <a:extLst>
                <a:ext uri="{FF2B5EF4-FFF2-40B4-BE49-F238E27FC236}">
                  <a16:creationId xmlns:a16="http://schemas.microsoft.com/office/drawing/2014/main" id="{58020E3B-C01B-8C60-4008-5C3AE090F73D}"/>
                </a:ext>
              </a:extLst>
            </p:cNvPr>
            <p:cNvSpPr/>
            <p:nvPr userDrawn="1"/>
          </p:nvSpPr>
          <p:spPr>
            <a:xfrm rot="4506704" flipH="1">
              <a:off x="9985282" y="1378492"/>
              <a:ext cx="464231" cy="107393"/>
            </a:xfrm>
            <a:prstGeom prst="roundRect">
              <a:avLst>
                <a:gd name="adj" fmla="val 50000"/>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8" name="사각형: 둥근 모서리 17">
              <a:extLst>
                <a:ext uri="{FF2B5EF4-FFF2-40B4-BE49-F238E27FC236}">
                  <a16:creationId xmlns:a16="http://schemas.microsoft.com/office/drawing/2014/main" id="{3ADDB6F6-1190-2E66-F4B9-5226221B81CE}"/>
                </a:ext>
              </a:extLst>
            </p:cNvPr>
            <p:cNvSpPr/>
            <p:nvPr userDrawn="1"/>
          </p:nvSpPr>
          <p:spPr>
            <a:xfrm rot="17142116">
              <a:off x="9285907" y="1386473"/>
              <a:ext cx="447973" cy="107393"/>
            </a:xfrm>
            <a:prstGeom prst="roundRect">
              <a:avLst>
                <a:gd name="adj" fmla="val 49751"/>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0" name="사각형: 둥근 모서리 19">
              <a:extLst>
                <a:ext uri="{FF2B5EF4-FFF2-40B4-BE49-F238E27FC236}">
                  <a16:creationId xmlns:a16="http://schemas.microsoft.com/office/drawing/2014/main" id="{446A6345-87FD-6E5B-7ED2-F7B600F78F01}"/>
                </a:ext>
              </a:extLst>
            </p:cNvPr>
            <p:cNvSpPr/>
            <p:nvPr userDrawn="1"/>
          </p:nvSpPr>
          <p:spPr>
            <a:xfrm>
              <a:off x="8225540" y="182176"/>
              <a:ext cx="976417" cy="355633"/>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1" name="사각형: 둥근 모서리 20">
              <a:extLst>
                <a:ext uri="{FF2B5EF4-FFF2-40B4-BE49-F238E27FC236}">
                  <a16:creationId xmlns:a16="http://schemas.microsoft.com/office/drawing/2014/main" id="{95379B5F-0DF1-1253-1ED9-2A52BE662FB2}"/>
                </a:ext>
              </a:extLst>
            </p:cNvPr>
            <p:cNvSpPr/>
            <p:nvPr userDrawn="1"/>
          </p:nvSpPr>
          <p:spPr>
            <a:xfrm>
              <a:off x="8225541" y="1310440"/>
              <a:ext cx="1287590" cy="355633"/>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2" name="사각형: 둥근 모서리 21">
              <a:extLst>
                <a:ext uri="{FF2B5EF4-FFF2-40B4-BE49-F238E27FC236}">
                  <a16:creationId xmlns:a16="http://schemas.microsoft.com/office/drawing/2014/main" id="{981700A3-FD95-7923-E24A-DE44C3B1E20D}"/>
                </a:ext>
              </a:extLst>
            </p:cNvPr>
            <p:cNvSpPr/>
            <p:nvPr userDrawn="1"/>
          </p:nvSpPr>
          <p:spPr>
            <a:xfrm>
              <a:off x="8210345" y="186675"/>
              <a:ext cx="360000" cy="1473398"/>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3" name="사각형: 둥근 모서리 48">
              <a:extLst>
                <a:ext uri="{FF2B5EF4-FFF2-40B4-BE49-F238E27FC236}">
                  <a16:creationId xmlns:a16="http://schemas.microsoft.com/office/drawing/2014/main" id="{498E65AD-3F00-17C7-D5FC-9360F0D8D83F}"/>
                </a:ext>
              </a:extLst>
            </p:cNvPr>
            <p:cNvSpPr/>
            <p:nvPr userDrawn="1"/>
          </p:nvSpPr>
          <p:spPr>
            <a:xfrm rot="20700000">
              <a:off x="9757285" y="116467"/>
              <a:ext cx="365971" cy="1546595"/>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7203 w 477152"/>
                <a:gd name="connsiteY0" fmla="*/ 202492 h 2313350"/>
                <a:gd name="connsiteX1" fmla="*/ 25429 w 477152"/>
                <a:gd name="connsiteY1" fmla="*/ 0 h 2313350"/>
                <a:gd name="connsiteX2" fmla="*/ 337626 w 477152"/>
                <a:gd name="connsiteY2" fmla="*/ 122559 h 2313350"/>
                <a:gd name="connsiteX3" fmla="*/ 477152 w 477152"/>
                <a:gd name="connsiteY3" fmla="*/ 202492 h 2313350"/>
                <a:gd name="connsiteX4" fmla="*/ 477152 w 477152"/>
                <a:gd name="connsiteY4" fmla="*/ 2235024 h 2313350"/>
                <a:gd name="connsiteX5" fmla="*/ 398826 w 477152"/>
                <a:gd name="connsiteY5" fmla="*/ 2313350 h 2313350"/>
                <a:gd name="connsiteX6" fmla="*/ 85529 w 477152"/>
                <a:gd name="connsiteY6" fmla="*/ 2313350 h 2313350"/>
                <a:gd name="connsiteX7" fmla="*/ 7203 w 477152"/>
                <a:gd name="connsiteY7" fmla="*/ 2235024 h 2313350"/>
                <a:gd name="connsiteX8" fmla="*/ 7203 w 477152"/>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1 w 469948"/>
                <a:gd name="connsiteY0" fmla="*/ 174286 h 2285144"/>
                <a:gd name="connsiteX1" fmla="*/ 49782 w 469948"/>
                <a:gd name="connsiteY1" fmla="*/ 1 h 2285144"/>
                <a:gd name="connsiteX2" fmla="*/ 334387 w 469948"/>
                <a:gd name="connsiteY2" fmla="*/ 77186 h 2285144"/>
                <a:gd name="connsiteX3" fmla="*/ 469948 w 469948"/>
                <a:gd name="connsiteY3" fmla="*/ 174286 h 2285144"/>
                <a:gd name="connsiteX4" fmla="*/ 469948 w 469948"/>
                <a:gd name="connsiteY4" fmla="*/ 2206818 h 2285144"/>
                <a:gd name="connsiteX5" fmla="*/ 391622 w 469948"/>
                <a:gd name="connsiteY5" fmla="*/ 2285144 h 2285144"/>
                <a:gd name="connsiteX6" fmla="*/ 78325 w 469948"/>
                <a:gd name="connsiteY6" fmla="*/ 2285144 h 2285144"/>
                <a:gd name="connsiteX7" fmla="*/ -1 w 469948"/>
                <a:gd name="connsiteY7" fmla="*/ 2206818 h 2285144"/>
                <a:gd name="connsiteX8" fmla="*/ -1 w 469948"/>
                <a:gd name="connsiteY8" fmla="*/ 174286 h 2285144"/>
                <a:gd name="connsiteX0" fmla="*/ 0 w 469949"/>
                <a:gd name="connsiteY0" fmla="*/ 174285 h 2285143"/>
                <a:gd name="connsiteX1" fmla="*/ 49783 w 469949"/>
                <a:gd name="connsiteY1" fmla="*/ 0 h 2285143"/>
                <a:gd name="connsiteX2" fmla="*/ 334388 w 469949"/>
                <a:gd name="connsiteY2" fmla="*/ 77185 h 2285143"/>
                <a:gd name="connsiteX3" fmla="*/ 469949 w 469949"/>
                <a:gd name="connsiteY3" fmla="*/ 174285 h 2285143"/>
                <a:gd name="connsiteX4" fmla="*/ 469949 w 469949"/>
                <a:gd name="connsiteY4" fmla="*/ 2206817 h 2285143"/>
                <a:gd name="connsiteX5" fmla="*/ 391623 w 469949"/>
                <a:gd name="connsiteY5" fmla="*/ 2285143 h 2285143"/>
                <a:gd name="connsiteX6" fmla="*/ 78326 w 469949"/>
                <a:gd name="connsiteY6" fmla="*/ 2285143 h 2285143"/>
                <a:gd name="connsiteX7" fmla="*/ 0 w 469949"/>
                <a:gd name="connsiteY7" fmla="*/ 2206817 h 2285143"/>
                <a:gd name="connsiteX8" fmla="*/ 0 w 469949"/>
                <a:gd name="connsiteY8" fmla="*/ 174285 h 2285143"/>
                <a:gd name="connsiteX0" fmla="*/ 1054 w 471003"/>
                <a:gd name="connsiteY0" fmla="*/ 197892 h 2308750"/>
                <a:gd name="connsiteX1" fmla="*/ 34082 w 471003"/>
                <a:gd name="connsiteY1" fmla="*/ 0 h 2308750"/>
                <a:gd name="connsiteX2" fmla="*/ 335442 w 471003"/>
                <a:gd name="connsiteY2" fmla="*/ 100792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 name="connsiteX0" fmla="*/ 1054 w 471003"/>
                <a:gd name="connsiteY0" fmla="*/ 197892 h 2308750"/>
                <a:gd name="connsiteX1" fmla="*/ 34082 w 471003"/>
                <a:gd name="connsiteY1" fmla="*/ 0 h 2308750"/>
                <a:gd name="connsiteX2" fmla="*/ 334861 w 471003"/>
                <a:gd name="connsiteY2" fmla="*/ 89571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1003" h="2308750">
                  <a:moveTo>
                    <a:pt x="1054" y="197892"/>
                  </a:moveTo>
                  <a:cubicBezTo>
                    <a:pt x="1054" y="154634"/>
                    <a:pt x="-9176" y="0"/>
                    <a:pt x="34082" y="0"/>
                  </a:cubicBezTo>
                  <a:cubicBezTo>
                    <a:pt x="252569" y="55222"/>
                    <a:pt x="180322" y="46561"/>
                    <a:pt x="334861" y="89571"/>
                  </a:cubicBezTo>
                  <a:cubicBezTo>
                    <a:pt x="454403" y="123843"/>
                    <a:pt x="471003" y="154634"/>
                    <a:pt x="471003" y="197892"/>
                  </a:cubicBezTo>
                  <a:lnTo>
                    <a:pt x="471003" y="2230424"/>
                  </a:lnTo>
                  <a:cubicBezTo>
                    <a:pt x="471003" y="2273682"/>
                    <a:pt x="435935" y="2308750"/>
                    <a:pt x="392677" y="2308750"/>
                  </a:cubicBezTo>
                  <a:lnTo>
                    <a:pt x="79380" y="2308750"/>
                  </a:lnTo>
                  <a:cubicBezTo>
                    <a:pt x="36122" y="2308750"/>
                    <a:pt x="1054" y="2273682"/>
                    <a:pt x="1054" y="2230424"/>
                  </a:cubicBezTo>
                  <a:lnTo>
                    <a:pt x="1054" y="197892"/>
                  </a:lnTo>
                  <a:close/>
                </a:path>
              </a:pathLst>
            </a:cu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4" name="사각형: 둥근 모서리 23">
              <a:extLst>
                <a:ext uri="{FF2B5EF4-FFF2-40B4-BE49-F238E27FC236}">
                  <a16:creationId xmlns:a16="http://schemas.microsoft.com/office/drawing/2014/main" id="{D84E8DEB-2540-8D52-2097-8A0B84519D14}"/>
                </a:ext>
              </a:extLst>
            </p:cNvPr>
            <p:cNvSpPr/>
            <p:nvPr userDrawn="1"/>
          </p:nvSpPr>
          <p:spPr>
            <a:xfrm rot="4506704" flipH="1">
              <a:off x="9456291" y="360823"/>
              <a:ext cx="464231" cy="107393"/>
            </a:xfrm>
            <a:prstGeom prst="roundRect">
              <a:avLst>
                <a:gd name="adj" fmla="val 32586"/>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5" name="사각형: 둥근 모서리 24">
              <a:extLst>
                <a:ext uri="{FF2B5EF4-FFF2-40B4-BE49-F238E27FC236}">
                  <a16:creationId xmlns:a16="http://schemas.microsoft.com/office/drawing/2014/main" id="{C3344A89-4809-DD59-23EA-4FD793BECF83}"/>
                </a:ext>
              </a:extLst>
            </p:cNvPr>
            <p:cNvSpPr/>
            <p:nvPr userDrawn="1"/>
          </p:nvSpPr>
          <p:spPr>
            <a:xfrm flipH="1">
              <a:off x="9586770" y="180267"/>
              <a:ext cx="351774" cy="60140"/>
            </a:xfrm>
            <a:prstGeom prst="roundRect">
              <a:avLst>
                <a:gd name="adj" fmla="val 32586"/>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6" name="사각형: 둥근 모서리 25">
              <a:extLst>
                <a:ext uri="{FF2B5EF4-FFF2-40B4-BE49-F238E27FC236}">
                  <a16:creationId xmlns:a16="http://schemas.microsoft.com/office/drawing/2014/main" id="{AC3D8F07-1C02-3E73-01E8-41A155CCDB1D}"/>
                </a:ext>
              </a:extLst>
            </p:cNvPr>
            <p:cNvSpPr/>
            <p:nvPr userDrawn="1"/>
          </p:nvSpPr>
          <p:spPr>
            <a:xfrm>
              <a:off x="6347129" y="186675"/>
              <a:ext cx="408152" cy="183858"/>
            </a:xfrm>
            <a:prstGeom prst="roundRect">
              <a:avLst>
                <a:gd name="adj" fmla="val 23143"/>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7" name="사각형: 둥근 모서리 26">
              <a:extLst>
                <a:ext uri="{FF2B5EF4-FFF2-40B4-BE49-F238E27FC236}">
                  <a16:creationId xmlns:a16="http://schemas.microsoft.com/office/drawing/2014/main" id="{F52B978E-9C88-1E75-EF2C-6F071425AA66}"/>
                </a:ext>
              </a:extLst>
            </p:cNvPr>
            <p:cNvSpPr/>
            <p:nvPr userDrawn="1"/>
          </p:nvSpPr>
          <p:spPr>
            <a:xfrm flipH="1">
              <a:off x="6766153" y="1568154"/>
              <a:ext cx="358839" cy="107393"/>
            </a:xfrm>
            <a:prstGeom prst="roundRect">
              <a:avLst>
                <a:gd name="adj" fmla="val 43099"/>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8" name="사각형: 둥근 모서리 27">
              <a:extLst>
                <a:ext uri="{FF2B5EF4-FFF2-40B4-BE49-F238E27FC236}">
                  <a16:creationId xmlns:a16="http://schemas.microsoft.com/office/drawing/2014/main" id="{7CCA3927-601C-0089-540E-B40E21642851}"/>
                </a:ext>
              </a:extLst>
            </p:cNvPr>
            <p:cNvSpPr/>
            <p:nvPr userDrawn="1"/>
          </p:nvSpPr>
          <p:spPr>
            <a:xfrm rot="4506704" flipH="1">
              <a:off x="6793110" y="1378492"/>
              <a:ext cx="464231" cy="107393"/>
            </a:xfrm>
            <a:prstGeom prst="roundRect">
              <a:avLst>
                <a:gd name="adj" fmla="val 50000"/>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9" name="사각형: 둥근 모서리 48">
              <a:extLst>
                <a:ext uri="{FF2B5EF4-FFF2-40B4-BE49-F238E27FC236}">
                  <a16:creationId xmlns:a16="http://schemas.microsoft.com/office/drawing/2014/main" id="{74ED5022-514D-AC86-79B3-BFB20B0BDA78}"/>
                </a:ext>
              </a:extLst>
            </p:cNvPr>
            <p:cNvSpPr/>
            <p:nvPr userDrawn="1"/>
          </p:nvSpPr>
          <p:spPr>
            <a:xfrm rot="20700000">
              <a:off x="6565113" y="116467"/>
              <a:ext cx="365971" cy="1546595"/>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7203 w 477152"/>
                <a:gd name="connsiteY0" fmla="*/ 202492 h 2313350"/>
                <a:gd name="connsiteX1" fmla="*/ 25429 w 477152"/>
                <a:gd name="connsiteY1" fmla="*/ 0 h 2313350"/>
                <a:gd name="connsiteX2" fmla="*/ 337626 w 477152"/>
                <a:gd name="connsiteY2" fmla="*/ 122559 h 2313350"/>
                <a:gd name="connsiteX3" fmla="*/ 477152 w 477152"/>
                <a:gd name="connsiteY3" fmla="*/ 202492 h 2313350"/>
                <a:gd name="connsiteX4" fmla="*/ 477152 w 477152"/>
                <a:gd name="connsiteY4" fmla="*/ 2235024 h 2313350"/>
                <a:gd name="connsiteX5" fmla="*/ 398826 w 477152"/>
                <a:gd name="connsiteY5" fmla="*/ 2313350 h 2313350"/>
                <a:gd name="connsiteX6" fmla="*/ 85529 w 477152"/>
                <a:gd name="connsiteY6" fmla="*/ 2313350 h 2313350"/>
                <a:gd name="connsiteX7" fmla="*/ 7203 w 477152"/>
                <a:gd name="connsiteY7" fmla="*/ 2235024 h 2313350"/>
                <a:gd name="connsiteX8" fmla="*/ 7203 w 477152"/>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1 w 469948"/>
                <a:gd name="connsiteY0" fmla="*/ 174286 h 2285144"/>
                <a:gd name="connsiteX1" fmla="*/ 49782 w 469948"/>
                <a:gd name="connsiteY1" fmla="*/ 1 h 2285144"/>
                <a:gd name="connsiteX2" fmla="*/ 334387 w 469948"/>
                <a:gd name="connsiteY2" fmla="*/ 77186 h 2285144"/>
                <a:gd name="connsiteX3" fmla="*/ 469948 w 469948"/>
                <a:gd name="connsiteY3" fmla="*/ 174286 h 2285144"/>
                <a:gd name="connsiteX4" fmla="*/ 469948 w 469948"/>
                <a:gd name="connsiteY4" fmla="*/ 2206818 h 2285144"/>
                <a:gd name="connsiteX5" fmla="*/ 391622 w 469948"/>
                <a:gd name="connsiteY5" fmla="*/ 2285144 h 2285144"/>
                <a:gd name="connsiteX6" fmla="*/ 78325 w 469948"/>
                <a:gd name="connsiteY6" fmla="*/ 2285144 h 2285144"/>
                <a:gd name="connsiteX7" fmla="*/ -1 w 469948"/>
                <a:gd name="connsiteY7" fmla="*/ 2206818 h 2285144"/>
                <a:gd name="connsiteX8" fmla="*/ -1 w 469948"/>
                <a:gd name="connsiteY8" fmla="*/ 174286 h 2285144"/>
                <a:gd name="connsiteX0" fmla="*/ 0 w 469949"/>
                <a:gd name="connsiteY0" fmla="*/ 174285 h 2285143"/>
                <a:gd name="connsiteX1" fmla="*/ 49783 w 469949"/>
                <a:gd name="connsiteY1" fmla="*/ 0 h 2285143"/>
                <a:gd name="connsiteX2" fmla="*/ 334388 w 469949"/>
                <a:gd name="connsiteY2" fmla="*/ 77185 h 2285143"/>
                <a:gd name="connsiteX3" fmla="*/ 469949 w 469949"/>
                <a:gd name="connsiteY3" fmla="*/ 174285 h 2285143"/>
                <a:gd name="connsiteX4" fmla="*/ 469949 w 469949"/>
                <a:gd name="connsiteY4" fmla="*/ 2206817 h 2285143"/>
                <a:gd name="connsiteX5" fmla="*/ 391623 w 469949"/>
                <a:gd name="connsiteY5" fmla="*/ 2285143 h 2285143"/>
                <a:gd name="connsiteX6" fmla="*/ 78326 w 469949"/>
                <a:gd name="connsiteY6" fmla="*/ 2285143 h 2285143"/>
                <a:gd name="connsiteX7" fmla="*/ 0 w 469949"/>
                <a:gd name="connsiteY7" fmla="*/ 2206817 h 2285143"/>
                <a:gd name="connsiteX8" fmla="*/ 0 w 469949"/>
                <a:gd name="connsiteY8" fmla="*/ 174285 h 2285143"/>
                <a:gd name="connsiteX0" fmla="*/ 1054 w 471003"/>
                <a:gd name="connsiteY0" fmla="*/ 197892 h 2308750"/>
                <a:gd name="connsiteX1" fmla="*/ 34082 w 471003"/>
                <a:gd name="connsiteY1" fmla="*/ 0 h 2308750"/>
                <a:gd name="connsiteX2" fmla="*/ 335442 w 471003"/>
                <a:gd name="connsiteY2" fmla="*/ 100792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 name="connsiteX0" fmla="*/ 1054 w 471003"/>
                <a:gd name="connsiteY0" fmla="*/ 197892 h 2308750"/>
                <a:gd name="connsiteX1" fmla="*/ 34082 w 471003"/>
                <a:gd name="connsiteY1" fmla="*/ 0 h 2308750"/>
                <a:gd name="connsiteX2" fmla="*/ 334861 w 471003"/>
                <a:gd name="connsiteY2" fmla="*/ 89571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1003" h="2308750">
                  <a:moveTo>
                    <a:pt x="1054" y="197892"/>
                  </a:moveTo>
                  <a:cubicBezTo>
                    <a:pt x="1054" y="154634"/>
                    <a:pt x="-9176" y="0"/>
                    <a:pt x="34082" y="0"/>
                  </a:cubicBezTo>
                  <a:cubicBezTo>
                    <a:pt x="252569" y="55222"/>
                    <a:pt x="180322" y="46561"/>
                    <a:pt x="334861" y="89571"/>
                  </a:cubicBezTo>
                  <a:cubicBezTo>
                    <a:pt x="454403" y="123843"/>
                    <a:pt x="471003" y="154634"/>
                    <a:pt x="471003" y="197892"/>
                  </a:cubicBezTo>
                  <a:lnTo>
                    <a:pt x="471003" y="2230424"/>
                  </a:lnTo>
                  <a:cubicBezTo>
                    <a:pt x="471003" y="2273682"/>
                    <a:pt x="435935" y="2308750"/>
                    <a:pt x="392677" y="2308750"/>
                  </a:cubicBezTo>
                  <a:lnTo>
                    <a:pt x="79380" y="2308750"/>
                  </a:lnTo>
                  <a:cubicBezTo>
                    <a:pt x="36122" y="2308750"/>
                    <a:pt x="1054" y="2273682"/>
                    <a:pt x="1054" y="2230424"/>
                  </a:cubicBezTo>
                  <a:lnTo>
                    <a:pt x="1054" y="197892"/>
                  </a:lnTo>
                  <a:close/>
                </a:path>
              </a:pathLst>
            </a:cu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30" name="사각형: 둥근 모서리 29">
              <a:extLst>
                <a:ext uri="{FF2B5EF4-FFF2-40B4-BE49-F238E27FC236}">
                  <a16:creationId xmlns:a16="http://schemas.microsoft.com/office/drawing/2014/main" id="{6DF17EFE-4DE7-23E0-83AE-F34E55751FBA}"/>
                </a:ext>
              </a:extLst>
            </p:cNvPr>
            <p:cNvSpPr/>
            <p:nvPr userDrawn="1"/>
          </p:nvSpPr>
          <p:spPr>
            <a:xfrm rot="4506704" flipH="1">
              <a:off x="6264119" y="360823"/>
              <a:ext cx="464231" cy="107393"/>
            </a:xfrm>
            <a:prstGeom prst="roundRect">
              <a:avLst>
                <a:gd name="adj" fmla="val 32586"/>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31" name="사각형: 둥근 모서리 30">
              <a:extLst>
                <a:ext uri="{FF2B5EF4-FFF2-40B4-BE49-F238E27FC236}">
                  <a16:creationId xmlns:a16="http://schemas.microsoft.com/office/drawing/2014/main" id="{E99538CC-61E2-1721-E8D1-CDDF420D356E}"/>
                </a:ext>
              </a:extLst>
            </p:cNvPr>
            <p:cNvSpPr/>
            <p:nvPr userDrawn="1"/>
          </p:nvSpPr>
          <p:spPr>
            <a:xfrm flipH="1">
              <a:off x="6394598" y="180267"/>
              <a:ext cx="351774" cy="60140"/>
            </a:xfrm>
            <a:prstGeom prst="roundRect">
              <a:avLst>
                <a:gd name="adj" fmla="val 32586"/>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grpSp>
      <p:grpSp>
        <p:nvGrpSpPr>
          <p:cNvPr id="32" name="그룹 31">
            <a:extLst>
              <a:ext uri="{FF2B5EF4-FFF2-40B4-BE49-F238E27FC236}">
                <a16:creationId xmlns:a16="http://schemas.microsoft.com/office/drawing/2014/main" id="{50790F64-4FE8-0A76-F8EF-FEA76BB718F4}"/>
              </a:ext>
            </a:extLst>
          </p:cNvPr>
          <p:cNvGrpSpPr/>
          <p:nvPr userDrawn="1"/>
        </p:nvGrpSpPr>
        <p:grpSpPr>
          <a:xfrm>
            <a:off x="9608429" y="6377262"/>
            <a:ext cx="2549704" cy="447351"/>
            <a:chOff x="2347257" y="6113745"/>
            <a:chExt cx="2549704" cy="447351"/>
          </a:xfrm>
        </p:grpSpPr>
        <p:pic>
          <p:nvPicPr>
            <p:cNvPr id="33" name="그림 32" descr="로고, 그래픽, 그래픽 디자인, 스크린샷이(가) 표시된 사진&#10;&#10;자동 생성된 설명">
              <a:extLst>
                <a:ext uri="{FF2B5EF4-FFF2-40B4-BE49-F238E27FC236}">
                  <a16:creationId xmlns:a16="http://schemas.microsoft.com/office/drawing/2014/main" id="{5F0107DC-1969-2332-9966-A8D4F0495726}"/>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347257" y="6113745"/>
              <a:ext cx="1016707" cy="447351"/>
            </a:xfrm>
            <a:prstGeom prst="rect">
              <a:avLst/>
            </a:prstGeom>
          </p:spPr>
        </p:pic>
        <p:sp>
          <p:nvSpPr>
            <p:cNvPr id="34" name="TextBox 33">
              <a:extLst>
                <a:ext uri="{FF2B5EF4-FFF2-40B4-BE49-F238E27FC236}">
                  <a16:creationId xmlns:a16="http://schemas.microsoft.com/office/drawing/2014/main" id="{21C8422F-847D-E2D6-6D3B-C424656E2C83}"/>
                </a:ext>
              </a:extLst>
            </p:cNvPr>
            <p:cNvSpPr txBox="1"/>
            <p:nvPr userDrawn="1"/>
          </p:nvSpPr>
          <p:spPr>
            <a:xfrm>
              <a:off x="3356155" y="6113745"/>
              <a:ext cx="1540806" cy="374526"/>
            </a:xfrm>
            <a:prstGeom prst="rect">
              <a:avLst/>
            </a:prstGeom>
            <a:noFill/>
          </p:spPr>
          <p:txBody>
            <a:bodyPr wrap="square" rtlCol="0" anchor="ctr">
              <a:spAutoFit/>
            </a:bodyPr>
            <a:lstStyle/>
            <a:p>
              <a:pPr algn="ctr">
                <a:lnSpc>
                  <a:spcPts val="1100"/>
                </a:lnSpc>
              </a:pPr>
              <a:r>
                <a:rPr lang="en-US" sz="1200" b="1" dirty="0">
                  <a:solidFill>
                    <a:srgbClr val="5A5B5E"/>
                  </a:solidFill>
                  <a:latin typeface="Trebuchet MS" panose="020B0703020202090204" pitchFamily="34" charset="0"/>
                  <a:ea typeface="Baskerville" panose="02020502070401020303" pitchFamily="18" charset="0"/>
                </a:rPr>
                <a:t>School of Software</a:t>
              </a:r>
            </a:p>
            <a:p>
              <a:pPr algn="ctr">
                <a:lnSpc>
                  <a:spcPts val="1100"/>
                </a:lnSpc>
              </a:pPr>
              <a:r>
                <a:rPr lang="en-US" sz="1200" b="1" dirty="0" err="1">
                  <a:solidFill>
                    <a:srgbClr val="1DA1C6"/>
                  </a:solidFill>
                  <a:latin typeface="Trebuchet MS" panose="020B0703020202090204" pitchFamily="34" charset="0"/>
                  <a:ea typeface="Baskerville" panose="02020502070401020303" pitchFamily="18" charset="0"/>
                </a:rPr>
                <a:t>Soongsil</a:t>
              </a:r>
              <a:r>
                <a:rPr lang="en-US" sz="1200" b="1" dirty="0">
                  <a:solidFill>
                    <a:srgbClr val="1DA1C6"/>
                  </a:solidFill>
                  <a:latin typeface="Trebuchet MS" panose="020B0703020202090204" pitchFamily="34" charset="0"/>
                  <a:ea typeface="Baskerville" panose="02020502070401020303" pitchFamily="18" charset="0"/>
                </a:rPr>
                <a:t> University</a:t>
              </a:r>
            </a:p>
          </p:txBody>
        </p:sp>
      </p:grpSp>
      <p:sp>
        <p:nvSpPr>
          <p:cNvPr id="43" name="내용 개체 틀 42">
            <a:extLst>
              <a:ext uri="{FF2B5EF4-FFF2-40B4-BE49-F238E27FC236}">
                <a16:creationId xmlns:a16="http://schemas.microsoft.com/office/drawing/2014/main" id="{7F399805-B9E0-9A92-4145-86CBE2C1A796}"/>
              </a:ext>
            </a:extLst>
          </p:cNvPr>
          <p:cNvSpPr>
            <a:spLocks noGrp="1"/>
          </p:cNvSpPr>
          <p:nvPr>
            <p:ph sz="quarter" idx="10"/>
          </p:nvPr>
        </p:nvSpPr>
        <p:spPr>
          <a:xfrm>
            <a:off x="1524001" y="1299326"/>
            <a:ext cx="9144000" cy="855183"/>
          </a:xfrm>
        </p:spPr>
        <p:txBody>
          <a:bodyPr anchor="b"/>
          <a:lstStyle>
            <a:lvl1pPr marL="0" indent="0" algn="ctr">
              <a:buNone/>
              <a:defRPr sz="4800" b="1">
                <a:latin typeface="Trebuchet MS" panose="020B0603020202020204" pitchFamily="34" charset="0"/>
              </a:defRPr>
            </a:lvl1pPr>
          </a:lstStyle>
          <a:p>
            <a:pPr lvl="0"/>
            <a:r>
              <a:rPr lang="ko-KR" altLang="en-US" dirty="0"/>
              <a:t>마스터 텍스트 스타일</a:t>
            </a:r>
          </a:p>
        </p:txBody>
      </p:sp>
    </p:spTree>
    <p:extLst>
      <p:ext uri="{BB962C8B-B14F-4D97-AF65-F5344CB8AC3E}">
        <p14:creationId xmlns:p14="http://schemas.microsoft.com/office/powerpoint/2010/main" val="3125989009"/>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마지막 슬라이드">
    <p:spTree>
      <p:nvGrpSpPr>
        <p:cNvPr id="1" name=""/>
        <p:cNvGrpSpPr/>
        <p:nvPr/>
      </p:nvGrpSpPr>
      <p:grpSpPr>
        <a:xfrm>
          <a:off x="0" y="0"/>
          <a:ext cx="0" cy="0"/>
          <a:chOff x="0" y="0"/>
          <a:chExt cx="0" cy="0"/>
        </a:xfrm>
      </p:grpSpPr>
      <p:sp>
        <p:nvSpPr>
          <p:cNvPr id="2" name="Title 1"/>
          <p:cNvSpPr>
            <a:spLocks noGrp="1"/>
          </p:cNvSpPr>
          <p:nvPr>
            <p:ph type="ctrTitle"/>
          </p:nvPr>
        </p:nvSpPr>
        <p:spPr>
          <a:xfrm>
            <a:off x="1524001" y="1122363"/>
            <a:ext cx="9144000" cy="2387600"/>
          </a:xfrm>
          <a:prstGeom prst="rect">
            <a:avLst/>
          </a:prstGeom>
        </p:spPr>
        <p:txBody>
          <a:bodyPr anchor="b"/>
          <a:lstStyle>
            <a:lvl1pPr algn="ctr">
              <a:defRPr sz="4800">
                <a:latin typeface="Trebuchet MS" panose="020B0703020202090204" pitchFamily="34" charset="0"/>
              </a:defRPr>
            </a:lvl1pPr>
          </a:lstStyle>
          <a:p>
            <a:r>
              <a:rPr lang="en-US" dirty="0"/>
              <a:t>Click to edit Master title style</a:t>
            </a:r>
          </a:p>
        </p:txBody>
      </p:sp>
      <p:grpSp>
        <p:nvGrpSpPr>
          <p:cNvPr id="32" name="그룹 31">
            <a:extLst>
              <a:ext uri="{FF2B5EF4-FFF2-40B4-BE49-F238E27FC236}">
                <a16:creationId xmlns:a16="http://schemas.microsoft.com/office/drawing/2014/main" id="{50790F64-4FE8-0A76-F8EF-FEA76BB718F4}"/>
              </a:ext>
            </a:extLst>
          </p:cNvPr>
          <p:cNvGrpSpPr/>
          <p:nvPr userDrawn="1"/>
        </p:nvGrpSpPr>
        <p:grpSpPr>
          <a:xfrm>
            <a:off x="9608429" y="6377262"/>
            <a:ext cx="2549704" cy="447351"/>
            <a:chOff x="2347257" y="6113745"/>
            <a:chExt cx="2549704" cy="447351"/>
          </a:xfrm>
        </p:grpSpPr>
        <p:pic>
          <p:nvPicPr>
            <p:cNvPr id="33" name="그림 32" descr="로고, 그래픽, 그래픽 디자인, 스크린샷이(가) 표시된 사진&#10;&#10;자동 생성된 설명">
              <a:extLst>
                <a:ext uri="{FF2B5EF4-FFF2-40B4-BE49-F238E27FC236}">
                  <a16:creationId xmlns:a16="http://schemas.microsoft.com/office/drawing/2014/main" id="{5F0107DC-1969-2332-9966-A8D4F0495726}"/>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347257" y="6113745"/>
              <a:ext cx="1016707" cy="447351"/>
            </a:xfrm>
            <a:prstGeom prst="rect">
              <a:avLst/>
            </a:prstGeom>
          </p:spPr>
        </p:pic>
        <p:sp>
          <p:nvSpPr>
            <p:cNvPr id="34" name="TextBox 33">
              <a:extLst>
                <a:ext uri="{FF2B5EF4-FFF2-40B4-BE49-F238E27FC236}">
                  <a16:creationId xmlns:a16="http://schemas.microsoft.com/office/drawing/2014/main" id="{21C8422F-847D-E2D6-6D3B-C424656E2C83}"/>
                </a:ext>
              </a:extLst>
            </p:cNvPr>
            <p:cNvSpPr txBox="1"/>
            <p:nvPr userDrawn="1"/>
          </p:nvSpPr>
          <p:spPr>
            <a:xfrm>
              <a:off x="3356155" y="6113745"/>
              <a:ext cx="1540806" cy="374526"/>
            </a:xfrm>
            <a:prstGeom prst="rect">
              <a:avLst/>
            </a:prstGeom>
            <a:noFill/>
          </p:spPr>
          <p:txBody>
            <a:bodyPr wrap="square" rtlCol="0" anchor="ctr">
              <a:spAutoFit/>
            </a:bodyPr>
            <a:lstStyle/>
            <a:p>
              <a:pPr algn="ctr">
                <a:lnSpc>
                  <a:spcPts val="1100"/>
                </a:lnSpc>
              </a:pPr>
              <a:r>
                <a:rPr lang="en-US" sz="1200" b="1" dirty="0">
                  <a:solidFill>
                    <a:srgbClr val="5A5B5E"/>
                  </a:solidFill>
                  <a:latin typeface="Trebuchet MS" panose="020B0703020202090204" pitchFamily="34" charset="0"/>
                  <a:ea typeface="Baskerville" panose="02020502070401020303" pitchFamily="18" charset="0"/>
                </a:rPr>
                <a:t>School of Software</a:t>
              </a:r>
            </a:p>
            <a:p>
              <a:pPr algn="ctr">
                <a:lnSpc>
                  <a:spcPts val="1100"/>
                </a:lnSpc>
              </a:pPr>
              <a:r>
                <a:rPr lang="en-US" sz="1200" b="1" dirty="0" err="1">
                  <a:solidFill>
                    <a:srgbClr val="1DA1C6"/>
                  </a:solidFill>
                  <a:latin typeface="Trebuchet MS" panose="020B0703020202090204" pitchFamily="34" charset="0"/>
                  <a:ea typeface="Baskerville" panose="02020502070401020303" pitchFamily="18" charset="0"/>
                </a:rPr>
                <a:t>Soongsil</a:t>
              </a:r>
              <a:r>
                <a:rPr lang="en-US" sz="1200" b="1" dirty="0">
                  <a:solidFill>
                    <a:srgbClr val="1DA1C6"/>
                  </a:solidFill>
                  <a:latin typeface="Trebuchet MS" panose="020B0703020202090204" pitchFamily="34" charset="0"/>
                  <a:ea typeface="Baskerville" panose="02020502070401020303" pitchFamily="18" charset="0"/>
                </a:rPr>
                <a:t> University</a:t>
              </a:r>
            </a:p>
          </p:txBody>
        </p:sp>
      </p:grpSp>
      <p:pic>
        <p:nvPicPr>
          <p:cNvPr id="35" name="그림 34">
            <a:extLst>
              <a:ext uri="{FF2B5EF4-FFF2-40B4-BE49-F238E27FC236}">
                <a16:creationId xmlns:a16="http://schemas.microsoft.com/office/drawing/2014/main" id="{4538A30A-D7A1-6521-A4C9-7B9DA3C4FFD7}"/>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0" y="5546080"/>
            <a:ext cx="1311920" cy="1311920"/>
          </a:xfrm>
          <a:prstGeom prst="rect">
            <a:avLst/>
          </a:prstGeom>
        </p:spPr>
      </p:pic>
      <p:sp>
        <p:nvSpPr>
          <p:cNvPr id="36" name="직사각형 35">
            <a:extLst>
              <a:ext uri="{FF2B5EF4-FFF2-40B4-BE49-F238E27FC236}">
                <a16:creationId xmlns:a16="http://schemas.microsoft.com/office/drawing/2014/main" id="{25080A8C-CABB-86CB-451E-4AA69A1125FB}"/>
              </a:ext>
            </a:extLst>
          </p:cNvPr>
          <p:cNvSpPr/>
          <p:nvPr userDrawn="1"/>
        </p:nvSpPr>
        <p:spPr>
          <a:xfrm>
            <a:off x="1197392" y="6516837"/>
            <a:ext cx="2395207" cy="307777"/>
          </a:xfrm>
          <a:prstGeom prst="rect">
            <a:avLst/>
          </a:prstGeom>
        </p:spPr>
        <p:txBody>
          <a:bodyPr wrap="none">
            <a:spAutoFit/>
          </a:bodyPr>
          <a:lstStyle/>
          <a:p>
            <a:r>
              <a:rPr lang="en-US" altLang="ko-KR" sz="1400" b="1" dirty="0">
                <a:latin typeface="Trebuchet MS" panose="020B0603020202020204" pitchFamily="34" charset="0"/>
              </a:rPr>
              <a:t>Lab: https://aica.ssu.ac.kr</a:t>
            </a:r>
            <a:endParaRPr lang="ko-KR" altLang="en-US" sz="1400" b="1" dirty="0">
              <a:latin typeface="Trebuchet MS" panose="020B0603020202020204" pitchFamily="34" charset="0"/>
            </a:endParaRPr>
          </a:p>
        </p:txBody>
      </p:sp>
      <p:sp>
        <p:nvSpPr>
          <p:cNvPr id="17" name="텍스트 개체 틀 16">
            <a:extLst>
              <a:ext uri="{FF2B5EF4-FFF2-40B4-BE49-F238E27FC236}">
                <a16:creationId xmlns:a16="http://schemas.microsoft.com/office/drawing/2014/main" id="{FB6F3407-DDCF-0C52-4C34-A45338DFBA8D}"/>
              </a:ext>
            </a:extLst>
          </p:cNvPr>
          <p:cNvSpPr>
            <a:spLocks noGrp="1"/>
          </p:cNvSpPr>
          <p:nvPr>
            <p:ph type="body" sz="quarter" idx="10" hasCustomPrompt="1"/>
          </p:nvPr>
        </p:nvSpPr>
        <p:spPr>
          <a:xfrm>
            <a:off x="1197392" y="6261269"/>
            <a:ext cx="3185923" cy="307777"/>
          </a:xfrm>
        </p:spPr>
        <p:txBody>
          <a:bodyPr>
            <a:normAutofit/>
          </a:bodyPr>
          <a:lstStyle>
            <a:lvl1pPr marL="0" indent="0">
              <a:buNone/>
              <a:defRPr sz="1400" b="1">
                <a:latin typeface="Trebuchet MS" panose="020B0603020202020204" pitchFamily="34" charset="0"/>
              </a:defRPr>
            </a:lvl1pPr>
            <a:lvl2pPr marL="457202" indent="0">
              <a:buNone/>
              <a:defRPr/>
            </a:lvl2pPr>
            <a:lvl3pPr marL="914404" indent="0">
              <a:buNone/>
              <a:defRPr/>
            </a:lvl3pPr>
            <a:lvl4pPr marL="1371605" indent="0">
              <a:buNone/>
              <a:defRPr/>
            </a:lvl4pPr>
            <a:lvl5pPr marL="1828807" indent="0">
              <a:buNone/>
              <a:defRPr/>
            </a:lvl5pPr>
          </a:lstStyle>
          <a:p>
            <a:pPr lvl="0"/>
            <a:r>
              <a:rPr lang="ko-KR" altLang="en-US" dirty="0"/>
              <a:t>본인 이메일 주소 </a:t>
            </a:r>
            <a:r>
              <a:rPr lang="en-US" altLang="ko-KR" dirty="0"/>
              <a:t>(E-mail: ~)</a:t>
            </a:r>
            <a:endParaRPr lang="ko-KR" altLang="en-US" dirty="0"/>
          </a:p>
        </p:txBody>
      </p:sp>
      <p:sp>
        <p:nvSpPr>
          <p:cNvPr id="19" name="부제목 2">
            <a:extLst>
              <a:ext uri="{FF2B5EF4-FFF2-40B4-BE49-F238E27FC236}">
                <a16:creationId xmlns:a16="http://schemas.microsoft.com/office/drawing/2014/main" id="{F294413C-AB4A-7E8A-9974-28FF957DA562}"/>
              </a:ext>
            </a:extLst>
          </p:cNvPr>
          <p:cNvSpPr txBox="1">
            <a:spLocks/>
          </p:cNvSpPr>
          <p:nvPr userDrawn="1"/>
        </p:nvSpPr>
        <p:spPr>
          <a:xfrm>
            <a:off x="3787205" y="5728639"/>
            <a:ext cx="4617590" cy="372676"/>
          </a:xfrm>
          <a:prstGeom prst="rect">
            <a:avLst/>
          </a:prstGeom>
        </p:spPr>
        <p:txBody>
          <a:bodyPr vert="horz" lIns="91440" tIns="45720" rIns="91440" bIns="45720" rtlCol="0">
            <a:noAutofit/>
          </a:bodyPr>
          <a:lstStyle>
            <a:lvl1pPr marL="0" indent="0" algn="ctr" defTabSz="914400" rtl="0" eaLnBrk="1" latinLnBrk="1" hangingPunct="1">
              <a:lnSpc>
                <a:spcPct val="90000"/>
              </a:lnSpc>
              <a:spcBef>
                <a:spcPts val="1000"/>
              </a:spcBef>
              <a:buFont typeface="Arial" panose="020B0604020202020204" pitchFamily="34" charset="0"/>
              <a:buNone/>
              <a:defRPr sz="2400" kern="1200">
                <a:solidFill>
                  <a:schemeClr val="tx1"/>
                </a:solidFill>
                <a:latin typeface="Trebuchet MS" panose="020B0703020202090204" pitchFamily="34" charset="0"/>
                <a:ea typeface="+mn-ea"/>
                <a:cs typeface="+mn-cs"/>
              </a:defRPr>
            </a:lvl1pPr>
            <a:lvl2pPr marL="457200" indent="0" algn="ctr" defTabSz="914400" rtl="0" eaLnBrk="1" latinLnBrk="1"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1"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altLang="ko-KR" sz="1400" b="1" dirty="0">
                <a:solidFill>
                  <a:schemeClr val="tx1">
                    <a:lumMod val="50000"/>
                    <a:lumOff val="50000"/>
                  </a:schemeClr>
                </a:solidFill>
                <a:latin typeface="Trebuchet MS" panose="020B0703020202090204" pitchFamily="34" charset="0"/>
                <a:ea typeface="Baskerville" panose="02020502070401020303" pitchFamily="18" charset="0"/>
              </a:rPr>
              <a:t>Advanced Intelligent Computing Architecture Lab.</a:t>
            </a:r>
            <a:endParaRPr lang="ko-KR" altLang="en-US" sz="1400" dirty="0">
              <a:solidFill>
                <a:schemeClr val="tx1">
                  <a:lumMod val="50000"/>
                  <a:lumOff val="50000"/>
                </a:schemeClr>
              </a:solidFill>
              <a:latin typeface="Trebuchet MS" panose="020B0603020202020204" pitchFamily="34" charset="0"/>
            </a:endParaRPr>
          </a:p>
        </p:txBody>
      </p:sp>
      <p:grpSp>
        <p:nvGrpSpPr>
          <p:cNvPr id="37" name="그룹 36">
            <a:extLst>
              <a:ext uri="{FF2B5EF4-FFF2-40B4-BE49-F238E27FC236}">
                <a16:creationId xmlns:a16="http://schemas.microsoft.com/office/drawing/2014/main" id="{63E9D89E-488B-7C80-8E05-D47E50776676}"/>
              </a:ext>
            </a:extLst>
          </p:cNvPr>
          <p:cNvGrpSpPr/>
          <p:nvPr userDrawn="1"/>
        </p:nvGrpSpPr>
        <p:grpSpPr>
          <a:xfrm>
            <a:off x="5196905" y="4977344"/>
            <a:ext cx="1798190" cy="646162"/>
            <a:chOff x="5976117" y="116467"/>
            <a:chExt cx="4341047" cy="1559914"/>
          </a:xfrm>
        </p:grpSpPr>
        <p:sp>
          <p:nvSpPr>
            <p:cNvPr id="38" name="사각형: 둥근 모서리 37">
              <a:extLst>
                <a:ext uri="{FF2B5EF4-FFF2-40B4-BE49-F238E27FC236}">
                  <a16:creationId xmlns:a16="http://schemas.microsoft.com/office/drawing/2014/main" id="{64ADCAA0-1610-1964-CF41-4AE81DD6BF1C}"/>
                </a:ext>
              </a:extLst>
            </p:cNvPr>
            <p:cNvSpPr/>
            <p:nvPr userDrawn="1"/>
          </p:nvSpPr>
          <p:spPr>
            <a:xfrm>
              <a:off x="7547660" y="613810"/>
              <a:ext cx="360000" cy="1046263"/>
            </a:xfrm>
            <a:prstGeom prst="roundRect">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39" name="사각형: 둥근 모서리 38">
              <a:extLst>
                <a:ext uri="{FF2B5EF4-FFF2-40B4-BE49-F238E27FC236}">
                  <a16:creationId xmlns:a16="http://schemas.microsoft.com/office/drawing/2014/main" id="{028F6839-7E1F-F31F-B8F7-895801E25D74}"/>
                </a:ext>
              </a:extLst>
            </p:cNvPr>
            <p:cNvSpPr/>
            <p:nvPr userDrawn="1"/>
          </p:nvSpPr>
          <p:spPr>
            <a:xfrm>
              <a:off x="6776499" y="1312781"/>
              <a:ext cx="1131162" cy="363600"/>
            </a:xfrm>
            <a:prstGeom prst="roundRect">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0" name="사각형: 둥근 모서리 34">
              <a:extLst>
                <a:ext uri="{FF2B5EF4-FFF2-40B4-BE49-F238E27FC236}">
                  <a16:creationId xmlns:a16="http://schemas.microsoft.com/office/drawing/2014/main" id="{BBD4F966-775A-284D-982D-F7F64523168D}"/>
                </a:ext>
              </a:extLst>
            </p:cNvPr>
            <p:cNvSpPr/>
            <p:nvPr userDrawn="1"/>
          </p:nvSpPr>
          <p:spPr>
            <a:xfrm rot="923841">
              <a:off x="6171723" y="144498"/>
              <a:ext cx="372850" cy="1492452"/>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0 w 470074"/>
                <a:gd name="connsiteY0" fmla="*/ 168229 h 2279087"/>
                <a:gd name="connsiteX1" fmla="*/ 78326 w 470074"/>
                <a:gd name="connsiteY1" fmla="*/ 89903 h 2279087"/>
                <a:gd name="connsiteX2" fmla="*/ 431082 w 470074"/>
                <a:gd name="connsiteY2" fmla="*/ 0 h 2279087"/>
                <a:gd name="connsiteX3" fmla="*/ 469949 w 470074"/>
                <a:gd name="connsiteY3" fmla="*/ 168229 h 2279087"/>
                <a:gd name="connsiteX4" fmla="*/ 469949 w 470074"/>
                <a:gd name="connsiteY4" fmla="*/ 2200761 h 2279087"/>
                <a:gd name="connsiteX5" fmla="*/ 391623 w 470074"/>
                <a:gd name="connsiteY5" fmla="*/ 2279087 h 2279087"/>
                <a:gd name="connsiteX6" fmla="*/ 78326 w 470074"/>
                <a:gd name="connsiteY6" fmla="*/ 2279087 h 2279087"/>
                <a:gd name="connsiteX7" fmla="*/ 0 w 470074"/>
                <a:gd name="connsiteY7" fmla="*/ 2200761 h 2279087"/>
                <a:gd name="connsiteX8" fmla="*/ 0 w 470074"/>
                <a:gd name="connsiteY8" fmla="*/ 168229 h 2279087"/>
                <a:gd name="connsiteX0" fmla="*/ 0 w 473939"/>
                <a:gd name="connsiteY0" fmla="*/ 152392 h 2263250"/>
                <a:gd name="connsiteX1" fmla="*/ 78326 w 473939"/>
                <a:gd name="connsiteY1" fmla="*/ 74066 h 2263250"/>
                <a:gd name="connsiteX2" fmla="*/ 445323 w 473939"/>
                <a:gd name="connsiteY2" fmla="*/ 0 h 2263250"/>
                <a:gd name="connsiteX3" fmla="*/ 469949 w 473939"/>
                <a:gd name="connsiteY3" fmla="*/ 152392 h 2263250"/>
                <a:gd name="connsiteX4" fmla="*/ 469949 w 473939"/>
                <a:gd name="connsiteY4" fmla="*/ 2184924 h 2263250"/>
                <a:gd name="connsiteX5" fmla="*/ 391623 w 473939"/>
                <a:gd name="connsiteY5" fmla="*/ 2263250 h 2263250"/>
                <a:gd name="connsiteX6" fmla="*/ 78326 w 473939"/>
                <a:gd name="connsiteY6" fmla="*/ 2263250 h 2263250"/>
                <a:gd name="connsiteX7" fmla="*/ 0 w 473939"/>
                <a:gd name="connsiteY7" fmla="*/ 2184924 h 2263250"/>
                <a:gd name="connsiteX8" fmla="*/ 0 w 473939"/>
                <a:gd name="connsiteY8" fmla="*/ 152392 h 2263250"/>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9858" h="2286042">
                  <a:moveTo>
                    <a:pt x="0" y="175184"/>
                  </a:moveTo>
                  <a:cubicBezTo>
                    <a:pt x="0" y="131926"/>
                    <a:pt x="35068" y="96858"/>
                    <a:pt x="78326" y="96858"/>
                  </a:cubicBezTo>
                  <a:cubicBezTo>
                    <a:pt x="394302" y="4021"/>
                    <a:pt x="351903" y="0"/>
                    <a:pt x="456335" y="0"/>
                  </a:cubicBezTo>
                  <a:cubicBezTo>
                    <a:pt x="499593" y="0"/>
                    <a:pt x="469949" y="131926"/>
                    <a:pt x="469949" y="175184"/>
                  </a:cubicBezTo>
                  <a:lnTo>
                    <a:pt x="469949" y="2207716"/>
                  </a:lnTo>
                  <a:cubicBezTo>
                    <a:pt x="469949" y="2250974"/>
                    <a:pt x="434881" y="2286042"/>
                    <a:pt x="391623" y="2286042"/>
                  </a:cubicBezTo>
                  <a:lnTo>
                    <a:pt x="78326" y="2286042"/>
                  </a:lnTo>
                  <a:cubicBezTo>
                    <a:pt x="35068" y="2286042"/>
                    <a:pt x="0" y="2250974"/>
                    <a:pt x="0" y="2207716"/>
                  </a:cubicBezTo>
                  <a:lnTo>
                    <a:pt x="0" y="175184"/>
                  </a:lnTo>
                  <a:close/>
                </a:path>
              </a:pathLst>
            </a:cu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1" name="사각형: 둥근 모서리 40">
              <a:extLst>
                <a:ext uri="{FF2B5EF4-FFF2-40B4-BE49-F238E27FC236}">
                  <a16:creationId xmlns:a16="http://schemas.microsoft.com/office/drawing/2014/main" id="{983DE28C-A4C4-604E-8D18-D46C51025028}"/>
                </a:ext>
              </a:extLst>
            </p:cNvPr>
            <p:cNvSpPr/>
            <p:nvPr userDrawn="1"/>
          </p:nvSpPr>
          <p:spPr>
            <a:xfrm>
              <a:off x="5976117" y="1562385"/>
              <a:ext cx="367024" cy="107393"/>
            </a:xfrm>
            <a:prstGeom prst="roundRect">
              <a:avLst>
                <a:gd name="adj" fmla="val 49751"/>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2" name="사각형: 둥근 모서리 41">
              <a:extLst>
                <a:ext uri="{FF2B5EF4-FFF2-40B4-BE49-F238E27FC236}">
                  <a16:creationId xmlns:a16="http://schemas.microsoft.com/office/drawing/2014/main" id="{8E9AABCB-5098-84DC-87E1-79825A6A9438}"/>
                </a:ext>
              </a:extLst>
            </p:cNvPr>
            <p:cNvSpPr/>
            <p:nvPr userDrawn="1"/>
          </p:nvSpPr>
          <p:spPr>
            <a:xfrm rot="17142116">
              <a:off x="5845212" y="1386473"/>
              <a:ext cx="447973" cy="107393"/>
            </a:xfrm>
            <a:prstGeom prst="roundRect">
              <a:avLst>
                <a:gd name="adj" fmla="val 49751"/>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3" name="사각형: 둥근 모서리 42">
              <a:extLst>
                <a:ext uri="{FF2B5EF4-FFF2-40B4-BE49-F238E27FC236}">
                  <a16:creationId xmlns:a16="http://schemas.microsoft.com/office/drawing/2014/main" id="{DEE37C14-9C69-3C23-0179-974AE185B185}"/>
                </a:ext>
              </a:extLst>
            </p:cNvPr>
            <p:cNvSpPr/>
            <p:nvPr userDrawn="1"/>
          </p:nvSpPr>
          <p:spPr>
            <a:xfrm>
              <a:off x="7547660" y="189796"/>
              <a:ext cx="360000" cy="355633"/>
            </a:xfrm>
            <a:prstGeom prst="roundRect">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4" name="사각형: 둥근 모서리 34">
              <a:extLst>
                <a:ext uri="{FF2B5EF4-FFF2-40B4-BE49-F238E27FC236}">
                  <a16:creationId xmlns:a16="http://schemas.microsoft.com/office/drawing/2014/main" id="{4C38D65E-4FEC-804E-42C0-EF22F51FF0D4}"/>
                </a:ext>
              </a:extLst>
            </p:cNvPr>
            <p:cNvSpPr/>
            <p:nvPr userDrawn="1"/>
          </p:nvSpPr>
          <p:spPr>
            <a:xfrm rot="923841">
              <a:off x="9359767" y="144498"/>
              <a:ext cx="372850" cy="1492452"/>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0 w 470074"/>
                <a:gd name="connsiteY0" fmla="*/ 168229 h 2279087"/>
                <a:gd name="connsiteX1" fmla="*/ 78326 w 470074"/>
                <a:gd name="connsiteY1" fmla="*/ 89903 h 2279087"/>
                <a:gd name="connsiteX2" fmla="*/ 431082 w 470074"/>
                <a:gd name="connsiteY2" fmla="*/ 0 h 2279087"/>
                <a:gd name="connsiteX3" fmla="*/ 469949 w 470074"/>
                <a:gd name="connsiteY3" fmla="*/ 168229 h 2279087"/>
                <a:gd name="connsiteX4" fmla="*/ 469949 w 470074"/>
                <a:gd name="connsiteY4" fmla="*/ 2200761 h 2279087"/>
                <a:gd name="connsiteX5" fmla="*/ 391623 w 470074"/>
                <a:gd name="connsiteY5" fmla="*/ 2279087 h 2279087"/>
                <a:gd name="connsiteX6" fmla="*/ 78326 w 470074"/>
                <a:gd name="connsiteY6" fmla="*/ 2279087 h 2279087"/>
                <a:gd name="connsiteX7" fmla="*/ 0 w 470074"/>
                <a:gd name="connsiteY7" fmla="*/ 2200761 h 2279087"/>
                <a:gd name="connsiteX8" fmla="*/ 0 w 470074"/>
                <a:gd name="connsiteY8" fmla="*/ 168229 h 2279087"/>
                <a:gd name="connsiteX0" fmla="*/ 0 w 473939"/>
                <a:gd name="connsiteY0" fmla="*/ 152392 h 2263250"/>
                <a:gd name="connsiteX1" fmla="*/ 78326 w 473939"/>
                <a:gd name="connsiteY1" fmla="*/ 74066 h 2263250"/>
                <a:gd name="connsiteX2" fmla="*/ 445323 w 473939"/>
                <a:gd name="connsiteY2" fmla="*/ 0 h 2263250"/>
                <a:gd name="connsiteX3" fmla="*/ 469949 w 473939"/>
                <a:gd name="connsiteY3" fmla="*/ 152392 h 2263250"/>
                <a:gd name="connsiteX4" fmla="*/ 469949 w 473939"/>
                <a:gd name="connsiteY4" fmla="*/ 2184924 h 2263250"/>
                <a:gd name="connsiteX5" fmla="*/ 391623 w 473939"/>
                <a:gd name="connsiteY5" fmla="*/ 2263250 h 2263250"/>
                <a:gd name="connsiteX6" fmla="*/ 78326 w 473939"/>
                <a:gd name="connsiteY6" fmla="*/ 2263250 h 2263250"/>
                <a:gd name="connsiteX7" fmla="*/ 0 w 473939"/>
                <a:gd name="connsiteY7" fmla="*/ 2184924 h 2263250"/>
                <a:gd name="connsiteX8" fmla="*/ 0 w 473939"/>
                <a:gd name="connsiteY8" fmla="*/ 152392 h 2263250"/>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9858" h="2286042">
                  <a:moveTo>
                    <a:pt x="0" y="175184"/>
                  </a:moveTo>
                  <a:cubicBezTo>
                    <a:pt x="0" y="131926"/>
                    <a:pt x="35068" y="96858"/>
                    <a:pt x="78326" y="96858"/>
                  </a:cubicBezTo>
                  <a:cubicBezTo>
                    <a:pt x="394302" y="4021"/>
                    <a:pt x="351903" y="0"/>
                    <a:pt x="456335" y="0"/>
                  </a:cubicBezTo>
                  <a:cubicBezTo>
                    <a:pt x="499593" y="0"/>
                    <a:pt x="469949" y="131926"/>
                    <a:pt x="469949" y="175184"/>
                  </a:cubicBezTo>
                  <a:lnTo>
                    <a:pt x="469949" y="2207716"/>
                  </a:lnTo>
                  <a:cubicBezTo>
                    <a:pt x="469949" y="2250974"/>
                    <a:pt x="434881" y="2286042"/>
                    <a:pt x="391623" y="2286042"/>
                  </a:cubicBezTo>
                  <a:lnTo>
                    <a:pt x="78326" y="2286042"/>
                  </a:lnTo>
                  <a:cubicBezTo>
                    <a:pt x="35068" y="2286042"/>
                    <a:pt x="0" y="2250974"/>
                    <a:pt x="0" y="2207716"/>
                  </a:cubicBezTo>
                  <a:lnTo>
                    <a:pt x="0" y="175184"/>
                  </a:lnTo>
                  <a:close/>
                </a:path>
              </a:pathLst>
            </a:cu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5" name="사각형: 둥근 모서리 44">
              <a:extLst>
                <a:ext uri="{FF2B5EF4-FFF2-40B4-BE49-F238E27FC236}">
                  <a16:creationId xmlns:a16="http://schemas.microsoft.com/office/drawing/2014/main" id="{7A23E54B-77C3-B58C-2FA5-9844FD869CAF}"/>
                </a:ext>
              </a:extLst>
            </p:cNvPr>
            <p:cNvSpPr/>
            <p:nvPr userDrawn="1"/>
          </p:nvSpPr>
          <p:spPr>
            <a:xfrm>
              <a:off x="9539301" y="186675"/>
              <a:ext cx="408152" cy="183858"/>
            </a:xfrm>
            <a:prstGeom prst="roundRect">
              <a:avLst>
                <a:gd name="adj" fmla="val 23143"/>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6" name="사각형: 둥근 모서리 45">
              <a:extLst>
                <a:ext uri="{FF2B5EF4-FFF2-40B4-BE49-F238E27FC236}">
                  <a16:creationId xmlns:a16="http://schemas.microsoft.com/office/drawing/2014/main" id="{32D96933-CDA3-3D64-DD04-22498904F2B0}"/>
                </a:ext>
              </a:extLst>
            </p:cNvPr>
            <p:cNvSpPr/>
            <p:nvPr userDrawn="1"/>
          </p:nvSpPr>
          <p:spPr>
            <a:xfrm flipH="1">
              <a:off x="9958325" y="1568154"/>
              <a:ext cx="358839" cy="107393"/>
            </a:xfrm>
            <a:prstGeom prst="roundRect">
              <a:avLst>
                <a:gd name="adj" fmla="val 43099"/>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7" name="사각형: 둥근 모서리 46">
              <a:extLst>
                <a:ext uri="{FF2B5EF4-FFF2-40B4-BE49-F238E27FC236}">
                  <a16:creationId xmlns:a16="http://schemas.microsoft.com/office/drawing/2014/main" id="{445C1F95-147E-F882-600A-F515FF5730DA}"/>
                </a:ext>
              </a:extLst>
            </p:cNvPr>
            <p:cNvSpPr/>
            <p:nvPr userDrawn="1"/>
          </p:nvSpPr>
          <p:spPr>
            <a:xfrm rot="4506704" flipH="1">
              <a:off x="9985282" y="1378492"/>
              <a:ext cx="464231" cy="107393"/>
            </a:xfrm>
            <a:prstGeom prst="roundRect">
              <a:avLst>
                <a:gd name="adj" fmla="val 50000"/>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8" name="사각형: 둥근 모서리 47">
              <a:extLst>
                <a:ext uri="{FF2B5EF4-FFF2-40B4-BE49-F238E27FC236}">
                  <a16:creationId xmlns:a16="http://schemas.microsoft.com/office/drawing/2014/main" id="{B524C14F-86B3-5F43-5AA4-229B555CD71D}"/>
                </a:ext>
              </a:extLst>
            </p:cNvPr>
            <p:cNvSpPr/>
            <p:nvPr userDrawn="1"/>
          </p:nvSpPr>
          <p:spPr>
            <a:xfrm rot="17142116">
              <a:off x="9285907" y="1386473"/>
              <a:ext cx="447973" cy="107393"/>
            </a:xfrm>
            <a:prstGeom prst="roundRect">
              <a:avLst>
                <a:gd name="adj" fmla="val 49751"/>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9" name="사각형: 둥근 모서리 48">
              <a:extLst>
                <a:ext uri="{FF2B5EF4-FFF2-40B4-BE49-F238E27FC236}">
                  <a16:creationId xmlns:a16="http://schemas.microsoft.com/office/drawing/2014/main" id="{93A75C5C-D184-FB1E-4D30-8E0C46ECE9F3}"/>
                </a:ext>
              </a:extLst>
            </p:cNvPr>
            <p:cNvSpPr/>
            <p:nvPr userDrawn="1"/>
          </p:nvSpPr>
          <p:spPr>
            <a:xfrm>
              <a:off x="8225540" y="182176"/>
              <a:ext cx="976417" cy="355633"/>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0" name="사각형: 둥근 모서리 49">
              <a:extLst>
                <a:ext uri="{FF2B5EF4-FFF2-40B4-BE49-F238E27FC236}">
                  <a16:creationId xmlns:a16="http://schemas.microsoft.com/office/drawing/2014/main" id="{70B536F9-A737-7889-1CA1-D9A1DF5D1FEE}"/>
                </a:ext>
              </a:extLst>
            </p:cNvPr>
            <p:cNvSpPr/>
            <p:nvPr userDrawn="1"/>
          </p:nvSpPr>
          <p:spPr>
            <a:xfrm>
              <a:off x="8225541" y="1310440"/>
              <a:ext cx="1287590" cy="355633"/>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1" name="사각형: 둥근 모서리 50">
              <a:extLst>
                <a:ext uri="{FF2B5EF4-FFF2-40B4-BE49-F238E27FC236}">
                  <a16:creationId xmlns:a16="http://schemas.microsoft.com/office/drawing/2014/main" id="{00B8EB24-2E34-6FC4-3C61-ECC562D3F574}"/>
                </a:ext>
              </a:extLst>
            </p:cNvPr>
            <p:cNvSpPr/>
            <p:nvPr userDrawn="1"/>
          </p:nvSpPr>
          <p:spPr>
            <a:xfrm>
              <a:off x="8210345" y="186675"/>
              <a:ext cx="360000" cy="1473398"/>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2" name="사각형: 둥근 모서리 48">
              <a:extLst>
                <a:ext uri="{FF2B5EF4-FFF2-40B4-BE49-F238E27FC236}">
                  <a16:creationId xmlns:a16="http://schemas.microsoft.com/office/drawing/2014/main" id="{C19CBDAA-F316-CB8C-1303-809695D44691}"/>
                </a:ext>
              </a:extLst>
            </p:cNvPr>
            <p:cNvSpPr/>
            <p:nvPr userDrawn="1"/>
          </p:nvSpPr>
          <p:spPr>
            <a:xfrm rot="20700000">
              <a:off x="9757285" y="116467"/>
              <a:ext cx="365971" cy="1546595"/>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7203 w 477152"/>
                <a:gd name="connsiteY0" fmla="*/ 202492 h 2313350"/>
                <a:gd name="connsiteX1" fmla="*/ 25429 w 477152"/>
                <a:gd name="connsiteY1" fmla="*/ 0 h 2313350"/>
                <a:gd name="connsiteX2" fmla="*/ 337626 w 477152"/>
                <a:gd name="connsiteY2" fmla="*/ 122559 h 2313350"/>
                <a:gd name="connsiteX3" fmla="*/ 477152 w 477152"/>
                <a:gd name="connsiteY3" fmla="*/ 202492 h 2313350"/>
                <a:gd name="connsiteX4" fmla="*/ 477152 w 477152"/>
                <a:gd name="connsiteY4" fmla="*/ 2235024 h 2313350"/>
                <a:gd name="connsiteX5" fmla="*/ 398826 w 477152"/>
                <a:gd name="connsiteY5" fmla="*/ 2313350 h 2313350"/>
                <a:gd name="connsiteX6" fmla="*/ 85529 w 477152"/>
                <a:gd name="connsiteY6" fmla="*/ 2313350 h 2313350"/>
                <a:gd name="connsiteX7" fmla="*/ 7203 w 477152"/>
                <a:gd name="connsiteY7" fmla="*/ 2235024 h 2313350"/>
                <a:gd name="connsiteX8" fmla="*/ 7203 w 477152"/>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1 w 469948"/>
                <a:gd name="connsiteY0" fmla="*/ 174286 h 2285144"/>
                <a:gd name="connsiteX1" fmla="*/ 49782 w 469948"/>
                <a:gd name="connsiteY1" fmla="*/ 1 h 2285144"/>
                <a:gd name="connsiteX2" fmla="*/ 334387 w 469948"/>
                <a:gd name="connsiteY2" fmla="*/ 77186 h 2285144"/>
                <a:gd name="connsiteX3" fmla="*/ 469948 w 469948"/>
                <a:gd name="connsiteY3" fmla="*/ 174286 h 2285144"/>
                <a:gd name="connsiteX4" fmla="*/ 469948 w 469948"/>
                <a:gd name="connsiteY4" fmla="*/ 2206818 h 2285144"/>
                <a:gd name="connsiteX5" fmla="*/ 391622 w 469948"/>
                <a:gd name="connsiteY5" fmla="*/ 2285144 h 2285144"/>
                <a:gd name="connsiteX6" fmla="*/ 78325 w 469948"/>
                <a:gd name="connsiteY6" fmla="*/ 2285144 h 2285144"/>
                <a:gd name="connsiteX7" fmla="*/ -1 w 469948"/>
                <a:gd name="connsiteY7" fmla="*/ 2206818 h 2285144"/>
                <a:gd name="connsiteX8" fmla="*/ -1 w 469948"/>
                <a:gd name="connsiteY8" fmla="*/ 174286 h 2285144"/>
                <a:gd name="connsiteX0" fmla="*/ 0 w 469949"/>
                <a:gd name="connsiteY0" fmla="*/ 174285 h 2285143"/>
                <a:gd name="connsiteX1" fmla="*/ 49783 w 469949"/>
                <a:gd name="connsiteY1" fmla="*/ 0 h 2285143"/>
                <a:gd name="connsiteX2" fmla="*/ 334388 w 469949"/>
                <a:gd name="connsiteY2" fmla="*/ 77185 h 2285143"/>
                <a:gd name="connsiteX3" fmla="*/ 469949 w 469949"/>
                <a:gd name="connsiteY3" fmla="*/ 174285 h 2285143"/>
                <a:gd name="connsiteX4" fmla="*/ 469949 w 469949"/>
                <a:gd name="connsiteY4" fmla="*/ 2206817 h 2285143"/>
                <a:gd name="connsiteX5" fmla="*/ 391623 w 469949"/>
                <a:gd name="connsiteY5" fmla="*/ 2285143 h 2285143"/>
                <a:gd name="connsiteX6" fmla="*/ 78326 w 469949"/>
                <a:gd name="connsiteY6" fmla="*/ 2285143 h 2285143"/>
                <a:gd name="connsiteX7" fmla="*/ 0 w 469949"/>
                <a:gd name="connsiteY7" fmla="*/ 2206817 h 2285143"/>
                <a:gd name="connsiteX8" fmla="*/ 0 w 469949"/>
                <a:gd name="connsiteY8" fmla="*/ 174285 h 2285143"/>
                <a:gd name="connsiteX0" fmla="*/ 1054 w 471003"/>
                <a:gd name="connsiteY0" fmla="*/ 197892 h 2308750"/>
                <a:gd name="connsiteX1" fmla="*/ 34082 w 471003"/>
                <a:gd name="connsiteY1" fmla="*/ 0 h 2308750"/>
                <a:gd name="connsiteX2" fmla="*/ 335442 w 471003"/>
                <a:gd name="connsiteY2" fmla="*/ 100792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 name="connsiteX0" fmla="*/ 1054 w 471003"/>
                <a:gd name="connsiteY0" fmla="*/ 197892 h 2308750"/>
                <a:gd name="connsiteX1" fmla="*/ 34082 w 471003"/>
                <a:gd name="connsiteY1" fmla="*/ 0 h 2308750"/>
                <a:gd name="connsiteX2" fmla="*/ 334861 w 471003"/>
                <a:gd name="connsiteY2" fmla="*/ 89571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1003" h="2308750">
                  <a:moveTo>
                    <a:pt x="1054" y="197892"/>
                  </a:moveTo>
                  <a:cubicBezTo>
                    <a:pt x="1054" y="154634"/>
                    <a:pt x="-9176" y="0"/>
                    <a:pt x="34082" y="0"/>
                  </a:cubicBezTo>
                  <a:cubicBezTo>
                    <a:pt x="252569" y="55222"/>
                    <a:pt x="180322" y="46561"/>
                    <a:pt x="334861" y="89571"/>
                  </a:cubicBezTo>
                  <a:cubicBezTo>
                    <a:pt x="454403" y="123843"/>
                    <a:pt x="471003" y="154634"/>
                    <a:pt x="471003" y="197892"/>
                  </a:cubicBezTo>
                  <a:lnTo>
                    <a:pt x="471003" y="2230424"/>
                  </a:lnTo>
                  <a:cubicBezTo>
                    <a:pt x="471003" y="2273682"/>
                    <a:pt x="435935" y="2308750"/>
                    <a:pt x="392677" y="2308750"/>
                  </a:cubicBezTo>
                  <a:lnTo>
                    <a:pt x="79380" y="2308750"/>
                  </a:lnTo>
                  <a:cubicBezTo>
                    <a:pt x="36122" y="2308750"/>
                    <a:pt x="1054" y="2273682"/>
                    <a:pt x="1054" y="2230424"/>
                  </a:cubicBezTo>
                  <a:lnTo>
                    <a:pt x="1054" y="197892"/>
                  </a:lnTo>
                  <a:close/>
                </a:path>
              </a:pathLst>
            </a:cu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3" name="사각형: 둥근 모서리 52">
              <a:extLst>
                <a:ext uri="{FF2B5EF4-FFF2-40B4-BE49-F238E27FC236}">
                  <a16:creationId xmlns:a16="http://schemas.microsoft.com/office/drawing/2014/main" id="{3982DA01-DAB2-66E5-E365-CFF5181A0C9C}"/>
                </a:ext>
              </a:extLst>
            </p:cNvPr>
            <p:cNvSpPr/>
            <p:nvPr userDrawn="1"/>
          </p:nvSpPr>
          <p:spPr>
            <a:xfrm rot="4506704" flipH="1">
              <a:off x="9456291" y="360823"/>
              <a:ext cx="464231" cy="107393"/>
            </a:xfrm>
            <a:prstGeom prst="roundRect">
              <a:avLst>
                <a:gd name="adj" fmla="val 32586"/>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4" name="사각형: 둥근 모서리 53">
              <a:extLst>
                <a:ext uri="{FF2B5EF4-FFF2-40B4-BE49-F238E27FC236}">
                  <a16:creationId xmlns:a16="http://schemas.microsoft.com/office/drawing/2014/main" id="{800FCEC9-FF7B-4B9B-DAC4-B3D9BC28F820}"/>
                </a:ext>
              </a:extLst>
            </p:cNvPr>
            <p:cNvSpPr/>
            <p:nvPr userDrawn="1"/>
          </p:nvSpPr>
          <p:spPr>
            <a:xfrm flipH="1">
              <a:off x="9586770" y="180267"/>
              <a:ext cx="351774" cy="60140"/>
            </a:xfrm>
            <a:prstGeom prst="roundRect">
              <a:avLst>
                <a:gd name="adj" fmla="val 32586"/>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5" name="사각형: 둥근 모서리 54">
              <a:extLst>
                <a:ext uri="{FF2B5EF4-FFF2-40B4-BE49-F238E27FC236}">
                  <a16:creationId xmlns:a16="http://schemas.microsoft.com/office/drawing/2014/main" id="{FE59132D-E0F7-5227-671D-15B4032C34B0}"/>
                </a:ext>
              </a:extLst>
            </p:cNvPr>
            <p:cNvSpPr/>
            <p:nvPr userDrawn="1"/>
          </p:nvSpPr>
          <p:spPr>
            <a:xfrm>
              <a:off x="6347129" y="186675"/>
              <a:ext cx="408152" cy="183858"/>
            </a:xfrm>
            <a:prstGeom prst="roundRect">
              <a:avLst>
                <a:gd name="adj" fmla="val 23143"/>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6" name="사각형: 둥근 모서리 55">
              <a:extLst>
                <a:ext uri="{FF2B5EF4-FFF2-40B4-BE49-F238E27FC236}">
                  <a16:creationId xmlns:a16="http://schemas.microsoft.com/office/drawing/2014/main" id="{20FCFC37-75D1-A1F5-B779-980816D9566F}"/>
                </a:ext>
              </a:extLst>
            </p:cNvPr>
            <p:cNvSpPr/>
            <p:nvPr userDrawn="1"/>
          </p:nvSpPr>
          <p:spPr>
            <a:xfrm flipH="1">
              <a:off x="6766153" y="1568154"/>
              <a:ext cx="358839" cy="107393"/>
            </a:xfrm>
            <a:prstGeom prst="roundRect">
              <a:avLst>
                <a:gd name="adj" fmla="val 43099"/>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7" name="사각형: 둥근 모서리 56">
              <a:extLst>
                <a:ext uri="{FF2B5EF4-FFF2-40B4-BE49-F238E27FC236}">
                  <a16:creationId xmlns:a16="http://schemas.microsoft.com/office/drawing/2014/main" id="{4A451D5E-D275-D412-8599-7730D9FAE251}"/>
                </a:ext>
              </a:extLst>
            </p:cNvPr>
            <p:cNvSpPr/>
            <p:nvPr userDrawn="1"/>
          </p:nvSpPr>
          <p:spPr>
            <a:xfrm rot="4506704" flipH="1">
              <a:off x="6793110" y="1378492"/>
              <a:ext cx="464231" cy="107393"/>
            </a:xfrm>
            <a:prstGeom prst="roundRect">
              <a:avLst>
                <a:gd name="adj" fmla="val 50000"/>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8" name="사각형: 둥근 모서리 48">
              <a:extLst>
                <a:ext uri="{FF2B5EF4-FFF2-40B4-BE49-F238E27FC236}">
                  <a16:creationId xmlns:a16="http://schemas.microsoft.com/office/drawing/2014/main" id="{9DD62034-9CD4-BE1D-203C-464F0185C4C9}"/>
                </a:ext>
              </a:extLst>
            </p:cNvPr>
            <p:cNvSpPr/>
            <p:nvPr userDrawn="1"/>
          </p:nvSpPr>
          <p:spPr>
            <a:xfrm rot="20700000">
              <a:off x="6565113" y="116467"/>
              <a:ext cx="365971" cy="1546595"/>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7203 w 477152"/>
                <a:gd name="connsiteY0" fmla="*/ 202492 h 2313350"/>
                <a:gd name="connsiteX1" fmla="*/ 25429 w 477152"/>
                <a:gd name="connsiteY1" fmla="*/ 0 h 2313350"/>
                <a:gd name="connsiteX2" fmla="*/ 337626 w 477152"/>
                <a:gd name="connsiteY2" fmla="*/ 122559 h 2313350"/>
                <a:gd name="connsiteX3" fmla="*/ 477152 w 477152"/>
                <a:gd name="connsiteY3" fmla="*/ 202492 h 2313350"/>
                <a:gd name="connsiteX4" fmla="*/ 477152 w 477152"/>
                <a:gd name="connsiteY4" fmla="*/ 2235024 h 2313350"/>
                <a:gd name="connsiteX5" fmla="*/ 398826 w 477152"/>
                <a:gd name="connsiteY5" fmla="*/ 2313350 h 2313350"/>
                <a:gd name="connsiteX6" fmla="*/ 85529 w 477152"/>
                <a:gd name="connsiteY6" fmla="*/ 2313350 h 2313350"/>
                <a:gd name="connsiteX7" fmla="*/ 7203 w 477152"/>
                <a:gd name="connsiteY7" fmla="*/ 2235024 h 2313350"/>
                <a:gd name="connsiteX8" fmla="*/ 7203 w 477152"/>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1 w 469948"/>
                <a:gd name="connsiteY0" fmla="*/ 174286 h 2285144"/>
                <a:gd name="connsiteX1" fmla="*/ 49782 w 469948"/>
                <a:gd name="connsiteY1" fmla="*/ 1 h 2285144"/>
                <a:gd name="connsiteX2" fmla="*/ 334387 w 469948"/>
                <a:gd name="connsiteY2" fmla="*/ 77186 h 2285144"/>
                <a:gd name="connsiteX3" fmla="*/ 469948 w 469948"/>
                <a:gd name="connsiteY3" fmla="*/ 174286 h 2285144"/>
                <a:gd name="connsiteX4" fmla="*/ 469948 w 469948"/>
                <a:gd name="connsiteY4" fmla="*/ 2206818 h 2285144"/>
                <a:gd name="connsiteX5" fmla="*/ 391622 w 469948"/>
                <a:gd name="connsiteY5" fmla="*/ 2285144 h 2285144"/>
                <a:gd name="connsiteX6" fmla="*/ 78325 w 469948"/>
                <a:gd name="connsiteY6" fmla="*/ 2285144 h 2285144"/>
                <a:gd name="connsiteX7" fmla="*/ -1 w 469948"/>
                <a:gd name="connsiteY7" fmla="*/ 2206818 h 2285144"/>
                <a:gd name="connsiteX8" fmla="*/ -1 w 469948"/>
                <a:gd name="connsiteY8" fmla="*/ 174286 h 2285144"/>
                <a:gd name="connsiteX0" fmla="*/ 0 w 469949"/>
                <a:gd name="connsiteY0" fmla="*/ 174285 h 2285143"/>
                <a:gd name="connsiteX1" fmla="*/ 49783 w 469949"/>
                <a:gd name="connsiteY1" fmla="*/ 0 h 2285143"/>
                <a:gd name="connsiteX2" fmla="*/ 334388 w 469949"/>
                <a:gd name="connsiteY2" fmla="*/ 77185 h 2285143"/>
                <a:gd name="connsiteX3" fmla="*/ 469949 w 469949"/>
                <a:gd name="connsiteY3" fmla="*/ 174285 h 2285143"/>
                <a:gd name="connsiteX4" fmla="*/ 469949 w 469949"/>
                <a:gd name="connsiteY4" fmla="*/ 2206817 h 2285143"/>
                <a:gd name="connsiteX5" fmla="*/ 391623 w 469949"/>
                <a:gd name="connsiteY5" fmla="*/ 2285143 h 2285143"/>
                <a:gd name="connsiteX6" fmla="*/ 78326 w 469949"/>
                <a:gd name="connsiteY6" fmla="*/ 2285143 h 2285143"/>
                <a:gd name="connsiteX7" fmla="*/ 0 w 469949"/>
                <a:gd name="connsiteY7" fmla="*/ 2206817 h 2285143"/>
                <a:gd name="connsiteX8" fmla="*/ 0 w 469949"/>
                <a:gd name="connsiteY8" fmla="*/ 174285 h 2285143"/>
                <a:gd name="connsiteX0" fmla="*/ 1054 w 471003"/>
                <a:gd name="connsiteY0" fmla="*/ 197892 h 2308750"/>
                <a:gd name="connsiteX1" fmla="*/ 34082 w 471003"/>
                <a:gd name="connsiteY1" fmla="*/ 0 h 2308750"/>
                <a:gd name="connsiteX2" fmla="*/ 335442 w 471003"/>
                <a:gd name="connsiteY2" fmla="*/ 100792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 name="connsiteX0" fmla="*/ 1054 w 471003"/>
                <a:gd name="connsiteY0" fmla="*/ 197892 h 2308750"/>
                <a:gd name="connsiteX1" fmla="*/ 34082 w 471003"/>
                <a:gd name="connsiteY1" fmla="*/ 0 h 2308750"/>
                <a:gd name="connsiteX2" fmla="*/ 334861 w 471003"/>
                <a:gd name="connsiteY2" fmla="*/ 89571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1003" h="2308750">
                  <a:moveTo>
                    <a:pt x="1054" y="197892"/>
                  </a:moveTo>
                  <a:cubicBezTo>
                    <a:pt x="1054" y="154634"/>
                    <a:pt x="-9176" y="0"/>
                    <a:pt x="34082" y="0"/>
                  </a:cubicBezTo>
                  <a:cubicBezTo>
                    <a:pt x="252569" y="55222"/>
                    <a:pt x="180322" y="46561"/>
                    <a:pt x="334861" y="89571"/>
                  </a:cubicBezTo>
                  <a:cubicBezTo>
                    <a:pt x="454403" y="123843"/>
                    <a:pt x="471003" y="154634"/>
                    <a:pt x="471003" y="197892"/>
                  </a:cubicBezTo>
                  <a:lnTo>
                    <a:pt x="471003" y="2230424"/>
                  </a:lnTo>
                  <a:cubicBezTo>
                    <a:pt x="471003" y="2273682"/>
                    <a:pt x="435935" y="2308750"/>
                    <a:pt x="392677" y="2308750"/>
                  </a:cubicBezTo>
                  <a:lnTo>
                    <a:pt x="79380" y="2308750"/>
                  </a:lnTo>
                  <a:cubicBezTo>
                    <a:pt x="36122" y="2308750"/>
                    <a:pt x="1054" y="2273682"/>
                    <a:pt x="1054" y="2230424"/>
                  </a:cubicBezTo>
                  <a:lnTo>
                    <a:pt x="1054" y="197892"/>
                  </a:lnTo>
                  <a:close/>
                </a:path>
              </a:pathLst>
            </a:cu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9" name="사각형: 둥근 모서리 58">
              <a:extLst>
                <a:ext uri="{FF2B5EF4-FFF2-40B4-BE49-F238E27FC236}">
                  <a16:creationId xmlns:a16="http://schemas.microsoft.com/office/drawing/2014/main" id="{9FCA9E36-697C-D30C-2533-FD6768039D7C}"/>
                </a:ext>
              </a:extLst>
            </p:cNvPr>
            <p:cNvSpPr/>
            <p:nvPr userDrawn="1"/>
          </p:nvSpPr>
          <p:spPr>
            <a:xfrm rot="4506704" flipH="1">
              <a:off x="6264119" y="360823"/>
              <a:ext cx="464231" cy="107393"/>
            </a:xfrm>
            <a:prstGeom prst="roundRect">
              <a:avLst>
                <a:gd name="adj" fmla="val 32586"/>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60" name="사각형: 둥근 모서리 59">
              <a:extLst>
                <a:ext uri="{FF2B5EF4-FFF2-40B4-BE49-F238E27FC236}">
                  <a16:creationId xmlns:a16="http://schemas.microsoft.com/office/drawing/2014/main" id="{6E7E9F02-56F7-2C10-9878-B607F9E9684E}"/>
                </a:ext>
              </a:extLst>
            </p:cNvPr>
            <p:cNvSpPr/>
            <p:nvPr userDrawn="1"/>
          </p:nvSpPr>
          <p:spPr>
            <a:xfrm flipH="1">
              <a:off x="6394598" y="180267"/>
              <a:ext cx="351774" cy="60140"/>
            </a:xfrm>
            <a:prstGeom prst="roundRect">
              <a:avLst>
                <a:gd name="adj" fmla="val 32586"/>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grpSp>
    </p:spTree>
    <p:extLst>
      <p:ext uri="{BB962C8B-B14F-4D97-AF65-F5344CB8AC3E}">
        <p14:creationId xmlns:p14="http://schemas.microsoft.com/office/powerpoint/2010/main" val="2546625640"/>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D42A8795-CAE2-41A2-9830-252F1DB8D40B}"/>
              </a:ext>
            </a:extLst>
          </p:cNvPr>
          <p:cNvSpPr>
            <a:spLocks noGrp="1"/>
          </p:cNvSpPr>
          <p:nvPr>
            <p:ph type="ctrTitle"/>
          </p:nvPr>
        </p:nvSpPr>
        <p:spPr>
          <a:xfrm>
            <a:off x="1524001" y="1122363"/>
            <a:ext cx="9144000" cy="2387600"/>
          </a:xfrm>
        </p:spPr>
        <p:txBody>
          <a:bodyPr anchor="b"/>
          <a:lstStyle>
            <a:lvl1pPr algn="ctr">
              <a:defRPr sz="6000"/>
            </a:lvl1pPr>
          </a:lstStyle>
          <a:p>
            <a:r>
              <a:rPr lang="ko-KR" altLang="en-US"/>
              <a:t>마스터 제목 스타일 편집</a:t>
            </a:r>
          </a:p>
        </p:txBody>
      </p:sp>
      <p:sp>
        <p:nvSpPr>
          <p:cNvPr id="3" name="부제목 2">
            <a:extLst>
              <a:ext uri="{FF2B5EF4-FFF2-40B4-BE49-F238E27FC236}">
                <a16:creationId xmlns:a16="http://schemas.microsoft.com/office/drawing/2014/main" id="{95D3D744-13EB-4EFF-AE30-0C7AE227FE8A}"/>
              </a:ext>
            </a:extLst>
          </p:cNvPr>
          <p:cNvSpPr>
            <a:spLocks noGrp="1"/>
          </p:cNvSpPr>
          <p:nvPr>
            <p:ph type="subTitle" idx="1"/>
          </p:nvPr>
        </p:nvSpPr>
        <p:spPr>
          <a:xfrm>
            <a:off x="1524001" y="3602038"/>
            <a:ext cx="9144000" cy="1655762"/>
          </a:xfrm>
        </p:spPr>
        <p:txBody>
          <a:bodyPr/>
          <a:lstStyle>
            <a:lvl1pPr marL="0" indent="0" algn="ctr">
              <a:buNone/>
              <a:defRPr sz="2400"/>
            </a:lvl1pPr>
            <a:lvl2pPr marL="457202" indent="0" algn="ctr">
              <a:buNone/>
              <a:defRPr sz="2000"/>
            </a:lvl2pPr>
            <a:lvl3pPr marL="914404" indent="0" algn="ctr">
              <a:buNone/>
              <a:defRPr sz="1800"/>
            </a:lvl3pPr>
            <a:lvl4pPr marL="1371605" indent="0" algn="ctr">
              <a:buNone/>
              <a:defRPr sz="1600"/>
            </a:lvl4pPr>
            <a:lvl5pPr marL="1828807" indent="0" algn="ctr">
              <a:buNone/>
              <a:defRPr sz="1600"/>
            </a:lvl5pPr>
            <a:lvl6pPr marL="2286009" indent="0" algn="ctr">
              <a:buNone/>
              <a:defRPr sz="1600"/>
            </a:lvl6pPr>
            <a:lvl7pPr marL="2743211" indent="0" algn="ctr">
              <a:buNone/>
              <a:defRPr sz="1600"/>
            </a:lvl7pPr>
            <a:lvl8pPr marL="3200413" indent="0" algn="ctr">
              <a:buNone/>
              <a:defRPr sz="1600"/>
            </a:lvl8pPr>
            <a:lvl9pPr marL="3657615" indent="0" algn="ctr">
              <a:buNone/>
              <a:defRPr sz="1600"/>
            </a:lvl9pPr>
          </a:lstStyle>
          <a:p>
            <a:r>
              <a:rPr lang="ko-KR" altLang="en-US"/>
              <a:t>클릭하여 마스터 부제목 스타일 편집</a:t>
            </a:r>
          </a:p>
        </p:txBody>
      </p:sp>
      <p:sp>
        <p:nvSpPr>
          <p:cNvPr id="4" name="부제목 2">
            <a:extLst>
              <a:ext uri="{FF2B5EF4-FFF2-40B4-BE49-F238E27FC236}">
                <a16:creationId xmlns:a16="http://schemas.microsoft.com/office/drawing/2014/main" id="{A9E79BC4-6998-EDEE-667D-B7C17B3A08C0}"/>
              </a:ext>
            </a:extLst>
          </p:cNvPr>
          <p:cNvSpPr txBox="1">
            <a:spLocks/>
          </p:cNvSpPr>
          <p:nvPr userDrawn="1"/>
        </p:nvSpPr>
        <p:spPr>
          <a:xfrm>
            <a:off x="3787205" y="5907650"/>
            <a:ext cx="4617590" cy="372676"/>
          </a:xfrm>
          <a:prstGeom prst="rect">
            <a:avLst/>
          </a:prstGeom>
        </p:spPr>
        <p:txBody>
          <a:bodyPr vert="horz" lIns="91440" tIns="45720" rIns="91440" bIns="45720" rtlCol="0">
            <a:noAutofit/>
          </a:bodyPr>
          <a:lstStyle>
            <a:lvl1pPr marL="0" indent="0" algn="ctr" defTabSz="914400" rtl="0" eaLnBrk="1" latinLnBrk="1" hangingPunct="1">
              <a:lnSpc>
                <a:spcPct val="90000"/>
              </a:lnSpc>
              <a:spcBef>
                <a:spcPts val="1000"/>
              </a:spcBef>
              <a:buFont typeface="Arial" panose="020B0604020202020204" pitchFamily="34" charset="0"/>
              <a:buNone/>
              <a:defRPr sz="2400" kern="1200">
                <a:solidFill>
                  <a:schemeClr val="tx1"/>
                </a:solidFill>
                <a:latin typeface="Trebuchet MS" panose="020B0703020202090204" pitchFamily="34" charset="0"/>
                <a:ea typeface="+mn-ea"/>
                <a:cs typeface="+mn-cs"/>
              </a:defRPr>
            </a:lvl1pPr>
            <a:lvl2pPr marL="457200" indent="0" algn="ctr" defTabSz="914400" rtl="0" eaLnBrk="1" latinLnBrk="1"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1"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altLang="ko-KR" sz="1400" b="1" dirty="0">
                <a:solidFill>
                  <a:schemeClr val="tx1">
                    <a:lumMod val="50000"/>
                    <a:lumOff val="50000"/>
                  </a:schemeClr>
                </a:solidFill>
                <a:latin typeface="Trebuchet MS" panose="020B0703020202090204" pitchFamily="34" charset="0"/>
                <a:ea typeface="Baskerville" panose="02020502070401020303" pitchFamily="18" charset="0"/>
              </a:rPr>
              <a:t>Advanced Intelligent Computing Architecture Lab.</a:t>
            </a:r>
            <a:endParaRPr lang="ko-KR" altLang="en-US" sz="1400" dirty="0">
              <a:solidFill>
                <a:schemeClr val="tx1">
                  <a:lumMod val="50000"/>
                  <a:lumOff val="50000"/>
                </a:schemeClr>
              </a:solidFill>
              <a:latin typeface="Trebuchet MS" panose="020B0603020202020204" pitchFamily="34" charset="0"/>
            </a:endParaRPr>
          </a:p>
        </p:txBody>
      </p:sp>
      <p:grpSp>
        <p:nvGrpSpPr>
          <p:cNvPr id="5" name="그룹 4">
            <a:extLst>
              <a:ext uri="{FF2B5EF4-FFF2-40B4-BE49-F238E27FC236}">
                <a16:creationId xmlns:a16="http://schemas.microsoft.com/office/drawing/2014/main" id="{565CA89F-D0E9-8CE5-22B9-51E7DE7904E7}"/>
              </a:ext>
            </a:extLst>
          </p:cNvPr>
          <p:cNvGrpSpPr/>
          <p:nvPr userDrawn="1"/>
        </p:nvGrpSpPr>
        <p:grpSpPr>
          <a:xfrm>
            <a:off x="5196905" y="5156355"/>
            <a:ext cx="1798190" cy="646162"/>
            <a:chOff x="5976117" y="116467"/>
            <a:chExt cx="4341047" cy="1559914"/>
          </a:xfrm>
        </p:grpSpPr>
        <p:sp>
          <p:nvSpPr>
            <p:cNvPr id="6" name="사각형: 둥근 모서리 5">
              <a:extLst>
                <a:ext uri="{FF2B5EF4-FFF2-40B4-BE49-F238E27FC236}">
                  <a16:creationId xmlns:a16="http://schemas.microsoft.com/office/drawing/2014/main" id="{633F487C-A200-17BE-5341-37611BF8FBFD}"/>
                </a:ext>
              </a:extLst>
            </p:cNvPr>
            <p:cNvSpPr/>
            <p:nvPr userDrawn="1"/>
          </p:nvSpPr>
          <p:spPr>
            <a:xfrm>
              <a:off x="7547660" y="613810"/>
              <a:ext cx="360000" cy="1046263"/>
            </a:xfrm>
            <a:prstGeom prst="roundRect">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0" name="사각형: 둥근 모서리 9">
              <a:extLst>
                <a:ext uri="{FF2B5EF4-FFF2-40B4-BE49-F238E27FC236}">
                  <a16:creationId xmlns:a16="http://schemas.microsoft.com/office/drawing/2014/main" id="{2F47E4AB-6462-333C-8B2F-30524FE22205}"/>
                </a:ext>
              </a:extLst>
            </p:cNvPr>
            <p:cNvSpPr/>
            <p:nvPr userDrawn="1"/>
          </p:nvSpPr>
          <p:spPr>
            <a:xfrm>
              <a:off x="6776499" y="1312781"/>
              <a:ext cx="1131162" cy="363600"/>
            </a:xfrm>
            <a:prstGeom prst="roundRect">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1" name="사각형: 둥근 모서리 34">
              <a:extLst>
                <a:ext uri="{FF2B5EF4-FFF2-40B4-BE49-F238E27FC236}">
                  <a16:creationId xmlns:a16="http://schemas.microsoft.com/office/drawing/2014/main" id="{0A103168-CD94-921E-63B0-D7B6F62E3E6E}"/>
                </a:ext>
              </a:extLst>
            </p:cNvPr>
            <p:cNvSpPr/>
            <p:nvPr userDrawn="1"/>
          </p:nvSpPr>
          <p:spPr>
            <a:xfrm rot="923841">
              <a:off x="6171723" y="144498"/>
              <a:ext cx="372850" cy="1492452"/>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0 w 470074"/>
                <a:gd name="connsiteY0" fmla="*/ 168229 h 2279087"/>
                <a:gd name="connsiteX1" fmla="*/ 78326 w 470074"/>
                <a:gd name="connsiteY1" fmla="*/ 89903 h 2279087"/>
                <a:gd name="connsiteX2" fmla="*/ 431082 w 470074"/>
                <a:gd name="connsiteY2" fmla="*/ 0 h 2279087"/>
                <a:gd name="connsiteX3" fmla="*/ 469949 w 470074"/>
                <a:gd name="connsiteY3" fmla="*/ 168229 h 2279087"/>
                <a:gd name="connsiteX4" fmla="*/ 469949 w 470074"/>
                <a:gd name="connsiteY4" fmla="*/ 2200761 h 2279087"/>
                <a:gd name="connsiteX5" fmla="*/ 391623 w 470074"/>
                <a:gd name="connsiteY5" fmla="*/ 2279087 h 2279087"/>
                <a:gd name="connsiteX6" fmla="*/ 78326 w 470074"/>
                <a:gd name="connsiteY6" fmla="*/ 2279087 h 2279087"/>
                <a:gd name="connsiteX7" fmla="*/ 0 w 470074"/>
                <a:gd name="connsiteY7" fmla="*/ 2200761 h 2279087"/>
                <a:gd name="connsiteX8" fmla="*/ 0 w 470074"/>
                <a:gd name="connsiteY8" fmla="*/ 168229 h 2279087"/>
                <a:gd name="connsiteX0" fmla="*/ 0 w 473939"/>
                <a:gd name="connsiteY0" fmla="*/ 152392 h 2263250"/>
                <a:gd name="connsiteX1" fmla="*/ 78326 w 473939"/>
                <a:gd name="connsiteY1" fmla="*/ 74066 h 2263250"/>
                <a:gd name="connsiteX2" fmla="*/ 445323 w 473939"/>
                <a:gd name="connsiteY2" fmla="*/ 0 h 2263250"/>
                <a:gd name="connsiteX3" fmla="*/ 469949 w 473939"/>
                <a:gd name="connsiteY3" fmla="*/ 152392 h 2263250"/>
                <a:gd name="connsiteX4" fmla="*/ 469949 w 473939"/>
                <a:gd name="connsiteY4" fmla="*/ 2184924 h 2263250"/>
                <a:gd name="connsiteX5" fmla="*/ 391623 w 473939"/>
                <a:gd name="connsiteY5" fmla="*/ 2263250 h 2263250"/>
                <a:gd name="connsiteX6" fmla="*/ 78326 w 473939"/>
                <a:gd name="connsiteY6" fmla="*/ 2263250 h 2263250"/>
                <a:gd name="connsiteX7" fmla="*/ 0 w 473939"/>
                <a:gd name="connsiteY7" fmla="*/ 2184924 h 2263250"/>
                <a:gd name="connsiteX8" fmla="*/ 0 w 473939"/>
                <a:gd name="connsiteY8" fmla="*/ 152392 h 2263250"/>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9858" h="2286042">
                  <a:moveTo>
                    <a:pt x="0" y="175184"/>
                  </a:moveTo>
                  <a:cubicBezTo>
                    <a:pt x="0" y="131926"/>
                    <a:pt x="35068" y="96858"/>
                    <a:pt x="78326" y="96858"/>
                  </a:cubicBezTo>
                  <a:cubicBezTo>
                    <a:pt x="394302" y="4021"/>
                    <a:pt x="351903" y="0"/>
                    <a:pt x="456335" y="0"/>
                  </a:cubicBezTo>
                  <a:cubicBezTo>
                    <a:pt x="499593" y="0"/>
                    <a:pt x="469949" y="131926"/>
                    <a:pt x="469949" y="175184"/>
                  </a:cubicBezTo>
                  <a:lnTo>
                    <a:pt x="469949" y="2207716"/>
                  </a:lnTo>
                  <a:cubicBezTo>
                    <a:pt x="469949" y="2250974"/>
                    <a:pt x="434881" y="2286042"/>
                    <a:pt x="391623" y="2286042"/>
                  </a:cubicBezTo>
                  <a:lnTo>
                    <a:pt x="78326" y="2286042"/>
                  </a:lnTo>
                  <a:cubicBezTo>
                    <a:pt x="35068" y="2286042"/>
                    <a:pt x="0" y="2250974"/>
                    <a:pt x="0" y="2207716"/>
                  </a:cubicBezTo>
                  <a:lnTo>
                    <a:pt x="0" y="175184"/>
                  </a:lnTo>
                  <a:close/>
                </a:path>
              </a:pathLst>
            </a:cu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2" name="사각형: 둥근 모서리 11">
              <a:extLst>
                <a:ext uri="{FF2B5EF4-FFF2-40B4-BE49-F238E27FC236}">
                  <a16:creationId xmlns:a16="http://schemas.microsoft.com/office/drawing/2014/main" id="{7589D919-CBEB-F8FB-07F2-12CA9E166B19}"/>
                </a:ext>
              </a:extLst>
            </p:cNvPr>
            <p:cNvSpPr/>
            <p:nvPr userDrawn="1"/>
          </p:nvSpPr>
          <p:spPr>
            <a:xfrm>
              <a:off x="5976117" y="1562385"/>
              <a:ext cx="367024" cy="107393"/>
            </a:xfrm>
            <a:prstGeom prst="roundRect">
              <a:avLst>
                <a:gd name="adj" fmla="val 49751"/>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3" name="사각형: 둥근 모서리 12">
              <a:extLst>
                <a:ext uri="{FF2B5EF4-FFF2-40B4-BE49-F238E27FC236}">
                  <a16:creationId xmlns:a16="http://schemas.microsoft.com/office/drawing/2014/main" id="{7C46F0AE-DB11-EB8B-FE86-FF73BA879CF9}"/>
                </a:ext>
              </a:extLst>
            </p:cNvPr>
            <p:cNvSpPr/>
            <p:nvPr userDrawn="1"/>
          </p:nvSpPr>
          <p:spPr>
            <a:xfrm rot="17142116">
              <a:off x="5845212" y="1386473"/>
              <a:ext cx="447973" cy="107393"/>
            </a:xfrm>
            <a:prstGeom prst="roundRect">
              <a:avLst>
                <a:gd name="adj" fmla="val 49751"/>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4" name="사각형: 둥근 모서리 13">
              <a:extLst>
                <a:ext uri="{FF2B5EF4-FFF2-40B4-BE49-F238E27FC236}">
                  <a16:creationId xmlns:a16="http://schemas.microsoft.com/office/drawing/2014/main" id="{2F1B7618-3197-6105-6B9F-CD50533BC4C8}"/>
                </a:ext>
              </a:extLst>
            </p:cNvPr>
            <p:cNvSpPr/>
            <p:nvPr userDrawn="1"/>
          </p:nvSpPr>
          <p:spPr>
            <a:xfrm>
              <a:off x="7547660" y="189796"/>
              <a:ext cx="360000" cy="355633"/>
            </a:xfrm>
            <a:prstGeom prst="roundRect">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5" name="사각형: 둥근 모서리 34">
              <a:extLst>
                <a:ext uri="{FF2B5EF4-FFF2-40B4-BE49-F238E27FC236}">
                  <a16:creationId xmlns:a16="http://schemas.microsoft.com/office/drawing/2014/main" id="{DAEE3283-E646-D165-09D4-A4EBC9383BD5}"/>
                </a:ext>
              </a:extLst>
            </p:cNvPr>
            <p:cNvSpPr/>
            <p:nvPr userDrawn="1"/>
          </p:nvSpPr>
          <p:spPr>
            <a:xfrm rot="923841">
              <a:off x="9359767" y="144498"/>
              <a:ext cx="372850" cy="1492452"/>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0 w 470074"/>
                <a:gd name="connsiteY0" fmla="*/ 168229 h 2279087"/>
                <a:gd name="connsiteX1" fmla="*/ 78326 w 470074"/>
                <a:gd name="connsiteY1" fmla="*/ 89903 h 2279087"/>
                <a:gd name="connsiteX2" fmla="*/ 431082 w 470074"/>
                <a:gd name="connsiteY2" fmla="*/ 0 h 2279087"/>
                <a:gd name="connsiteX3" fmla="*/ 469949 w 470074"/>
                <a:gd name="connsiteY3" fmla="*/ 168229 h 2279087"/>
                <a:gd name="connsiteX4" fmla="*/ 469949 w 470074"/>
                <a:gd name="connsiteY4" fmla="*/ 2200761 h 2279087"/>
                <a:gd name="connsiteX5" fmla="*/ 391623 w 470074"/>
                <a:gd name="connsiteY5" fmla="*/ 2279087 h 2279087"/>
                <a:gd name="connsiteX6" fmla="*/ 78326 w 470074"/>
                <a:gd name="connsiteY6" fmla="*/ 2279087 h 2279087"/>
                <a:gd name="connsiteX7" fmla="*/ 0 w 470074"/>
                <a:gd name="connsiteY7" fmla="*/ 2200761 h 2279087"/>
                <a:gd name="connsiteX8" fmla="*/ 0 w 470074"/>
                <a:gd name="connsiteY8" fmla="*/ 168229 h 2279087"/>
                <a:gd name="connsiteX0" fmla="*/ 0 w 473939"/>
                <a:gd name="connsiteY0" fmla="*/ 152392 h 2263250"/>
                <a:gd name="connsiteX1" fmla="*/ 78326 w 473939"/>
                <a:gd name="connsiteY1" fmla="*/ 74066 h 2263250"/>
                <a:gd name="connsiteX2" fmla="*/ 445323 w 473939"/>
                <a:gd name="connsiteY2" fmla="*/ 0 h 2263250"/>
                <a:gd name="connsiteX3" fmla="*/ 469949 w 473939"/>
                <a:gd name="connsiteY3" fmla="*/ 152392 h 2263250"/>
                <a:gd name="connsiteX4" fmla="*/ 469949 w 473939"/>
                <a:gd name="connsiteY4" fmla="*/ 2184924 h 2263250"/>
                <a:gd name="connsiteX5" fmla="*/ 391623 w 473939"/>
                <a:gd name="connsiteY5" fmla="*/ 2263250 h 2263250"/>
                <a:gd name="connsiteX6" fmla="*/ 78326 w 473939"/>
                <a:gd name="connsiteY6" fmla="*/ 2263250 h 2263250"/>
                <a:gd name="connsiteX7" fmla="*/ 0 w 473939"/>
                <a:gd name="connsiteY7" fmla="*/ 2184924 h 2263250"/>
                <a:gd name="connsiteX8" fmla="*/ 0 w 473939"/>
                <a:gd name="connsiteY8" fmla="*/ 152392 h 2263250"/>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9858" h="2286042">
                  <a:moveTo>
                    <a:pt x="0" y="175184"/>
                  </a:moveTo>
                  <a:cubicBezTo>
                    <a:pt x="0" y="131926"/>
                    <a:pt x="35068" y="96858"/>
                    <a:pt x="78326" y="96858"/>
                  </a:cubicBezTo>
                  <a:cubicBezTo>
                    <a:pt x="394302" y="4021"/>
                    <a:pt x="351903" y="0"/>
                    <a:pt x="456335" y="0"/>
                  </a:cubicBezTo>
                  <a:cubicBezTo>
                    <a:pt x="499593" y="0"/>
                    <a:pt x="469949" y="131926"/>
                    <a:pt x="469949" y="175184"/>
                  </a:cubicBezTo>
                  <a:lnTo>
                    <a:pt x="469949" y="2207716"/>
                  </a:lnTo>
                  <a:cubicBezTo>
                    <a:pt x="469949" y="2250974"/>
                    <a:pt x="434881" y="2286042"/>
                    <a:pt x="391623" y="2286042"/>
                  </a:cubicBezTo>
                  <a:lnTo>
                    <a:pt x="78326" y="2286042"/>
                  </a:lnTo>
                  <a:cubicBezTo>
                    <a:pt x="35068" y="2286042"/>
                    <a:pt x="0" y="2250974"/>
                    <a:pt x="0" y="2207716"/>
                  </a:cubicBezTo>
                  <a:lnTo>
                    <a:pt x="0" y="175184"/>
                  </a:lnTo>
                  <a:close/>
                </a:path>
              </a:pathLst>
            </a:cu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6" name="사각형: 둥근 모서리 15">
              <a:extLst>
                <a:ext uri="{FF2B5EF4-FFF2-40B4-BE49-F238E27FC236}">
                  <a16:creationId xmlns:a16="http://schemas.microsoft.com/office/drawing/2014/main" id="{FA0B60E4-48DD-E363-AC71-B8FE6390DD39}"/>
                </a:ext>
              </a:extLst>
            </p:cNvPr>
            <p:cNvSpPr/>
            <p:nvPr userDrawn="1"/>
          </p:nvSpPr>
          <p:spPr>
            <a:xfrm>
              <a:off x="9539301" y="186675"/>
              <a:ext cx="408152" cy="183858"/>
            </a:xfrm>
            <a:prstGeom prst="roundRect">
              <a:avLst>
                <a:gd name="adj" fmla="val 23143"/>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7" name="사각형: 둥근 모서리 16">
              <a:extLst>
                <a:ext uri="{FF2B5EF4-FFF2-40B4-BE49-F238E27FC236}">
                  <a16:creationId xmlns:a16="http://schemas.microsoft.com/office/drawing/2014/main" id="{2DBD4F83-0783-F1C4-F273-6EE7BA9AA761}"/>
                </a:ext>
              </a:extLst>
            </p:cNvPr>
            <p:cNvSpPr/>
            <p:nvPr userDrawn="1"/>
          </p:nvSpPr>
          <p:spPr>
            <a:xfrm flipH="1">
              <a:off x="9958325" y="1568154"/>
              <a:ext cx="358839" cy="107393"/>
            </a:xfrm>
            <a:prstGeom prst="roundRect">
              <a:avLst>
                <a:gd name="adj" fmla="val 43099"/>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8" name="사각형: 둥근 모서리 17">
              <a:extLst>
                <a:ext uri="{FF2B5EF4-FFF2-40B4-BE49-F238E27FC236}">
                  <a16:creationId xmlns:a16="http://schemas.microsoft.com/office/drawing/2014/main" id="{A22CD0BC-B38F-EAB9-1662-E8974A393956}"/>
                </a:ext>
              </a:extLst>
            </p:cNvPr>
            <p:cNvSpPr/>
            <p:nvPr userDrawn="1"/>
          </p:nvSpPr>
          <p:spPr>
            <a:xfrm rot="4506704" flipH="1">
              <a:off x="9985282" y="1378492"/>
              <a:ext cx="464231" cy="107393"/>
            </a:xfrm>
            <a:prstGeom prst="roundRect">
              <a:avLst>
                <a:gd name="adj" fmla="val 50000"/>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9" name="사각형: 둥근 모서리 18">
              <a:extLst>
                <a:ext uri="{FF2B5EF4-FFF2-40B4-BE49-F238E27FC236}">
                  <a16:creationId xmlns:a16="http://schemas.microsoft.com/office/drawing/2014/main" id="{4A5B8AFF-1462-C09E-526A-01C1EF6A27BF}"/>
                </a:ext>
              </a:extLst>
            </p:cNvPr>
            <p:cNvSpPr/>
            <p:nvPr userDrawn="1"/>
          </p:nvSpPr>
          <p:spPr>
            <a:xfrm rot="17142116">
              <a:off x="9285907" y="1386473"/>
              <a:ext cx="447973" cy="107393"/>
            </a:xfrm>
            <a:prstGeom prst="roundRect">
              <a:avLst>
                <a:gd name="adj" fmla="val 49751"/>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0" name="사각형: 둥근 모서리 19">
              <a:extLst>
                <a:ext uri="{FF2B5EF4-FFF2-40B4-BE49-F238E27FC236}">
                  <a16:creationId xmlns:a16="http://schemas.microsoft.com/office/drawing/2014/main" id="{1E327536-D68A-677A-9C59-B2F87215F482}"/>
                </a:ext>
              </a:extLst>
            </p:cNvPr>
            <p:cNvSpPr/>
            <p:nvPr userDrawn="1"/>
          </p:nvSpPr>
          <p:spPr>
            <a:xfrm>
              <a:off x="8225540" y="182176"/>
              <a:ext cx="976417" cy="355633"/>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1" name="사각형: 둥근 모서리 20">
              <a:extLst>
                <a:ext uri="{FF2B5EF4-FFF2-40B4-BE49-F238E27FC236}">
                  <a16:creationId xmlns:a16="http://schemas.microsoft.com/office/drawing/2014/main" id="{4437FD44-BC56-6D38-BDF7-4B95F0F58D41}"/>
                </a:ext>
              </a:extLst>
            </p:cNvPr>
            <p:cNvSpPr/>
            <p:nvPr userDrawn="1"/>
          </p:nvSpPr>
          <p:spPr>
            <a:xfrm>
              <a:off x="8225541" y="1310440"/>
              <a:ext cx="1287590" cy="355633"/>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2" name="사각형: 둥근 모서리 21">
              <a:extLst>
                <a:ext uri="{FF2B5EF4-FFF2-40B4-BE49-F238E27FC236}">
                  <a16:creationId xmlns:a16="http://schemas.microsoft.com/office/drawing/2014/main" id="{901FAF00-B3B6-32CC-742D-42EABD4FD45C}"/>
                </a:ext>
              </a:extLst>
            </p:cNvPr>
            <p:cNvSpPr/>
            <p:nvPr userDrawn="1"/>
          </p:nvSpPr>
          <p:spPr>
            <a:xfrm>
              <a:off x="8210345" y="186675"/>
              <a:ext cx="360000" cy="1473398"/>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3" name="사각형: 둥근 모서리 48">
              <a:extLst>
                <a:ext uri="{FF2B5EF4-FFF2-40B4-BE49-F238E27FC236}">
                  <a16:creationId xmlns:a16="http://schemas.microsoft.com/office/drawing/2014/main" id="{8FC12012-F3C1-1E96-C679-68B7DA64D4C2}"/>
                </a:ext>
              </a:extLst>
            </p:cNvPr>
            <p:cNvSpPr/>
            <p:nvPr userDrawn="1"/>
          </p:nvSpPr>
          <p:spPr>
            <a:xfrm rot="20700000">
              <a:off x="9757285" y="116467"/>
              <a:ext cx="365971" cy="1546595"/>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7203 w 477152"/>
                <a:gd name="connsiteY0" fmla="*/ 202492 h 2313350"/>
                <a:gd name="connsiteX1" fmla="*/ 25429 w 477152"/>
                <a:gd name="connsiteY1" fmla="*/ 0 h 2313350"/>
                <a:gd name="connsiteX2" fmla="*/ 337626 w 477152"/>
                <a:gd name="connsiteY2" fmla="*/ 122559 h 2313350"/>
                <a:gd name="connsiteX3" fmla="*/ 477152 w 477152"/>
                <a:gd name="connsiteY3" fmla="*/ 202492 h 2313350"/>
                <a:gd name="connsiteX4" fmla="*/ 477152 w 477152"/>
                <a:gd name="connsiteY4" fmla="*/ 2235024 h 2313350"/>
                <a:gd name="connsiteX5" fmla="*/ 398826 w 477152"/>
                <a:gd name="connsiteY5" fmla="*/ 2313350 h 2313350"/>
                <a:gd name="connsiteX6" fmla="*/ 85529 w 477152"/>
                <a:gd name="connsiteY6" fmla="*/ 2313350 h 2313350"/>
                <a:gd name="connsiteX7" fmla="*/ 7203 w 477152"/>
                <a:gd name="connsiteY7" fmla="*/ 2235024 h 2313350"/>
                <a:gd name="connsiteX8" fmla="*/ 7203 w 477152"/>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1 w 469948"/>
                <a:gd name="connsiteY0" fmla="*/ 174286 h 2285144"/>
                <a:gd name="connsiteX1" fmla="*/ 49782 w 469948"/>
                <a:gd name="connsiteY1" fmla="*/ 1 h 2285144"/>
                <a:gd name="connsiteX2" fmla="*/ 334387 w 469948"/>
                <a:gd name="connsiteY2" fmla="*/ 77186 h 2285144"/>
                <a:gd name="connsiteX3" fmla="*/ 469948 w 469948"/>
                <a:gd name="connsiteY3" fmla="*/ 174286 h 2285144"/>
                <a:gd name="connsiteX4" fmla="*/ 469948 w 469948"/>
                <a:gd name="connsiteY4" fmla="*/ 2206818 h 2285144"/>
                <a:gd name="connsiteX5" fmla="*/ 391622 w 469948"/>
                <a:gd name="connsiteY5" fmla="*/ 2285144 h 2285144"/>
                <a:gd name="connsiteX6" fmla="*/ 78325 w 469948"/>
                <a:gd name="connsiteY6" fmla="*/ 2285144 h 2285144"/>
                <a:gd name="connsiteX7" fmla="*/ -1 w 469948"/>
                <a:gd name="connsiteY7" fmla="*/ 2206818 h 2285144"/>
                <a:gd name="connsiteX8" fmla="*/ -1 w 469948"/>
                <a:gd name="connsiteY8" fmla="*/ 174286 h 2285144"/>
                <a:gd name="connsiteX0" fmla="*/ 0 w 469949"/>
                <a:gd name="connsiteY0" fmla="*/ 174285 h 2285143"/>
                <a:gd name="connsiteX1" fmla="*/ 49783 w 469949"/>
                <a:gd name="connsiteY1" fmla="*/ 0 h 2285143"/>
                <a:gd name="connsiteX2" fmla="*/ 334388 w 469949"/>
                <a:gd name="connsiteY2" fmla="*/ 77185 h 2285143"/>
                <a:gd name="connsiteX3" fmla="*/ 469949 w 469949"/>
                <a:gd name="connsiteY3" fmla="*/ 174285 h 2285143"/>
                <a:gd name="connsiteX4" fmla="*/ 469949 w 469949"/>
                <a:gd name="connsiteY4" fmla="*/ 2206817 h 2285143"/>
                <a:gd name="connsiteX5" fmla="*/ 391623 w 469949"/>
                <a:gd name="connsiteY5" fmla="*/ 2285143 h 2285143"/>
                <a:gd name="connsiteX6" fmla="*/ 78326 w 469949"/>
                <a:gd name="connsiteY6" fmla="*/ 2285143 h 2285143"/>
                <a:gd name="connsiteX7" fmla="*/ 0 w 469949"/>
                <a:gd name="connsiteY7" fmla="*/ 2206817 h 2285143"/>
                <a:gd name="connsiteX8" fmla="*/ 0 w 469949"/>
                <a:gd name="connsiteY8" fmla="*/ 174285 h 2285143"/>
                <a:gd name="connsiteX0" fmla="*/ 1054 w 471003"/>
                <a:gd name="connsiteY0" fmla="*/ 197892 h 2308750"/>
                <a:gd name="connsiteX1" fmla="*/ 34082 w 471003"/>
                <a:gd name="connsiteY1" fmla="*/ 0 h 2308750"/>
                <a:gd name="connsiteX2" fmla="*/ 335442 w 471003"/>
                <a:gd name="connsiteY2" fmla="*/ 100792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 name="connsiteX0" fmla="*/ 1054 w 471003"/>
                <a:gd name="connsiteY0" fmla="*/ 197892 h 2308750"/>
                <a:gd name="connsiteX1" fmla="*/ 34082 w 471003"/>
                <a:gd name="connsiteY1" fmla="*/ 0 h 2308750"/>
                <a:gd name="connsiteX2" fmla="*/ 334861 w 471003"/>
                <a:gd name="connsiteY2" fmla="*/ 89571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1003" h="2308750">
                  <a:moveTo>
                    <a:pt x="1054" y="197892"/>
                  </a:moveTo>
                  <a:cubicBezTo>
                    <a:pt x="1054" y="154634"/>
                    <a:pt x="-9176" y="0"/>
                    <a:pt x="34082" y="0"/>
                  </a:cubicBezTo>
                  <a:cubicBezTo>
                    <a:pt x="252569" y="55222"/>
                    <a:pt x="180322" y="46561"/>
                    <a:pt x="334861" y="89571"/>
                  </a:cubicBezTo>
                  <a:cubicBezTo>
                    <a:pt x="454403" y="123843"/>
                    <a:pt x="471003" y="154634"/>
                    <a:pt x="471003" y="197892"/>
                  </a:cubicBezTo>
                  <a:lnTo>
                    <a:pt x="471003" y="2230424"/>
                  </a:lnTo>
                  <a:cubicBezTo>
                    <a:pt x="471003" y="2273682"/>
                    <a:pt x="435935" y="2308750"/>
                    <a:pt x="392677" y="2308750"/>
                  </a:cubicBezTo>
                  <a:lnTo>
                    <a:pt x="79380" y="2308750"/>
                  </a:lnTo>
                  <a:cubicBezTo>
                    <a:pt x="36122" y="2308750"/>
                    <a:pt x="1054" y="2273682"/>
                    <a:pt x="1054" y="2230424"/>
                  </a:cubicBezTo>
                  <a:lnTo>
                    <a:pt x="1054" y="197892"/>
                  </a:lnTo>
                  <a:close/>
                </a:path>
              </a:pathLst>
            </a:cu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4" name="사각형: 둥근 모서리 23">
              <a:extLst>
                <a:ext uri="{FF2B5EF4-FFF2-40B4-BE49-F238E27FC236}">
                  <a16:creationId xmlns:a16="http://schemas.microsoft.com/office/drawing/2014/main" id="{E85CAABF-CB4B-2B7D-A895-75F478F9E0A3}"/>
                </a:ext>
              </a:extLst>
            </p:cNvPr>
            <p:cNvSpPr/>
            <p:nvPr userDrawn="1"/>
          </p:nvSpPr>
          <p:spPr>
            <a:xfrm rot="4506704" flipH="1">
              <a:off x="9456291" y="360823"/>
              <a:ext cx="464231" cy="107393"/>
            </a:xfrm>
            <a:prstGeom prst="roundRect">
              <a:avLst>
                <a:gd name="adj" fmla="val 32586"/>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5" name="사각형: 둥근 모서리 24">
              <a:extLst>
                <a:ext uri="{FF2B5EF4-FFF2-40B4-BE49-F238E27FC236}">
                  <a16:creationId xmlns:a16="http://schemas.microsoft.com/office/drawing/2014/main" id="{977AD124-2D48-82D1-BF1E-379401F23CBF}"/>
                </a:ext>
              </a:extLst>
            </p:cNvPr>
            <p:cNvSpPr/>
            <p:nvPr userDrawn="1"/>
          </p:nvSpPr>
          <p:spPr>
            <a:xfrm flipH="1">
              <a:off x="9586770" y="180267"/>
              <a:ext cx="351774" cy="60140"/>
            </a:xfrm>
            <a:prstGeom prst="roundRect">
              <a:avLst>
                <a:gd name="adj" fmla="val 32586"/>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6" name="사각형: 둥근 모서리 25">
              <a:extLst>
                <a:ext uri="{FF2B5EF4-FFF2-40B4-BE49-F238E27FC236}">
                  <a16:creationId xmlns:a16="http://schemas.microsoft.com/office/drawing/2014/main" id="{935C0909-CA27-0C56-8530-67186FB3D7CC}"/>
                </a:ext>
              </a:extLst>
            </p:cNvPr>
            <p:cNvSpPr/>
            <p:nvPr userDrawn="1"/>
          </p:nvSpPr>
          <p:spPr>
            <a:xfrm>
              <a:off x="6347129" y="186675"/>
              <a:ext cx="408152" cy="183858"/>
            </a:xfrm>
            <a:prstGeom prst="roundRect">
              <a:avLst>
                <a:gd name="adj" fmla="val 23143"/>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7" name="사각형: 둥근 모서리 26">
              <a:extLst>
                <a:ext uri="{FF2B5EF4-FFF2-40B4-BE49-F238E27FC236}">
                  <a16:creationId xmlns:a16="http://schemas.microsoft.com/office/drawing/2014/main" id="{E9BDEEAD-DED1-28AC-8118-7CB4F7F9A7B3}"/>
                </a:ext>
              </a:extLst>
            </p:cNvPr>
            <p:cNvSpPr/>
            <p:nvPr userDrawn="1"/>
          </p:nvSpPr>
          <p:spPr>
            <a:xfrm flipH="1">
              <a:off x="6766153" y="1568154"/>
              <a:ext cx="358839" cy="107393"/>
            </a:xfrm>
            <a:prstGeom prst="roundRect">
              <a:avLst>
                <a:gd name="adj" fmla="val 43099"/>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8" name="사각형: 둥근 모서리 27">
              <a:extLst>
                <a:ext uri="{FF2B5EF4-FFF2-40B4-BE49-F238E27FC236}">
                  <a16:creationId xmlns:a16="http://schemas.microsoft.com/office/drawing/2014/main" id="{A120A2F1-9E2F-DE3C-9C0D-767223CCDCC3}"/>
                </a:ext>
              </a:extLst>
            </p:cNvPr>
            <p:cNvSpPr/>
            <p:nvPr userDrawn="1"/>
          </p:nvSpPr>
          <p:spPr>
            <a:xfrm rot="4506704" flipH="1">
              <a:off x="6793110" y="1378492"/>
              <a:ext cx="464231" cy="107393"/>
            </a:xfrm>
            <a:prstGeom prst="roundRect">
              <a:avLst>
                <a:gd name="adj" fmla="val 50000"/>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9" name="사각형: 둥근 모서리 48">
              <a:extLst>
                <a:ext uri="{FF2B5EF4-FFF2-40B4-BE49-F238E27FC236}">
                  <a16:creationId xmlns:a16="http://schemas.microsoft.com/office/drawing/2014/main" id="{9C708ECA-1A72-51DA-2BCE-82E60DF885CF}"/>
                </a:ext>
              </a:extLst>
            </p:cNvPr>
            <p:cNvSpPr/>
            <p:nvPr userDrawn="1"/>
          </p:nvSpPr>
          <p:spPr>
            <a:xfrm rot="20700000">
              <a:off x="6565113" y="116467"/>
              <a:ext cx="365971" cy="1546595"/>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7203 w 477152"/>
                <a:gd name="connsiteY0" fmla="*/ 202492 h 2313350"/>
                <a:gd name="connsiteX1" fmla="*/ 25429 w 477152"/>
                <a:gd name="connsiteY1" fmla="*/ 0 h 2313350"/>
                <a:gd name="connsiteX2" fmla="*/ 337626 w 477152"/>
                <a:gd name="connsiteY2" fmla="*/ 122559 h 2313350"/>
                <a:gd name="connsiteX3" fmla="*/ 477152 w 477152"/>
                <a:gd name="connsiteY3" fmla="*/ 202492 h 2313350"/>
                <a:gd name="connsiteX4" fmla="*/ 477152 w 477152"/>
                <a:gd name="connsiteY4" fmla="*/ 2235024 h 2313350"/>
                <a:gd name="connsiteX5" fmla="*/ 398826 w 477152"/>
                <a:gd name="connsiteY5" fmla="*/ 2313350 h 2313350"/>
                <a:gd name="connsiteX6" fmla="*/ 85529 w 477152"/>
                <a:gd name="connsiteY6" fmla="*/ 2313350 h 2313350"/>
                <a:gd name="connsiteX7" fmla="*/ 7203 w 477152"/>
                <a:gd name="connsiteY7" fmla="*/ 2235024 h 2313350"/>
                <a:gd name="connsiteX8" fmla="*/ 7203 w 477152"/>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1 w 469948"/>
                <a:gd name="connsiteY0" fmla="*/ 174286 h 2285144"/>
                <a:gd name="connsiteX1" fmla="*/ 49782 w 469948"/>
                <a:gd name="connsiteY1" fmla="*/ 1 h 2285144"/>
                <a:gd name="connsiteX2" fmla="*/ 334387 w 469948"/>
                <a:gd name="connsiteY2" fmla="*/ 77186 h 2285144"/>
                <a:gd name="connsiteX3" fmla="*/ 469948 w 469948"/>
                <a:gd name="connsiteY3" fmla="*/ 174286 h 2285144"/>
                <a:gd name="connsiteX4" fmla="*/ 469948 w 469948"/>
                <a:gd name="connsiteY4" fmla="*/ 2206818 h 2285144"/>
                <a:gd name="connsiteX5" fmla="*/ 391622 w 469948"/>
                <a:gd name="connsiteY5" fmla="*/ 2285144 h 2285144"/>
                <a:gd name="connsiteX6" fmla="*/ 78325 w 469948"/>
                <a:gd name="connsiteY6" fmla="*/ 2285144 h 2285144"/>
                <a:gd name="connsiteX7" fmla="*/ -1 w 469948"/>
                <a:gd name="connsiteY7" fmla="*/ 2206818 h 2285144"/>
                <a:gd name="connsiteX8" fmla="*/ -1 w 469948"/>
                <a:gd name="connsiteY8" fmla="*/ 174286 h 2285144"/>
                <a:gd name="connsiteX0" fmla="*/ 0 w 469949"/>
                <a:gd name="connsiteY0" fmla="*/ 174285 h 2285143"/>
                <a:gd name="connsiteX1" fmla="*/ 49783 w 469949"/>
                <a:gd name="connsiteY1" fmla="*/ 0 h 2285143"/>
                <a:gd name="connsiteX2" fmla="*/ 334388 w 469949"/>
                <a:gd name="connsiteY2" fmla="*/ 77185 h 2285143"/>
                <a:gd name="connsiteX3" fmla="*/ 469949 w 469949"/>
                <a:gd name="connsiteY3" fmla="*/ 174285 h 2285143"/>
                <a:gd name="connsiteX4" fmla="*/ 469949 w 469949"/>
                <a:gd name="connsiteY4" fmla="*/ 2206817 h 2285143"/>
                <a:gd name="connsiteX5" fmla="*/ 391623 w 469949"/>
                <a:gd name="connsiteY5" fmla="*/ 2285143 h 2285143"/>
                <a:gd name="connsiteX6" fmla="*/ 78326 w 469949"/>
                <a:gd name="connsiteY6" fmla="*/ 2285143 h 2285143"/>
                <a:gd name="connsiteX7" fmla="*/ 0 w 469949"/>
                <a:gd name="connsiteY7" fmla="*/ 2206817 h 2285143"/>
                <a:gd name="connsiteX8" fmla="*/ 0 w 469949"/>
                <a:gd name="connsiteY8" fmla="*/ 174285 h 2285143"/>
                <a:gd name="connsiteX0" fmla="*/ 1054 w 471003"/>
                <a:gd name="connsiteY0" fmla="*/ 197892 h 2308750"/>
                <a:gd name="connsiteX1" fmla="*/ 34082 w 471003"/>
                <a:gd name="connsiteY1" fmla="*/ 0 h 2308750"/>
                <a:gd name="connsiteX2" fmla="*/ 335442 w 471003"/>
                <a:gd name="connsiteY2" fmla="*/ 100792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 name="connsiteX0" fmla="*/ 1054 w 471003"/>
                <a:gd name="connsiteY0" fmla="*/ 197892 h 2308750"/>
                <a:gd name="connsiteX1" fmla="*/ 34082 w 471003"/>
                <a:gd name="connsiteY1" fmla="*/ 0 h 2308750"/>
                <a:gd name="connsiteX2" fmla="*/ 334861 w 471003"/>
                <a:gd name="connsiteY2" fmla="*/ 89571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1003" h="2308750">
                  <a:moveTo>
                    <a:pt x="1054" y="197892"/>
                  </a:moveTo>
                  <a:cubicBezTo>
                    <a:pt x="1054" y="154634"/>
                    <a:pt x="-9176" y="0"/>
                    <a:pt x="34082" y="0"/>
                  </a:cubicBezTo>
                  <a:cubicBezTo>
                    <a:pt x="252569" y="55222"/>
                    <a:pt x="180322" y="46561"/>
                    <a:pt x="334861" y="89571"/>
                  </a:cubicBezTo>
                  <a:cubicBezTo>
                    <a:pt x="454403" y="123843"/>
                    <a:pt x="471003" y="154634"/>
                    <a:pt x="471003" y="197892"/>
                  </a:cubicBezTo>
                  <a:lnTo>
                    <a:pt x="471003" y="2230424"/>
                  </a:lnTo>
                  <a:cubicBezTo>
                    <a:pt x="471003" y="2273682"/>
                    <a:pt x="435935" y="2308750"/>
                    <a:pt x="392677" y="2308750"/>
                  </a:cubicBezTo>
                  <a:lnTo>
                    <a:pt x="79380" y="2308750"/>
                  </a:lnTo>
                  <a:cubicBezTo>
                    <a:pt x="36122" y="2308750"/>
                    <a:pt x="1054" y="2273682"/>
                    <a:pt x="1054" y="2230424"/>
                  </a:cubicBezTo>
                  <a:lnTo>
                    <a:pt x="1054" y="197892"/>
                  </a:lnTo>
                  <a:close/>
                </a:path>
              </a:pathLst>
            </a:cu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30" name="사각형: 둥근 모서리 29">
              <a:extLst>
                <a:ext uri="{FF2B5EF4-FFF2-40B4-BE49-F238E27FC236}">
                  <a16:creationId xmlns:a16="http://schemas.microsoft.com/office/drawing/2014/main" id="{02233A34-DD1A-0CFF-EE55-E7D78EE182A5}"/>
                </a:ext>
              </a:extLst>
            </p:cNvPr>
            <p:cNvSpPr/>
            <p:nvPr userDrawn="1"/>
          </p:nvSpPr>
          <p:spPr>
            <a:xfrm rot="4506704" flipH="1">
              <a:off x="6264119" y="360823"/>
              <a:ext cx="464231" cy="107393"/>
            </a:xfrm>
            <a:prstGeom prst="roundRect">
              <a:avLst>
                <a:gd name="adj" fmla="val 32586"/>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31" name="사각형: 둥근 모서리 30">
              <a:extLst>
                <a:ext uri="{FF2B5EF4-FFF2-40B4-BE49-F238E27FC236}">
                  <a16:creationId xmlns:a16="http://schemas.microsoft.com/office/drawing/2014/main" id="{14AC34DC-FFAD-AE9B-6155-5A249659B17A}"/>
                </a:ext>
              </a:extLst>
            </p:cNvPr>
            <p:cNvSpPr/>
            <p:nvPr userDrawn="1"/>
          </p:nvSpPr>
          <p:spPr>
            <a:xfrm flipH="1">
              <a:off x="6394598" y="180267"/>
              <a:ext cx="351774" cy="60140"/>
            </a:xfrm>
            <a:prstGeom prst="roundRect">
              <a:avLst>
                <a:gd name="adj" fmla="val 32586"/>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grpSp>
      <p:grpSp>
        <p:nvGrpSpPr>
          <p:cNvPr id="32" name="그룹 31">
            <a:extLst>
              <a:ext uri="{FF2B5EF4-FFF2-40B4-BE49-F238E27FC236}">
                <a16:creationId xmlns:a16="http://schemas.microsoft.com/office/drawing/2014/main" id="{7276A3FC-BAB7-29FF-28AD-B77DB9D0D8E8}"/>
              </a:ext>
            </a:extLst>
          </p:cNvPr>
          <p:cNvGrpSpPr/>
          <p:nvPr userDrawn="1"/>
        </p:nvGrpSpPr>
        <p:grpSpPr>
          <a:xfrm>
            <a:off x="9608429" y="6377262"/>
            <a:ext cx="2549704" cy="447351"/>
            <a:chOff x="2347257" y="6113745"/>
            <a:chExt cx="2549704" cy="447351"/>
          </a:xfrm>
        </p:grpSpPr>
        <p:pic>
          <p:nvPicPr>
            <p:cNvPr id="33" name="그림 32" descr="로고, 그래픽, 그래픽 디자인, 스크린샷이(가) 표시된 사진&#10;&#10;자동 생성된 설명">
              <a:extLst>
                <a:ext uri="{FF2B5EF4-FFF2-40B4-BE49-F238E27FC236}">
                  <a16:creationId xmlns:a16="http://schemas.microsoft.com/office/drawing/2014/main" id="{307824EB-7201-2EC4-BDA2-3CA8ECC4C4E5}"/>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347257" y="6113745"/>
              <a:ext cx="1016707" cy="447351"/>
            </a:xfrm>
            <a:prstGeom prst="rect">
              <a:avLst/>
            </a:prstGeom>
          </p:spPr>
        </p:pic>
        <p:sp>
          <p:nvSpPr>
            <p:cNvPr id="34" name="TextBox 33">
              <a:extLst>
                <a:ext uri="{FF2B5EF4-FFF2-40B4-BE49-F238E27FC236}">
                  <a16:creationId xmlns:a16="http://schemas.microsoft.com/office/drawing/2014/main" id="{D724357C-B669-4A76-895B-80CA83451CEE}"/>
                </a:ext>
              </a:extLst>
            </p:cNvPr>
            <p:cNvSpPr txBox="1"/>
            <p:nvPr userDrawn="1"/>
          </p:nvSpPr>
          <p:spPr>
            <a:xfrm>
              <a:off x="3356155" y="6113745"/>
              <a:ext cx="1540806" cy="374526"/>
            </a:xfrm>
            <a:prstGeom prst="rect">
              <a:avLst/>
            </a:prstGeom>
            <a:noFill/>
          </p:spPr>
          <p:txBody>
            <a:bodyPr wrap="square" rtlCol="0" anchor="ctr">
              <a:spAutoFit/>
            </a:bodyPr>
            <a:lstStyle/>
            <a:p>
              <a:pPr algn="ctr">
                <a:lnSpc>
                  <a:spcPts val="1100"/>
                </a:lnSpc>
              </a:pPr>
              <a:r>
                <a:rPr lang="en-US" sz="1200" b="1" dirty="0">
                  <a:solidFill>
                    <a:srgbClr val="5A5B5E"/>
                  </a:solidFill>
                  <a:latin typeface="Trebuchet MS" panose="020B0703020202090204" pitchFamily="34" charset="0"/>
                  <a:ea typeface="Baskerville" panose="02020502070401020303" pitchFamily="18" charset="0"/>
                </a:rPr>
                <a:t>School of Software</a:t>
              </a:r>
            </a:p>
            <a:p>
              <a:pPr algn="ctr">
                <a:lnSpc>
                  <a:spcPts val="1100"/>
                </a:lnSpc>
              </a:pPr>
              <a:r>
                <a:rPr lang="en-US" sz="1200" b="1" dirty="0" err="1">
                  <a:solidFill>
                    <a:srgbClr val="1DA1C6"/>
                  </a:solidFill>
                  <a:latin typeface="Trebuchet MS" panose="020B0703020202090204" pitchFamily="34" charset="0"/>
                  <a:ea typeface="Baskerville" panose="02020502070401020303" pitchFamily="18" charset="0"/>
                </a:rPr>
                <a:t>Soongsil</a:t>
              </a:r>
              <a:r>
                <a:rPr lang="en-US" sz="1200" b="1" dirty="0">
                  <a:solidFill>
                    <a:srgbClr val="1DA1C6"/>
                  </a:solidFill>
                  <a:latin typeface="Trebuchet MS" panose="020B0703020202090204" pitchFamily="34" charset="0"/>
                  <a:ea typeface="Baskerville" panose="02020502070401020303" pitchFamily="18" charset="0"/>
                </a:rPr>
                <a:t> University</a:t>
              </a:r>
            </a:p>
          </p:txBody>
        </p:sp>
      </p:grpSp>
    </p:spTree>
    <p:extLst>
      <p:ext uri="{BB962C8B-B14F-4D97-AF65-F5344CB8AC3E}">
        <p14:creationId xmlns:p14="http://schemas.microsoft.com/office/powerpoint/2010/main" val="115237969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2" name="Title 1"/>
          <p:cNvSpPr>
            <a:spLocks noGrp="1"/>
          </p:cNvSpPr>
          <p:nvPr>
            <p:ph type="ctrTitle" hasCustomPrompt="1"/>
          </p:nvPr>
        </p:nvSpPr>
        <p:spPr>
          <a:xfrm>
            <a:off x="1524001" y="2376766"/>
            <a:ext cx="9144000" cy="855184"/>
          </a:xfrm>
          <a:prstGeom prst="rect">
            <a:avLst/>
          </a:prstGeom>
        </p:spPr>
        <p:txBody>
          <a:bodyPr anchor="b">
            <a:normAutofit/>
          </a:bodyPr>
          <a:lstStyle>
            <a:lvl1pPr algn="ctr">
              <a:defRPr sz="4400" b="1">
                <a:solidFill>
                  <a:srgbClr val="2D3F4E"/>
                </a:solidFill>
                <a:latin typeface="Trebuchet MS" panose="020B0703020202090204" pitchFamily="34" charset="0"/>
              </a:defRPr>
            </a:lvl1pPr>
          </a:lstStyle>
          <a:p>
            <a:r>
              <a:rPr lang="en-US" dirty="0"/>
              <a:t>Click to edit Master title style</a:t>
            </a:r>
          </a:p>
        </p:txBody>
      </p:sp>
      <p:sp>
        <p:nvSpPr>
          <p:cNvPr id="3" name="Subtitle 2"/>
          <p:cNvSpPr>
            <a:spLocks noGrp="1"/>
          </p:cNvSpPr>
          <p:nvPr>
            <p:ph type="subTitle" idx="1"/>
          </p:nvPr>
        </p:nvSpPr>
        <p:spPr>
          <a:xfrm>
            <a:off x="1524001" y="3602038"/>
            <a:ext cx="9144000" cy="1655762"/>
          </a:xfrm>
        </p:spPr>
        <p:txBody>
          <a:bodyPr/>
          <a:lstStyle>
            <a:lvl1pPr marL="0" indent="0" algn="ctr">
              <a:buNone/>
              <a:defRPr sz="2400" b="1">
                <a:solidFill>
                  <a:srgbClr val="2D3F4E"/>
                </a:solidFill>
                <a:latin typeface="Trebuchet MS" panose="020B0703020202090204" pitchFamily="34" charset="0"/>
              </a:defRPr>
            </a:lvl1pPr>
            <a:lvl2pPr marL="457202" indent="0" algn="ctr">
              <a:buNone/>
              <a:defRPr sz="2000"/>
            </a:lvl2pPr>
            <a:lvl3pPr marL="914404" indent="0" algn="ctr">
              <a:buNone/>
              <a:defRPr sz="1800"/>
            </a:lvl3pPr>
            <a:lvl4pPr marL="1371605" indent="0" algn="ctr">
              <a:buNone/>
              <a:defRPr sz="1600"/>
            </a:lvl4pPr>
            <a:lvl5pPr marL="1828807" indent="0" algn="ctr">
              <a:buNone/>
              <a:defRPr sz="1600"/>
            </a:lvl5pPr>
            <a:lvl6pPr marL="2286009" indent="0" algn="ctr">
              <a:buNone/>
              <a:defRPr sz="1600"/>
            </a:lvl6pPr>
            <a:lvl7pPr marL="2743211" indent="0" algn="ctr">
              <a:buNone/>
              <a:defRPr sz="1600"/>
            </a:lvl7pPr>
            <a:lvl8pPr marL="3200413" indent="0" algn="ctr">
              <a:buNone/>
              <a:defRPr sz="1600"/>
            </a:lvl8pPr>
            <a:lvl9pPr marL="3657615" indent="0" algn="ctr">
              <a:buNone/>
              <a:defRPr sz="1600"/>
            </a:lvl9pPr>
          </a:lstStyle>
          <a:p>
            <a:r>
              <a:rPr lang="en-US" dirty="0"/>
              <a:t>Click to edit Master subtitle style</a:t>
            </a:r>
          </a:p>
        </p:txBody>
      </p:sp>
      <p:sp>
        <p:nvSpPr>
          <p:cNvPr id="4" name="부제목 2">
            <a:extLst>
              <a:ext uri="{FF2B5EF4-FFF2-40B4-BE49-F238E27FC236}">
                <a16:creationId xmlns:a16="http://schemas.microsoft.com/office/drawing/2014/main" id="{EB3B124F-36C4-94D5-C22F-6D439133A7B4}"/>
              </a:ext>
            </a:extLst>
          </p:cNvPr>
          <p:cNvSpPr txBox="1">
            <a:spLocks/>
          </p:cNvSpPr>
          <p:nvPr userDrawn="1"/>
        </p:nvSpPr>
        <p:spPr>
          <a:xfrm>
            <a:off x="3787205" y="5728639"/>
            <a:ext cx="4617590" cy="372676"/>
          </a:xfrm>
          <a:prstGeom prst="rect">
            <a:avLst/>
          </a:prstGeom>
        </p:spPr>
        <p:txBody>
          <a:bodyPr vert="horz" lIns="91440" tIns="45720" rIns="91440" bIns="45720" rtlCol="0">
            <a:noAutofit/>
          </a:bodyPr>
          <a:lstStyle>
            <a:lvl1pPr marL="0" indent="0" algn="ctr" defTabSz="914400" rtl="0" eaLnBrk="1" latinLnBrk="1" hangingPunct="1">
              <a:lnSpc>
                <a:spcPct val="90000"/>
              </a:lnSpc>
              <a:spcBef>
                <a:spcPts val="1000"/>
              </a:spcBef>
              <a:buFont typeface="Arial" panose="020B0604020202020204" pitchFamily="34" charset="0"/>
              <a:buNone/>
              <a:defRPr sz="2400" kern="1200">
                <a:solidFill>
                  <a:schemeClr val="tx1"/>
                </a:solidFill>
                <a:latin typeface="Trebuchet MS" panose="020B0703020202090204" pitchFamily="34" charset="0"/>
                <a:ea typeface="+mn-ea"/>
                <a:cs typeface="+mn-cs"/>
              </a:defRPr>
            </a:lvl1pPr>
            <a:lvl2pPr marL="457200" indent="0" algn="ctr" defTabSz="914400" rtl="0" eaLnBrk="1" latinLnBrk="1"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1"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altLang="ko-KR" sz="1400" b="1" dirty="0">
                <a:solidFill>
                  <a:schemeClr val="tx1">
                    <a:lumMod val="50000"/>
                    <a:lumOff val="50000"/>
                  </a:schemeClr>
                </a:solidFill>
                <a:latin typeface="Trebuchet MS" panose="020B0703020202090204" pitchFamily="34" charset="0"/>
                <a:ea typeface="Baskerville" panose="02020502070401020303" pitchFamily="18" charset="0"/>
              </a:rPr>
              <a:t>Advanced Intelligent Computing Architecture Lab.</a:t>
            </a:r>
            <a:endParaRPr lang="ko-KR" altLang="en-US" sz="1400" dirty="0">
              <a:solidFill>
                <a:schemeClr val="tx1">
                  <a:lumMod val="50000"/>
                  <a:lumOff val="50000"/>
                </a:schemeClr>
              </a:solidFill>
              <a:latin typeface="Trebuchet MS" panose="020B0603020202020204" pitchFamily="34" charset="0"/>
            </a:endParaRPr>
          </a:p>
        </p:txBody>
      </p:sp>
      <p:grpSp>
        <p:nvGrpSpPr>
          <p:cNvPr id="5" name="그룹 4">
            <a:extLst>
              <a:ext uri="{FF2B5EF4-FFF2-40B4-BE49-F238E27FC236}">
                <a16:creationId xmlns:a16="http://schemas.microsoft.com/office/drawing/2014/main" id="{4BDBBFFA-AC6B-4DE0-F991-D9DA483B3EE6}"/>
              </a:ext>
            </a:extLst>
          </p:cNvPr>
          <p:cNvGrpSpPr/>
          <p:nvPr userDrawn="1"/>
        </p:nvGrpSpPr>
        <p:grpSpPr>
          <a:xfrm>
            <a:off x="5196905" y="4977344"/>
            <a:ext cx="1798190" cy="646162"/>
            <a:chOff x="5976117" y="116467"/>
            <a:chExt cx="4341047" cy="1559914"/>
          </a:xfrm>
        </p:grpSpPr>
        <p:sp>
          <p:nvSpPr>
            <p:cNvPr id="6" name="사각형: 둥근 모서리 5">
              <a:extLst>
                <a:ext uri="{FF2B5EF4-FFF2-40B4-BE49-F238E27FC236}">
                  <a16:creationId xmlns:a16="http://schemas.microsoft.com/office/drawing/2014/main" id="{7D01C0DA-7E19-0F85-F60D-470CBEC2E8C3}"/>
                </a:ext>
              </a:extLst>
            </p:cNvPr>
            <p:cNvSpPr/>
            <p:nvPr userDrawn="1"/>
          </p:nvSpPr>
          <p:spPr>
            <a:xfrm>
              <a:off x="7547660" y="613810"/>
              <a:ext cx="360000" cy="1046263"/>
            </a:xfrm>
            <a:prstGeom prst="roundRect">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7" name="사각형: 둥근 모서리 6">
              <a:extLst>
                <a:ext uri="{FF2B5EF4-FFF2-40B4-BE49-F238E27FC236}">
                  <a16:creationId xmlns:a16="http://schemas.microsoft.com/office/drawing/2014/main" id="{ED4AC07B-F602-BF95-CE22-697B01DEE9B4}"/>
                </a:ext>
              </a:extLst>
            </p:cNvPr>
            <p:cNvSpPr/>
            <p:nvPr userDrawn="1"/>
          </p:nvSpPr>
          <p:spPr>
            <a:xfrm>
              <a:off x="6776499" y="1312781"/>
              <a:ext cx="1131162" cy="363600"/>
            </a:xfrm>
            <a:prstGeom prst="roundRect">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8" name="사각형: 둥근 모서리 34">
              <a:extLst>
                <a:ext uri="{FF2B5EF4-FFF2-40B4-BE49-F238E27FC236}">
                  <a16:creationId xmlns:a16="http://schemas.microsoft.com/office/drawing/2014/main" id="{6FDA9D2B-21BB-4F37-E3AB-497C69ED2087}"/>
                </a:ext>
              </a:extLst>
            </p:cNvPr>
            <p:cNvSpPr/>
            <p:nvPr userDrawn="1"/>
          </p:nvSpPr>
          <p:spPr>
            <a:xfrm rot="923841">
              <a:off x="6171723" y="144498"/>
              <a:ext cx="372850" cy="1492452"/>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0 w 470074"/>
                <a:gd name="connsiteY0" fmla="*/ 168229 h 2279087"/>
                <a:gd name="connsiteX1" fmla="*/ 78326 w 470074"/>
                <a:gd name="connsiteY1" fmla="*/ 89903 h 2279087"/>
                <a:gd name="connsiteX2" fmla="*/ 431082 w 470074"/>
                <a:gd name="connsiteY2" fmla="*/ 0 h 2279087"/>
                <a:gd name="connsiteX3" fmla="*/ 469949 w 470074"/>
                <a:gd name="connsiteY3" fmla="*/ 168229 h 2279087"/>
                <a:gd name="connsiteX4" fmla="*/ 469949 w 470074"/>
                <a:gd name="connsiteY4" fmla="*/ 2200761 h 2279087"/>
                <a:gd name="connsiteX5" fmla="*/ 391623 w 470074"/>
                <a:gd name="connsiteY5" fmla="*/ 2279087 h 2279087"/>
                <a:gd name="connsiteX6" fmla="*/ 78326 w 470074"/>
                <a:gd name="connsiteY6" fmla="*/ 2279087 h 2279087"/>
                <a:gd name="connsiteX7" fmla="*/ 0 w 470074"/>
                <a:gd name="connsiteY7" fmla="*/ 2200761 h 2279087"/>
                <a:gd name="connsiteX8" fmla="*/ 0 w 470074"/>
                <a:gd name="connsiteY8" fmla="*/ 168229 h 2279087"/>
                <a:gd name="connsiteX0" fmla="*/ 0 w 473939"/>
                <a:gd name="connsiteY0" fmla="*/ 152392 h 2263250"/>
                <a:gd name="connsiteX1" fmla="*/ 78326 w 473939"/>
                <a:gd name="connsiteY1" fmla="*/ 74066 h 2263250"/>
                <a:gd name="connsiteX2" fmla="*/ 445323 w 473939"/>
                <a:gd name="connsiteY2" fmla="*/ 0 h 2263250"/>
                <a:gd name="connsiteX3" fmla="*/ 469949 w 473939"/>
                <a:gd name="connsiteY3" fmla="*/ 152392 h 2263250"/>
                <a:gd name="connsiteX4" fmla="*/ 469949 w 473939"/>
                <a:gd name="connsiteY4" fmla="*/ 2184924 h 2263250"/>
                <a:gd name="connsiteX5" fmla="*/ 391623 w 473939"/>
                <a:gd name="connsiteY5" fmla="*/ 2263250 h 2263250"/>
                <a:gd name="connsiteX6" fmla="*/ 78326 w 473939"/>
                <a:gd name="connsiteY6" fmla="*/ 2263250 h 2263250"/>
                <a:gd name="connsiteX7" fmla="*/ 0 w 473939"/>
                <a:gd name="connsiteY7" fmla="*/ 2184924 h 2263250"/>
                <a:gd name="connsiteX8" fmla="*/ 0 w 473939"/>
                <a:gd name="connsiteY8" fmla="*/ 152392 h 2263250"/>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9858" h="2286042">
                  <a:moveTo>
                    <a:pt x="0" y="175184"/>
                  </a:moveTo>
                  <a:cubicBezTo>
                    <a:pt x="0" y="131926"/>
                    <a:pt x="35068" y="96858"/>
                    <a:pt x="78326" y="96858"/>
                  </a:cubicBezTo>
                  <a:cubicBezTo>
                    <a:pt x="394302" y="4021"/>
                    <a:pt x="351903" y="0"/>
                    <a:pt x="456335" y="0"/>
                  </a:cubicBezTo>
                  <a:cubicBezTo>
                    <a:pt x="499593" y="0"/>
                    <a:pt x="469949" y="131926"/>
                    <a:pt x="469949" y="175184"/>
                  </a:cubicBezTo>
                  <a:lnTo>
                    <a:pt x="469949" y="2207716"/>
                  </a:lnTo>
                  <a:cubicBezTo>
                    <a:pt x="469949" y="2250974"/>
                    <a:pt x="434881" y="2286042"/>
                    <a:pt x="391623" y="2286042"/>
                  </a:cubicBezTo>
                  <a:lnTo>
                    <a:pt x="78326" y="2286042"/>
                  </a:lnTo>
                  <a:cubicBezTo>
                    <a:pt x="35068" y="2286042"/>
                    <a:pt x="0" y="2250974"/>
                    <a:pt x="0" y="2207716"/>
                  </a:cubicBezTo>
                  <a:lnTo>
                    <a:pt x="0" y="175184"/>
                  </a:lnTo>
                  <a:close/>
                </a:path>
              </a:pathLst>
            </a:cu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9" name="사각형: 둥근 모서리 8">
              <a:extLst>
                <a:ext uri="{FF2B5EF4-FFF2-40B4-BE49-F238E27FC236}">
                  <a16:creationId xmlns:a16="http://schemas.microsoft.com/office/drawing/2014/main" id="{E135C6C3-D988-0443-168B-FABB6CAB15AB}"/>
                </a:ext>
              </a:extLst>
            </p:cNvPr>
            <p:cNvSpPr/>
            <p:nvPr userDrawn="1"/>
          </p:nvSpPr>
          <p:spPr>
            <a:xfrm>
              <a:off x="5976117" y="1562385"/>
              <a:ext cx="367024" cy="107393"/>
            </a:xfrm>
            <a:prstGeom prst="roundRect">
              <a:avLst>
                <a:gd name="adj" fmla="val 49751"/>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0" name="사각형: 둥근 모서리 9">
              <a:extLst>
                <a:ext uri="{FF2B5EF4-FFF2-40B4-BE49-F238E27FC236}">
                  <a16:creationId xmlns:a16="http://schemas.microsoft.com/office/drawing/2014/main" id="{6086E433-4747-0B2B-6F82-1F92A460E912}"/>
                </a:ext>
              </a:extLst>
            </p:cNvPr>
            <p:cNvSpPr/>
            <p:nvPr userDrawn="1"/>
          </p:nvSpPr>
          <p:spPr>
            <a:xfrm rot="17142116">
              <a:off x="5845212" y="1386473"/>
              <a:ext cx="447973" cy="107393"/>
            </a:xfrm>
            <a:prstGeom prst="roundRect">
              <a:avLst>
                <a:gd name="adj" fmla="val 49751"/>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1" name="사각형: 둥근 모서리 10">
              <a:extLst>
                <a:ext uri="{FF2B5EF4-FFF2-40B4-BE49-F238E27FC236}">
                  <a16:creationId xmlns:a16="http://schemas.microsoft.com/office/drawing/2014/main" id="{E9F9AE10-6C32-FE3C-D6FF-0F343E1757E3}"/>
                </a:ext>
              </a:extLst>
            </p:cNvPr>
            <p:cNvSpPr/>
            <p:nvPr userDrawn="1"/>
          </p:nvSpPr>
          <p:spPr>
            <a:xfrm>
              <a:off x="7547660" y="189796"/>
              <a:ext cx="360000" cy="355633"/>
            </a:xfrm>
            <a:prstGeom prst="roundRect">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2" name="사각형: 둥근 모서리 34">
              <a:extLst>
                <a:ext uri="{FF2B5EF4-FFF2-40B4-BE49-F238E27FC236}">
                  <a16:creationId xmlns:a16="http://schemas.microsoft.com/office/drawing/2014/main" id="{5C706ED6-9017-234E-8BAB-E84A527A4F3C}"/>
                </a:ext>
              </a:extLst>
            </p:cNvPr>
            <p:cNvSpPr/>
            <p:nvPr userDrawn="1"/>
          </p:nvSpPr>
          <p:spPr>
            <a:xfrm rot="923841">
              <a:off x="9359767" y="144498"/>
              <a:ext cx="372850" cy="1492452"/>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0 w 470074"/>
                <a:gd name="connsiteY0" fmla="*/ 168229 h 2279087"/>
                <a:gd name="connsiteX1" fmla="*/ 78326 w 470074"/>
                <a:gd name="connsiteY1" fmla="*/ 89903 h 2279087"/>
                <a:gd name="connsiteX2" fmla="*/ 431082 w 470074"/>
                <a:gd name="connsiteY2" fmla="*/ 0 h 2279087"/>
                <a:gd name="connsiteX3" fmla="*/ 469949 w 470074"/>
                <a:gd name="connsiteY3" fmla="*/ 168229 h 2279087"/>
                <a:gd name="connsiteX4" fmla="*/ 469949 w 470074"/>
                <a:gd name="connsiteY4" fmla="*/ 2200761 h 2279087"/>
                <a:gd name="connsiteX5" fmla="*/ 391623 w 470074"/>
                <a:gd name="connsiteY5" fmla="*/ 2279087 h 2279087"/>
                <a:gd name="connsiteX6" fmla="*/ 78326 w 470074"/>
                <a:gd name="connsiteY6" fmla="*/ 2279087 h 2279087"/>
                <a:gd name="connsiteX7" fmla="*/ 0 w 470074"/>
                <a:gd name="connsiteY7" fmla="*/ 2200761 h 2279087"/>
                <a:gd name="connsiteX8" fmla="*/ 0 w 470074"/>
                <a:gd name="connsiteY8" fmla="*/ 168229 h 2279087"/>
                <a:gd name="connsiteX0" fmla="*/ 0 w 473939"/>
                <a:gd name="connsiteY0" fmla="*/ 152392 h 2263250"/>
                <a:gd name="connsiteX1" fmla="*/ 78326 w 473939"/>
                <a:gd name="connsiteY1" fmla="*/ 74066 h 2263250"/>
                <a:gd name="connsiteX2" fmla="*/ 445323 w 473939"/>
                <a:gd name="connsiteY2" fmla="*/ 0 h 2263250"/>
                <a:gd name="connsiteX3" fmla="*/ 469949 w 473939"/>
                <a:gd name="connsiteY3" fmla="*/ 152392 h 2263250"/>
                <a:gd name="connsiteX4" fmla="*/ 469949 w 473939"/>
                <a:gd name="connsiteY4" fmla="*/ 2184924 h 2263250"/>
                <a:gd name="connsiteX5" fmla="*/ 391623 w 473939"/>
                <a:gd name="connsiteY5" fmla="*/ 2263250 h 2263250"/>
                <a:gd name="connsiteX6" fmla="*/ 78326 w 473939"/>
                <a:gd name="connsiteY6" fmla="*/ 2263250 h 2263250"/>
                <a:gd name="connsiteX7" fmla="*/ 0 w 473939"/>
                <a:gd name="connsiteY7" fmla="*/ 2184924 h 2263250"/>
                <a:gd name="connsiteX8" fmla="*/ 0 w 473939"/>
                <a:gd name="connsiteY8" fmla="*/ 152392 h 2263250"/>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9858" h="2286042">
                  <a:moveTo>
                    <a:pt x="0" y="175184"/>
                  </a:moveTo>
                  <a:cubicBezTo>
                    <a:pt x="0" y="131926"/>
                    <a:pt x="35068" y="96858"/>
                    <a:pt x="78326" y="96858"/>
                  </a:cubicBezTo>
                  <a:cubicBezTo>
                    <a:pt x="394302" y="4021"/>
                    <a:pt x="351903" y="0"/>
                    <a:pt x="456335" y="0"/>
                  </a:cubicBezTo>
                  <a:cubicBezTo>
                    <a:pt x="499593" y="0"/>
                    <a:pt x="469949" y="131926"/>
                    <a:pt x="469949" y="175184"/>
                  </a:cubicBezTo>
                  <a:lnTo>
                    <a:pt x="469949" y="2207716"/>
                  </a:lnTo>
                  <a:cubicBezTo>
                    <a:pt x="469949" y="2250974"/>
                    <a:pt x="434881" y="2286042"/>
                    <a:pt x="391623" y="2286042"/>
                  </a:cubicBezTo>
                  <a:lnTo>
                    <a:pt x="78326" y="2286042"/>
                  </a:lnTo>
                  <a:cubicBezTo>
                    <a:pt x="35068" y="2286042"/>
                    <a:pt x="0" y="2250974"/>
                    <a:pt x="0" y="2207716"/>
                  </a:cubicBezTo>
                  <a:lnTo>
                    <a:pt x="0" y="175184"/>
                  </a:lnTo>
                  <a:close/>
                </a:path>
              </a:pathLst>
            </a:cu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3" name="사각형: 둥근 모서리 12">
              <a:extLst>
                <a:ext uri="{FF2B5EF4-FFF2-40B4-BE49-F238E27FC236}">
                  <a16:creationId xmlns:a16="http://schemas.microsoft.com/office/drawing/2014/main" id="{A7E79BBD-9AB2-7ACC-C325-DE0F17968F3D}"/>
                </a:ext>
              </a:extLst>
            </p:cNvPr>
            <p:cNvSpPr/>
            <p:nvPr userDrawn="1"/>
          </p:nvSpPr>
          <p:spPr>
            <a:xfrm>
              <a:off x="9539301" y="186675"/>
              <a:ext cx="408152" cy="183858"/>
            </a:xfrm>
            <a:prstGeom prst="roundRect">
              <a:avLst>
                <a:gd name="adj" fmla="val 23143"/>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5" name="사각형: 둥근 모서리 14">
              <a:extLst>
                <a:ext uri="{FF2B5EF4-FFF2-40B4-BE49-F238E27FC236}">
                  <a16:creationId xmlns:a16="http://schemas.microsoft.com/office/drawing/2014/main" id="{3E740AB6-D3B7-E380-7325-A8FCB7E27C43}"/>
                </a:ext>
              </a:extLst>
            </p:cNvPr>
            <p:cNvSpPr/>
            <p:nvPr userDrawn="1"/>
          </p:nvSpPr>
          <p:spPr>
            <a:xfrm flipH="1">
              <a:off x="9958325" y="1568154"/>
              <a:ext cx="358839" cy="107393"/>
            </a:xfrm>
            <a:prstGeom prst="roundRect">
              <a:avLst>
                <a:gd name="adj" fmla="val 43099"/>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6" name="사각형: 둥근 모서리 15">
              <a:extLst>
                <a:ext uri="{FF2B5EF4-FFF2-40B4-BE49-F238E27FC236}">
                  <a16:creationId xmlns:a16="http://schemas.microsoft.com/office/drawing/2014/main" id="{58020E3B-C01B-8C60-4008-5C3AE090F73D}"/>
                </a:ext>
              </a:extLst>
            </p:cNvPr>
            <p:cNvSpPr/>
            <p:nvPr userDrawn="1"/>
          </p:nvSpPr>
          <p:spPr>
            <a:xfrm rot="4506704" flipH="1">
              <a:off x="9985282" y="1378492"/>
              <a:ext cx="464231" cy="107393"/>
            </a:xfrm>
            <a:prstGeom prst="roundRect">
              <a:avLst>
                <a:gd name="adj" fmla="val 50000"/>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8" name="사각형: 둥근 모서리 17">
              <a:extLst>
                <a:ext uri="{FF2B5EF4-FFF2-40B4-BE49-F238E27FC236}">
                  <a16:creationId xmlns:a16="http://schemas.microsoft.com/office/drawing/2014/main" id="{3ADDB6F6-1190-2E66-F4B9-5226221B81CE}"/>
                </a:ext>
              </a:extLst>
            </p:cNvPr>
            <p:cNvSpPr/>
            <p:nvPr userDrawn="1"/>
          </p:nvSpPr>
          <p:spPr>
            <a:xfrm rot="17142116">
              <a:off x="9285907" y="1386473"/>
              <a:ext cx="447973" cy="107393"/>
            </a:xfrm>
            <a:prstGeom prst="roundRect">
              <a:avLst>
                <a:gd name="adj" fmla="val 49751"/>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0" name="사각형: 둥근 모서리 19">
              <a:extLst>
                <a:ext uri="{FF2B5EF4-FFF2-40B4-BE49-F238E27FC236}">
                  <a16:creationId xmlns:a16="http://schemas.microsoft.com/office/drawing/2014/main" id="{446A6345-87FD-6E5B-7ED2-F7B600F78F01}"/>
                </a:ext>
              </a:extLst>
            </p:cNvPr>
            <p:cNvSpPr/>
            <p:nvPr userDrawn="1"/>
          </p:nvSpPr>
          <p:spPr>
            <a:xfrm>
              <a:off x="8225540" y="182176"/>
              <a:ext cx="976417" cy="355633"/>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1" name="사각형: 둥근 모서리 20">
              <a:extLst>
                <a:ext uri="{FF2B5EF4-FFF2-40B4-BE49-F238E27FC236}">
                  <a16:creationId xmlns:a16="http://schemas.microsoft.com/office/drawing/2014/main" id="{95379B5F-0DF1-1253-1ED9-2A52BE662FB2}"/>
                </a:ext>
              </a:extLst>
            </p:cNvPr>
            <p:cNvSpPr/>
            <p:nvPr userDrawn="1"/>
          </p:nvSpPr>
          <p:spPr>
            <a:xfrm>
              <a:off x="8225541" y="1310440"/>
              <a:ext cx="1287590" cy="355633"/>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2" name="사각형: 둥근 모서리 21">
              <a:extLst>
                <a:ext uri="{FF2B5EF4-FFF2-40B4-BE49-F238E27FC236}">
                  <a16:creationId xmlns:a16="http://schemas.microsoft.com/office/drawing/2014/main" id="{981700A3-FD95-7923-E24A-DE44C3B1E20D}"/>
                </a:ext>
              </a:extLst>
            </p:cNvPr>
            <p:cNvSpPr/>
            <p:nvPr userDrawn="1"/>
          </p:nvSpPr>
          <p:spPr>
            <a:xfrm>
              <a:off x="8210345" y="186675"/>
              <a:ext cx="360000" cy="1473398"/>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3" name="사각형: 둥근 모서리 48">
              <a:extLst>
                <a:ext uri="{FF2B5EF4-FFF2-40B4-BE49-F238E27FC236}">
                  <a16:creationId xmlns:a16="http://schemas.microsoft.com/office/drawing/2014/main" id="{498E65AD-3F00-17C7-D5FC-9360F0D8D83F}"/>
                </a:ext>
              </a:extLst>
            </p:cNvPr>
            <p:cNvSpPr/>
            <p:nvPr userDrawn="1"/>
          </p:nvSpPr>
          <p:spPr>
            <a:xfrm rot="20700000">
              <a:off x="9757285" y="116467"/>
              <a:ext cx="365971" cy="1546595"/>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7203 w 477152"/>
                <a:gd name="connsiteY0" fmla="*/ 202492 h 2313350"/>
                <a:gd name="connsiteX1" fmla="*/ 25429 w 477152"/>
                <a:gd name="connsiteY1" fmla="*/ 0 h 2313350"/>
                <a:gd name="connsiteX2" fmla="*/ 337626 w 477152"/>
                <a:gd name="connsiteY2" fmla="*/ 122559 h 2313350"/>
                <a:gd name="connsiteX3" fmla="*/ 477152 w 477152"/>
                <a:gd name="connsiteY3" fmla="*/ 202492 h 2313350"/>
                <a:gd name="connsiteX4" fmla="*/ 477152 w 477152"/>
                <a:gd name="connsiteY4" fmla="*/ 2235024 h 2313350"/>
                <a:gd name="connsiteX5" fmla="*/ 398826 w 477152"/>
                <a:gd name="connsiteY5" fmla="*/ 2313350 h 2313350"/>
                <a:gd name="connsiteX6" fmla="*/ 85529 w 477152"/>
                <a:gd name="connsiteY6" fmla="*/ 2313350 h 2313350"/>
                <a:gd name="connsiteX7" fmla="*/ 7203 w 477152"/>
                <a:gd name="connsiteY7" fmla="*/ 2235024 h 2313350"/>
                <a:gd name="connsiteX8" fmla="*/ 7203 w 477152"/>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1 w 469948"/>
                <a:gd name="connsiteY0" fmla="*/ 174286 h 2285144"/>
                <a:gd name="connsiteX1" fmla="*/ 49782 w 469948"/>
                <a:gd name="connsiteY1" fmla="*/ 1 h 2285144"/>
                <a:gd name="connsiteX2" fmla="*/ 334387 w 469948"/>
                <a:gd name="connsiteY2" fmla="*/ 77186 h 2285144"/>
                <a:gd name="connsiteX3" fmla="*/ 469948 w 469948"/>
                <a:gd name="connsiteY3" fmla="*/ 174286 h 2285144"/>
                <a:gd name="connsiteX4" fmla="*/ 469948 w 469948"/>
                <a:gd name="connsiteY4" fmla="*/ 2206818 h 2285144"/>
                <a:gd name="connsiteX5" fmla="*/ 391622 w 469948"/>
                <a:gd name="connsiteY5" fmla="*/ 2285144 h 2285144"/>
                <a:gd name="connsiteX6" fmla="*/ 78325 w 469948"/>
                <a:gd name="connsiteY6" fmla="*/ 2285144 h 2285144"/>
                <a:gd name="connsiteX7" fmla="*/ -1 w 469948"/>
                <a:gd name="connsiteY7" fmla="*/ 2206818 h 2285144"/>
                <a:gd name="connsiteX8" fmla="*/ -1 w 469948"/>
                <a:gd name="connsiteY8" fmla="*/ 174286 h 2285144"/>
                <a:gd name="connsiteX0" fmla="*/ 0 w 469949"/>
                <a:gd name="connsiteY0" fmla="*/ 174285 h 2285143"/>
                <a:gd name="connsiteX1" fmla="*/ 49783 w 469949"/>
                <a:gd name="connsiteY1" fmla="*/ 0 h 2285143"/>
                <a:gd name="connsiteX2" fmla="*/ 334388 w 469949"/>
                <a:gd name="connsiteY2" fmla="*/ 77185 h 2285143"/>
                <a:gd name="connsiteX3" fmla="*/ 469949 w 469949"/>
                <a:gd name="connsiteY3" fmla="*/ 174285 h 2285143"/>
                <a:gd name="connsiteX4" fmla="*/ 469949 w 469949"/>
                <a:gd name="connsiteY4" fmla="*/ 2206817 h 2285143"/>
                <a:gd name="connsiteX5" fmla="*/ 391623 w 469949"/>
                <a:gd name="connsiteY5" fmla="*/ 2285143 h 2285143"/>
                <a:gd name="connsiteX6" fmla="*/ 78326 w 469949"/>
                <a:gd name="connsiteY6" fmla="*/ 2285143 h 2285143"/>
                <a:gd name="connsiteX7" fmla="*/ 0 w 469949"/>
                <a:gd name="connsiteY7" fmla="*/ 2206817 h 2285143"/>
                <a:gd name="connsiteX8" fmla="*/ 0 w 469949"/>
                <a:gd name="connsiteY8" fmla="*/ 174285 h 2285143"/>
                <a:gd name="connsiteX0" fmla="*/ 1054 w 471003"/>
                <a:gd name="connsiteY0" fmla="*/ 197892 h 2308750"/>
                <a:gd name="connsiteX1" fmla="*/ 34082 w 471003"/>
                <a:gd name="connsiteY1" fmla="*/ 0 h 2308750"/>
                <a:gd name="connsiteX2" fmla="*/ 335442 w 471003"/>
                <a:gd name="connsiteY2" fmla="*/ 100792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 name="connsiteX0" fmla="*/ 1054 w 471003"/>
                <a:gd name="connsiteY0" fmla="*/ 197892 h 2308750"/>
                <a:gd name="connsiteX1" fmla="*/ 34082 w 471003"/>
                <a:gd name="connsiteY1" fmla="*/ 0 h 2308750"/>
                <a:gd name="connsiteX2" fmla="*/ 334861 w 471003"/>
                <a:gd name="connsiteY2" fmla="*/ 89571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1003" h="2308750">
                  <a:moveTo>
                    <a:pt x="1054" y="197892"/>
                  </a:moveTo>
                  <a:cubicBezTo>
                    <a:pt x="1054" y="154634"/>
                    <a:pt x="-9176" y="0"/>
                    <a:pt x="34082" y="0"/>
                  </a:cubicBezTo>
                  <a:cubicBezTo>
                    <a:pt x="252569" y="55222"/>
                    <a:pt x="180322" y="46561"/>
                    <a:pt x="334861" y="89571"/>
                  </a:cubicBezTo>
                  <a:cubicBezTo>
                    <a:pt x="454403" y="123843"/>
                    <a:pt x="471003" y="154634"/>
                    <a:pt x="471003" y="197892"/>
                  </a:cubicBezTo>
                  <a:lnTo>
                    <a:pt x="471003" y="2230424"/>
                  </a:lnTo>
                  <a:cubicBezTo>
                    <a:pt x="471003" y="2273682"/>
                    <a:pt x="435935" y="2308750"/>
                    <a:pt x="392677" y="2308750"/>
                  </a:cubicBezTo>
                  <a:lnTo>
                    <a:pt x="79380" y="2308750"/>
                  </a:lnTo>
                  <a:cubicBezTo>
                    <a:pt x="36122" y="2308750"/>
                    <a:pt x="1054" y="2273682"/>
                    <a:pt x="1054" y="2230424"/>
                  </a:cubicBezTo>
                  <a:lnTo>
                    <a:pt x="1054" y="197892"/>
                  </a:lnTo>
                  <a:close/>
                </a:path>
              </a:pathLst>
            </a:cu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4" name="사각형: 둥근 모서리 23">
              <a:extLst>
                <a:ext uri="{FF2B5EF4-FFF2-40B4-BE49-F238E27FC236}">
                  <a16:creationId xmlns:a16="http://schemas.microsoft.com/office/drawing/2014/main" id="{D84E8DEB-2540-8D52-2097-8A0B84519D14}"/>
                </a:ext>
              </a:extLst>
            </p:cNvPr>
            <p:cNvSpPr/>
            <p:nvPr userDrawn="1"/>
          </p:nvSpPr>
          <p:spPr>
            <a:xfrm rot="4506704" flipH="1">
              <a:off x="9456291" y="360823"/>
              <a:ext cx="464231" cy="107393"/>
            </a:xfrm>
            <a:prstGeom prst="roundRect">
              <a:avLst>
                <a:gd name="adj" fmla="val 32586"/>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5" name="사각형: 둥근 모서리 24">
              <a:extLst>
                <a:ext uri="{FF2B5EF4-FFF2-40B4-BE49-F238E27FC236}">
                  <a16:creationId xmlns:a16="http://schemas.microsoft.com/office/drawing/2014/main" id="{C3344A89-4809-DD59-23EA-4FD793BECF83}"/>
                </a:ext>
              </a:extLst>
            </p:cNvPr>
            <p:cNvSpPr/>
            <p:nvPr userDrawn="1"/>
          </p:nvSpPr>
          <p:spPr>
            <a:xfrm flipH="1">
              <a:off x="9586770" y="180267"/>
              <a:ext cx="351774" cy="60140"/>
            </a:xfrm>
            <a:prstGeom prst="roundRect">
              <a:avLst>
                <a:gd name="adj" fmla="val 32586"/>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6" name="사각형: 둥근 모서리 25">
              <a:extLst>
                <a:ext uri="{FF2B5EF4-FFF2-40B4-BE49-F238E27FC236}">
                  <a16:creationId xmlns:a16="http://schemas.microsoft.com/office/drawing/2014/main" id="{AC3D8F07-1C02-3E73-01E8-41A155CCDB1D}"/>
                </a:ext>
              </a:extLst>
            </p:cNvPr>
            <p:cNvSpPr/>
            <p:nvPr userDrawn="1"/>
          </p:nvSpPr>
          <p:spPr>
            <a:xfrm>
              <a:off x="6347129" y="186675"/>
              <a:ext cx="408152" cy="183858"/>
            </a:xfrm>
            <a:prstGeom prst="roundRect">
              <a:avLst>
                <a:gd name="adj" fmla="val 23143"/>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7" name="사각형: 둥근 모서리 26">
              <a:extLst>
                <a:ext uri="{FF2B5EF4-FFF2-40B4-BE49-F238E27FC236}">
                  <a16:creationId xmlns:a16="http://schemas.microsoft.com/office/drawing/2014/main" id="{F52B978E-9C88-1E75-EF2C-6F071425AA66}"/>
                </a:ext>
              </a:extLst>
            </p:cNvPr>
            <p:cNvSpPr/>
            <p:nvPr userDrawn="1"/>
          </p:nvSpPr>
          <p:spPr>
            <a:xfrm flipH="1">
              <a:off x="6766153" y="1568154"/>
              <a:ext cx="358839" cy="107393"/>
            </a:xfrm>
            <a:prstGeom prst="roundRect">
              <a:avLst>
                <a:gd name="adj" fmla="val 43099"/>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8" name="사각형: 둥근 모서리 27">
              <a:extLst>
                <a:ext uri="{FF2B5EF4-FFF2-40B4-BE49-F238E27FC236}">
                  <a16:creationId xmlns:a16="http://schemas.microsoft.com/office/drawing/2014/main" id="{7CCA3927-601C-0089-540E-B40E21642851}"/>
                </a:ext>
              </a:extLst>
            </p:cNvPr>
            <p:cNvSpPr/>
            <p:nvPr userDrawn="1"/>
          </p:nvSpPr>
          <p:spPr>
            <a:xfrm rot="4506704" flipH="1">
              <a:off x="6793110" y="1378492"/>
              <a:ext cx="464231" cy="107393"/>
            </a:xfrm>
            <a:prstGeom prst="roundRect">
              <a:avLst>
                <a:gd name="adj" fmla="val 50000"/>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9" name="사각형: 둥근 모서리 48">
              <a:extLst>
                <a:ext uri="{FF2B5EF4-FFF2-40B4-BE49-F238E27FC236}">
                  <a16:creationId xmlns:a16="http://schemas.microsoft.com/office/drawing/2014/main" id="{74ED5022-514D-AC86-79B3-BFB20B0BDA78}"/>
                </a:ext>
              </a:extLst>
            </p:cNvPr>
            <p:cNvSpPr/>
            <p:nvPr userDrawn="1"/>
          </p:nvSpPr>
          <p:spPr>
            <a:xfrm rot="20700000">
              <a:off x="6565113" y="116467"/>
              <a:ext cx="365971" cy="1546595"/>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7203 w 477152"/>
                <a:gd name="connsiteY0" fmla="*/ 202492 h 2313350"/>
                <a:gd name="connsiteX1" fmla="*/ 25429 w 477152"/>
                <a:gd name="connsiteY1" fmla="*/ 0 h 2313350"/>
                <a:gd name="connsiteX2" fmla="*/ 337626 w 477152"/>
                <a:gd name="connsiteY2" fmla="*/ 122559 h 2313350"/>
                <a:gd name="connsiteX3" fmla="*/ 477152 w 477152"/>
                <a:gd name="connsiteY3" fmla="*/ 202492 h 2313350"/>
                <a:gd name="connsiteX4" fmla="*/ 477152 w 477152"/>
                <a:gd name="connsiteY4" fmla="*/ 2235024 h 2313350"/>
                <a:gd name="connsiteX5" fmla="*/ 398826 w 477152"/>
                <a:gd name="connsiteY5" fmla="*/ 2313350 h 2313350"/>
                <a:gd name="connsiteX6" fmla="*/ 85529 w 477152"/>
                <a:gd name="connsiteY6" fmla="*/ 2313350 h 2313350"/>
                <a:gd name="connsiteX7" fmla="*/ 7203 w 477152"/>
                <a:gd name="connsiteY7" fmla="*/ 2235024 h 2313350"/>
                <a:gd name="connsiteX8" fmla="*/ 7203 w 477152"/>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1 w 469948"/>
                <a:gd name="connsiteY0" fmla="*/ 174286 h 2285144"/>
                <a:gd name="connsiteX1" fmla="*/ 49782 w 469948"/>
                <a:gd name="connsiteY1" fmla="*/ 1 h 2285144"/>
                <a:gd name="connsiteX2" fmla="*/ 334387 w 469948"/>
                <a:gd name="connsiteY2" fmla="*/ 77186 h 2285144"/>
                <a:gd name="connsiteX3" fmla="*/ 469948 w 469948"/>
                <a:gd name="connsiteY3" fmla="*/ 174286 h 2285144"/>
                <a:gd name="connsiteX4" fmla="*/ 469948 w 469948"/>
                <a:gd name="connsiteY4" fmla="*/ 2206818 h 2285144"/>
                <a:gd name="connsiteX5" fmla="*/ 391622 w 469948"/>
                <a:gd name="connsiteY5" fmla="*/ 2285144 h 2285144"/>
                <a:gd name="connsiteX6" fmla="*/ 78325 w 469948"/>
                <a:gd name="connsiteY6" fmla="*/ 2285144 h 2285144"/>
                <a:gd name="connsiteX7" fmla="*/ -1 w 469948"/>
                <a:gd name="connsiteY7" fmla="*/ 2206818 h 2285144"/>
                <a:gd name="connsiteX8" fmla="*/ -1 w 469948"/>
                <a:gd name="connsiteY8" fmla="*/ 174286 h 2285144"/>
                <a:gd name="connsiteX0" fmla="*/ 0 w 469949"/>
                <a:gd name="connsiteY0" fmla="*/ 174285 h 2285143"/>
                <a:gd name="connsiteX1" fmla="*/ 49783 w 469949"/>
                <a:gd name="connsiteY1" fmla="*/ 0 h 2285143"/>
                <a:gd name="connsiteX2" fmla="*/ 334388 w 469949"/>
                <a:gd name="connsiteY2" fmla="*/ 77185 h 2285143"/>
                <a:gd name="connsiteX3" fmla="*/ 469949 w 469949"/>
                <a:gd name="connsiteY3" fmla="*/ 174285 h 2285143"/>
                <a:gd name="connsiteX4" fmla="*/ 469949 w 469949"/>
                <a:gd name="connsiteY4" fmla="*/ 2206817 h 2285143"/>
                <a:gd name="connsiteX5" fmla="*/ 391623 w 469949"/>
                <a:gd name="connsiteY5" fmla="*/ 2285143 h 2285143"/>
                <a:gd name="connsiteX6" fmla="*/ 78326 w 469949"/>
                <a:gd name="connsiteY6" fmla="*/ 2285143 h 2285143"/>
                <a:gd name="connsiteX7" fmla="*/ 0 w 469949"/>
                <a:gd name="connsiteY7" fmla="*/ 2206817 h 2285143"/>
                <a:gd name="connsiteX8" fmla="*/ 0 w 469949"/>
                <a:gd name="connsiteY8" fmla="*/ 174285 h 2285143"/>
                <a:gd name="connsiteX0" fmla="*/ 1054 w 471003"/>
                <a:gd name="connsiteY0" fmla="*/ 197892 h 2308750"/>
                <a:gd name="connsiteX1" fmla="*/ 34082 w 471003"/>
                <a:gd name="connsiteY1" fmla="*/ 0 h 2308750"/>
                <a:gd name="connsiteX2" fmla="*/ 335442 w 471003"/>
                <a:gd name="connsiteY2" fmla="*/ 100792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 name="connsiteX0" fmla="*/ 1054 w 471003"/>
                <a:gd name="connsiteY0" fmla="*/ 197892 h 2308750"/>
                <a:gd name="connsiteX1" fmla="*/ 34082 w 471003"/>
                <a:gd name="connsiteY1" fmla="*/ 0 h 2308750"/>
                <a:gd name="connsiteX2" fmla="*/ 334861 w 471003"/>
                <a:gd name="connsiteY2" fmla="*/ 89571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1003" h="2308750">
                  <a:moveTo>
                    <a:pt x="1054" y="197892"/>
                  </a:moveTo>
                  <a:cubicBezTo>
                    <a:pt x="1054" y="154634"/>
                    <a:pt x="-9176" y="0"/>
                    <a:pt x="34082" y="0"/>
                  </a:cubicBezTo>
                  <a:cubicBezTo>
                    <a:pt x="252569" y="55222"/>
                    <a:pt x="180322" y="46561"/>
                    <a:pt x="334861" y="89571"/>
                  </a:cubicBezTo>
                  <a:cubicBezTo>
                    <a:pt x="454403" y="123843"/>
                    <a:pt x="471003" y="154634"/>
                    <a:pt x="471003" y="197892"/>
                  </a:cubicBezTo>
                  <a:lnTo>
                    <a:pt x="471003" y="2230424"/>
                  </a:lnTo>
                  <a:cubicBezTo>
                    <a:pt x="471003" y="2273682"/>
                    <a:pt x="435935" y="2308750"/>
                    <a:pt x="392677" y="2308750"/>
                  </a:cubicBezTo>
                  <a:lnTo>
                    <a:pt x="79380" y="2308750"/>
                  </a:lnTo>
                  <a:cubicBezTo>
                    <a:pt x="36122" y="2308750"/>
                    <a:pt x="1054" y="2273682"/>
                    <a:pt x="1054" y="2230424"/>
                  </a:cubicBezTo>
                  <a:lnTo>
                    <a:pt x="1054" y="197892"/>
                  </a:lnTo>
                  <a:close/>
                </a:path>
              </a:pathLst>
            </a:cu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30" name="사각형: 둥근 모서리 29">
              <a:extLst>
                <a:ext uri="{FF2B5EF4-FFF2-40B4-BE49-F238E27FC236}">
                  <a16:creationId xmlns:a16="http://schemas.microsoft.com/office/drawing/2014/main" id="{6DF17EFE-4DE7-23E0-83AE-F34E55751FBA}"/>
                </a:ext>
              </a:extLst>
            </p:cNvPr>
            <p:cNvSpPr/>
            <p:nvPr userDrawn="1"/>
          </p:nvSpPr>
          <p:spPr>
            <a:xfrm rot="4506704" flipH="1">
              <a:off x="6264119" y="360823"/>
              <a:ext cx="464231" cy="107393"/>
            </a:xfrm>
            <a:prstGeom prst="roundRect">
              <a:avLst>
                <a:gd name="adj" fmla="val 32586"/>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31" name="사각형: 둥근 모서리 30">
              <a:extLst>
                <a:ext uri="{FF2B5EF4-FFF2-40B4-BE49-F238E27FC236}">
                  <a16:creationId xmlns:a16="http://schemas.microsoft.com/office/drawing/2014/main" id="{E99538CC-61E2-1721-E8D1-CDDF420D356E}"/>
                </a:ext>
              </a:extLst>
            </p:cNvPr>
            <p:cNvSpPr/>
            <p:nvPr userDrawn="1"/>
          </p:nvSpPr>
          <p:spPr>
            <a:xfrm flipH="1">
              <a:off x="6394598" y="180267"/>
              <a:ext cx="351774" cy="60140"/>
            </a:xfrm>
            <a:prstGeom prst="roundRect">
              <a:avLst>
                <a:gd name="adj" fmla="val 32586"/>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grpSp>
      <p:grpSp>
        <p:nvGrpSpPr>
          <p:cNvPr id="32" name="그룹 31">
            <a:extLst>
              <a:ext uri="{FF2B5EF4-FFF2-40B4-BE49-F238E27FC236}">
                <a16:creationId xmlns:a16="http://schemas.microsoft.com/office/drawing/2014/main" id="{50790F64-4FE8-0A76-F8EF-FEA76BB718F4}"/>
              </a:ext>
            </a:extLst>
          </p:cNvPr>
          <p:cNvGrpSpPr/>
          <p:nvPr userDrawn="1"/>
        </p:nvGrpSpPr>
        <p:grpSpPr>
          <a:xfrm>
            <a:off x="9608429" y="6377262"/>
            <a:ext cx="2549704" cy="447351"/>
            <a:chOff x="2347257" y="6113745"/>
            <a:chExt cx="2549704" cy="447351"/>
          </a:xfrm>
        </p:grpSpPr>
        <p:pic>
          <p:nvPicPr>
            <p:cNvPr id="33" name="그림 32" descr="로고, 그래픽, 그래픽 디자인, 스크린샷이(가) 표시된 사진&#10;&#10;자동 생성된 설명">
              <a:extLst>
                <a:ext uri="{FF2B5EF4-FFF2-40B4-BE49-F238E27FC236}">
                  <a16:creationId xmlns:a16="http://schemas.microsoft.com/office/drawing/2014/main" id="{5F0107DC-1969-2332-9966-A8D4F0495726}"/>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347257" y="6113745"/>
              <a:ext cx="1016707" cy="447351"/>
            </a:xfrm>
            <a:prstGeom prst="rect">
              <a:avLst/>
            </a:prstGeom>
          </p:spPr>
        </p:pic>
        <p:sp>
          <p:nvSpPr>
            <p:cNvPr id="34" name="TextBox 33">
              <a:extLst>
                <a:ext uri="{FF2B5EF4-FFF2-40B4-BE49-F238E27FC236}">
                  <a16:creationId xmlns:a16="http://schemas.microsoft.com/office/drawing/2014/main" id="{21C8422F-847D-E2D6-6D3B-C424656E2C83}"/>
                </a:ext>
              </a:extLst>
            </p:cNvPr>
            <p:cNvSpPr txBox="1"/>
            <p:nvPr userDrawn="1"/>
          </p:nvSpPr>
          <p:spPr>
            <a:xfrm>
              <a:off x="3356155" y="6113745"/>
              <a:ext cx="1540806" cy="374526"/>
            </a:xfrm>
            <a:prstGeom prst="rect">
              <a:avLst/>
            </a:prstGeom>
            <a:noFill/>
          </p:spPr>
          <p:txBody>
            <a:bodyPr wrap="square" rtlCol="0" anchor="ctr">
              <a:spAutoFit/>
            </a:bodyPr>
            <a:lstStyle/>
            <a:p>
              <a:pPr algn="ctr">
                <a:lnSpc>
                  <a:spcPts val="1100"/>
                </a:lnSpc>
              </a:pPr>
              <a:r>
                <a:rPr lang="en-US" sz="1200" b="1" dirty="0">
                  <a:solidFill>
                    <a:srgbClr val="5A5B5E"/>
                  </a:solidFill>
                  <a:latin typeface="Trebuchet MS" panose="020B0703020202090204" pitchFamily="34" charset="0"/>
                  <a:ea typeface="Baskerville" panose="02020502070401020303" pitchFamily="18" charset="0"/>
                </a:rPr>
                <a:t>School of Software</a:t>
              </a:r>
            </a:p>
            <a:p>
              <a:pPr algn="ctr">
                <a:lnSpc>
                  <a:spcPts val="1100"/>
                </a:lnSpc>
              </a:pPr>
              <a:r>
                <a:rPr lang="en-US" sz="1200" b="1" dirty="0" err="1">
                  <a:solidFill>
                    <a:srgbClr val="1DA1C6"/>
                  </a:solidFill>
                  <a:latin typeface="Trebuchet MS" panose="020B0703020202090204" pitchFamily="34" charset="0"/>
                  <a:ea typeface="Baskerville" panose="02020502070401020303" pitchFamily="18" charset="0"/>
                </a:rPr>
                <a:t>Soongsil</a:t>
              </a:r>
              <a:r>
                <a:rPr lang="en-US" sz="1200" b="1" dirty="0">
                  <a:solidFill>
                    <a:srgbClr val="1DA1C6"/>
                  </a:solidFill>
                  <a:latin typeface="Trebuchet MS" panose="020B0703020202090204" pitchFamily="34" charset="0"/>
                  <a:ea typeface="Baskerville" panose="02020502070401020303" pitchFamily="18" charset="0"/>
                </a:rPr>
                <a:t> University</a:t>
              </a:r>
            </a:p>
          </p:txBody>
        </p:sp>
      </p:grpSp>
      <p:sp>
        <p:nvSpPr>
          <p:cNvPr id="43" name="내용 개체 틀 42">
            <a:extLst>
              <a:ext uri="{FF2B5EF4-FFF2-40B4-BE49-F238E27FC236}">
                <a16:creationId xmlns:a16="http://schemas.microsoft.com/office/drawing/2014/main" id="{7F399805-B9E0-9A92-4145-86CBE2C1A796}"/>
              </a:ext>
            </a:extLst>
          </p:cNvPr>
          <p:cNvSpPr>
            <a:spLocks noGrp="1"/>
          </p:cNvSpPr>
          <p:nvPr>
            <p:ph sz="quarter" idx="10"/>
          </p:nvPr>
        </p:nvSpPr>
        <p:spPr>
          <a:xfrm>
            <a:off x="1524001" y="1299326"/>
            <a:ext cx="9144000" cy="855183"/>
          </a:xfrm>
        </p:spPr>
        <p:txBody>
          <a:bodyPr anchor="b"/>
          <a:lstStyle>
            <a:lvl1pPr marL="0" indent="0" algn="ctr">
              <a:buNone/>
              <a:defRPr sz="4800" b="1">
                <a:latin typeface="Trebuchet MS" panose="020B0603020202020204" pitchFamily="34" charset="0"/>
              </a:defRPr>
            </a:lvl1pPr>
          </a:lstStyle>
          <a:p>
            <a:pPr lvl="0"/>
            <a:r>
              <a:rPr lang="ko-KR" altLang="en-US" dirty="0"/>
              <a:t>마스터 텍스트 스타일</a:t>
            </a:r>
          </a:p>
        </p:txBody>
      </p:sp>
    </p:spTree>
    <p:extLst>
      <p:ext uri="{BB962C8B-B14F-4D97-AF65-F5344CB8AC3E}">
        <p14:creationId xmlns:p14="http://schemas.microsoft.com/office/powerpoint/2010/main" val="186106291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33AEBF52-76E9-B938-4862-6D13627AFD4C}"/>
              </a:ext>
            </a:extLst>
          </p:cNvPr>
          <p:cNvSpPr/>
          <p:nvPr userDrawn="1"/>
        </p:nvSpPr>
        <p:spPr>
          <a:xfrm>
            <a:off x="2" y="-1"/>
            <a:ext cx="12191999" cy="681037"/>
          </a:xfrm>
          <a:prstGeom prst="rect">
            <a:avLst/>
          </a:prstGeom>
          <a:gradFill flip="none" rotWithShape="1">
            <a:gsLst>
              <a:gs pos="0">
                <a:srgbClr val="01688F"/>
              </a:gs>
              <a:gs pos="100000">
                <a:schemeClr val="bg1">
                  <a:alpha val="0"/>
                </a:schemeClr>
              </a:gs>
              <a:gs pos="70000">
                <a:srgbClr val="72ABC8"/>
              </a:gs>
              <a:gs pos="85000">
                <a:schemeClr val="accent1">
                  <a:lumMod val="40000"/>
                  <a:lumOff val="60000"/>
                </a:schemeClr>
              </a:gs>
            </a:gsLst>
            <a:lin ang="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dirty="0">
              <a:latin typeface="Trebuchet MS" panose="020B0703020202090204" pitchFamily="34" charset="0"/>
            </a:endParaRPr>
          </a:p>
        </p:txBody>
      </p:sp>
      <p:pic>
        <p:nvPicPr>
          <p:cNvPr id="8" name="그림 7" descr="옥외설치물이(가) 표시된 사진&#10;&#10;자동 생성된 설명">
            <a:extLst>
              <a:ext uri="{FF2B5EF4-FFF2-40B4-BE49-F238E27FC236}">
                <a16:creationId xmlns:a16="http://schemas.microsoft.com/office/drawing/2014/main" id="{F966DF82-ED07-FCE8-124A-FFE8ACAFE184}"/>
              </a:ext>
            </a:extLst>
          </p:cNvPr>
          <p:cNvPicPr>
            <a:picLocks noChangeAspect="1"/>
          </p:cNvPicPr>
          <p:nvPr userDrawn="1"/>
        </p:nvPicPr>
        <p:blipFill rotWithShape="1">
          <a:blip r:embed="rId2" cstate="print">
            <a:alphaModFix amt="70000"/>
            <a:duotone>
              <a:schemeClr val="accent5">
                <a:shade val="45000"/>
                <a:satMod val="135000"/>
              </a:schemeClr>
              <a:prstClr val="white"/>
            </a:duotone>
            <a:extLst>
              <a:ext uri="{BEBA8EAE-BF5A-486C-A8C5-ECC9F3942E4B}">
                <a14:imgProps xmlns:a14="http://schemas.microsoft.com/office/drawing/2010/main">
                  <a14:imgLayer r:embed="rId3">
                    <a14:imgEffect>
                      <a14:colorTemperature colorTemp="11200"/>
                    </a14:imgEffect>
                  </a14:imgLayer>
                </a14:imgProps>
              </a:ext>
              <a:ext uri="{28A0092B-C50C-407E-A947-70E740481C1C}">
                <a14:useLocalDpi xmlns:a14="http://schemas.microsoft.com/office/drawing/2010/main" val="0"/>
              </a:ext>
            </a:extLst>
          </a:blip>
          <a:srcRect/>
          <a:stretch/>
        </p:blipFill>
        <p:spPr>
          <a:xfrm>
            <a:off x="9593627" y="-1"/>
            <a:ext cx="2598373" cy="681037"/>
          </a:xfrm>
          <a:prstGeom prst="rect">
            <a:avLst/>
          </a:prstGeom>
        </p:spPr>
      </p:pic>
      <p:sp>
        <p:nvSpPr>
          <p:cNvPr id="2" name="Title 1"/>
          <p:cNvSpPr>
            <a:spLocks noGrp="1"/>
          </p:cNvSpPr>
          <p:nvPr>
            <p:ph type="title"/>
          </p:nvPr>
        </p:nvSpPr>
        <p:spPr>
          <a:xfrm>
            <a:off x="367749" y="150607"/>
            <a:ext cx="11456504" cy="530430"/>
          </a:xfrm>
          <a:prstGeom prst="rect">
            <a:avLst/>
          </a:prstGeom>
        </p:spPr>
        <p:txBody>
          <a:bodyPr anchor="ctr"/>
          <a:lstStyle>
            <a:lvl1pPr>
              <a:defRPr sz="3200" b="1">
                <a:solidFill>
                  <a:schemeClr val="bg1"/>
                </a:solidFill>
                <a:latin typeface="Trebuchet MS" panose="020B0703020202090204" pitchFamily="34" charset="0"/>
              </a:defRPr>
            </a:lvl1pPr>
          </a:lstStyle>
          <a:p>
            <a:r>
              <a:rPr lang="en-US" dirty="0"/>
              <a:t>Click to edit Master title style</a:t>
            </a:r>
          </a:p>
        </p:txBody>
      </p:sp>
      <p:sp>
        <p:nvSpPr>
          <p:cNvPr id="3" name="Content Placeholder 2"/>
          <p:cNvSpPr>
            <a:spLocks noGrp="1"/>
          </p:cNvSpPr>
          <p:nvPr>
            <p:ph idx="1" hasCustomPrompt="1"/>
          </p:nvPr>
        </p:nvSpPr>
        <p:spPr>
          <a:xfrm>
            <a:off x="367749" y="1172818"/>
            <a:ext cx="11456504" cy="5004146"/>
          </a:xfrm>
        </p:spPr>
        <p:txBody>
          <a:bodyPr>
            <a:normAutofit/>
          </a:bodyPr>
          <a:lstStyle>
            <a:lvl1pPr marL="228601" indent="-228601">
              <a:lnSpc>
                <a:spcPct val="150000"/>
              </a:lnSpc>
              <a:buFont typeface="Wingdings" pitchFamily="2" charset="2"/>
              <a:buChar char="§"/>
              <a:defRPr sz="2000" b="1">
                <a:latin typeface="Trebuchet MS" panose="020B0703020202090204" pitchFamily="34" charset="0"/>
              </a:defRPr>
            </a:lvl1pPr>
            <a:lvl2pPr marL="685803" indent="-228601">
              <a:lnSpc>
                <a:spcPct val="150000"/>
              </a:lnSpc>
              <a:buFont typeface="시스템 서체 일반체"/>
              <a:buChar char="-"/>
              <a:defRPr sz="1600">
                <a:latin typeface="Trebuchet MS" panose="020B0703020202090204" pitchFamily="34" charset="0"/>
              </a:defRPr>
            </a:lvl2pPr>
            <a:lvl3pPr>
              <a:lnSpc>
                <a:spcPct val="150000"/>
              </a:lnSpc>
              <a:defRPr sz="1400">
                <a:latin typeface="Trebuchet MS" panose="020B0703020202090204" pitchFamily="34" charset="0"/>
              </a:defRPr>
            </a:lvl3pPr>
            <a:lvl4pPr marL="1600206" indent="-228601">
              <a:lnSpc>
                <a:spcPct val="150000"/>
              </a:lnSpc>
              <a:buFont typeface="Trebuchet MS" panose="020B0603020202020204" pitchFamily="34" charset="0"/>
              <a:buChar char=":"/>
              <a:defRPr sz="1050">
                <a:latin typeface="Trebuchet MS" panose="020B0703020202090204" pitchFamily="34" charset="0"/>
              </a:defRPr>
            </a:lvl4pPr>
            <a:lvl5pPr marL="2057408" indent="-228601">
              <a:lnSpc>
                <a:spcPct val="150000"/>
              </a:lnSpc>
              <a:buFont typeface="Wingdings" panose="05000000000000000000" pitchFamily="2" charset="2"/>
              <a:buChar char="ü"/>
              <a:defRPr sz="1000">
                <a:latin typeface="Trebuchet MS" panose="020B0703020202090204" pitchFamily="34" charset="0"/>
              </a:defRPr>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3" name="Date Placeholder 3">
            <a:extLst>
              <a:ext uri="{FF2B5EF4-FFF2-40B4-BE49-F238E27FC236}">
                <a16:creationId xmlns:a16="http://schemas.microsoft.com/office/drawing/2014/main" id="{B74EEE4B-5648-1141-8DE7-F35CCED6ABC8}"/>
              </a:ext>
            </a:extLst>
          </p:cNvPr>
          <p:cNvSpPr>
            <a:spLocks noGrp="1"/>
          </p:cNvSpPr>
          <p:nvPr>
            <p:ph type="dt" sz="half" idx="10"/>
          </p:nvPr>
        </p:nvSpPr>
        <p:spPr>
          <a:xfrm>
            <a:off x="1016996" y="6598733"/>
            <a:ext cx="2564404" cy="213734"/>
          </a:xfrm>
          <a:prstGeom prst="rect">
            <a:avLst/>
          </a:prstGeom>
        </p:spPr>
        <p:txBody>
          <a:bodyPr/>
          <a:lstStyle>
            <a:lvl1pPr>
              <a:defRPr>
                <a:latin typeface="Trebuchet MS" panose="020B0703020202090204" pitchFamily="34" charset="0"/>
              </a:defRPr>
            </a:lvl1pPr>
          </a:lstStyle>
          <a:p>
            <a:r>
              <a:rPr lang="en-US" altLang="ko-KR"/>
              <a:t>2026-07-31</a:t>
            </a:r>
            <a:endParaRPr lang="en-US" dirty="0"/>
          </a:p>
        </p:txBody>
      </p:sp>
      <p:sp>
        <p:nvSpPr>
          <p:cNvPr id="14" name="Footer Placeholder 4">
            <a:extLst>
              <a:ext uri="{FF2B5EF4-FFF2-40B4-BE49-F238E27FC236}">
                <a16:creationId xmlns:a16="http://schemas.microsoft.com/office/drawing/2014/main" id="{B95CB966-C0B0-BF40-9B2D-EFD92EBA5955}"/>
              </a:ext>
            </a:extLst>
          </p:cNvPr>
          <p:cNvSpPr>
            <a:spLocks noGrp="1"/>
          </p:cNvSpPr>
          <p:nvPr>
            <p:ph type="ftr" sz="quarter" idx="11"/>
          </p:nvPr>
        </p:nvSpPr>
        <p:spPr>
          <a:xfrm>
            <a:off x="4038601" y="6598733"/>
            <a:ext cx="4114800" cy="213734"/>
          </a:xfrm>
          <a:prstGeom prst="rect">
            <a:avLst/>
          </a:prstGeom>
        </p:spPr>
        <p:txBody>
          <a:bodyPr/>
          <a:lstStyle>
            <a:lvl1pPr>
              <a:defRPr>
                <a:latin typeface="Trebuchet MS" panose="020B0703020202090204" pitchFamily="34" charset="0"/>
              </a:defRPr>
            </a:lvl1pPr>
          </a:lstStyle>
          <a:p>
            <a:endParaRPr lang="en-US" dirty="0"/>
          </a:p>
        </p:txBody>
      </p:sp>
      <p:sp>
        <p:nvSpPr>
          <p:cNvPr id="15" name="Slide Number Placeholder 5">
            <a:extLst>
              <a:ext uri="{FF2B5EF4-FFF2-40B4-BE49-F238E27FC236}">
                <a16:creationId xmlns:a16="http://schemas.microsoft.com/office/drawing/2014/main" id="{812EEE38-D0A6-0A45-82F8-581A904D7C8A}"/>
              </a:ext>
            </a:extLst>
          </p:cNvPr>
          <p:cNvSpPr>
            <a:spLocks noGrp="1"/>
          </p:cNvSpPr>
          <p:nvPr>
            <p:ph type="sldNum" sz="quarter" idx="12"/>
          </p:nvPr>
        </p:nvSpPr>
        <p:spPr>
          <a:xfrm>
            <a:off x="9006309" y="6598733"/>
            <a:ext cx="3110345" cy="213734"/>
          </a:xfrm>
          <a:prstGeom prst="rect">
            <a:avLst/>
          </a:prstGeom>
        </p:spPr>
        <p:txBody>
          <a:bodyPr/>
          <a:lstStyle>
            <a:lvl1pPr>
              <a:defRPr>
                <a:latin typeface="Trebuchet MS" panose="020B0703020202090204" pitchFamily="34" charset="0"/>
              </a:defRPr>
            </a:lvl1pPr>
          </a:lstStyle>
          <a:p>
            <a:r>
              <a:rPr lang="en-US" altLang="ko-KR" dirty="0"/>
              <a:t>Sang-Jun Moon | </a:t>
            </a:r>
            <a:r>
              <a:rPr lang="en-US" altLang="ko-KR" dirty="0">
                <a:solidFill>
                  <a:prstClr val="black">
                    <a:tint val="75000"/>
                  </a:prstClr>
                </a:solidFill>
              </a:rPr>
              <a:t>AICA Lab Meeting</a:t>
            </a:r>
            <a:r>
              <a:rPr lang="en-US" altLang="ko-KR" dirty="0"/>
              <a:t> | </a:t>
            </a:r>
            <a:fld id="{48F63A3B-78C7-47BE-AE5E-E10140E04643}" type="slidenum">
              <a:rPr lang="en-US" smtClean="0"/>
              <a:pPr/>
              <a:t>‹#›</a:t>
            </a:fld>
            <a:endParaRPr lang="en-US" dirty="0"/>
          </a:p>
        </p:txBody>
      </p:sp>
      <p:grpSp>
        <p:nvGrpSpPr>
          <p:cNvPr id="4" name="그룹 3">
            <a:extLst>
              <a:ext uri="{FF2B5EF4-FFF2-40B4-BE49-F238E27FC236}">
                <a16:creationId xmlns:a16="http://schemas.microsoft.com/office/drawing/2014/main" id="{AF465BD3-D334-A698-AE1D-AAE802C779D9}"/>
              </a:ext>
            </a:extLst>
          </p:cNvPr>
          <p:cNvGrpSpPr/>
          <p:nvPr userDrawn="1"/>
        </p:nvGrpSpPr>
        <p:grpSpPr>
          <a:xfrm>
            <a:off x="135856" y="6450684"/>
            <a:ext cx="899987" cy="323081"/>
            <a:chOff x="5976117" y="116467"/>
            <a:chExt cx="4341047" cy="1559914"/>
          </a:xfrm>
        </p:grpSpPr>
        <p:sp>
          <p:nvSpPr>
            <p:cNvPr id="5" name="사각형: 둥근 모서리 4">
              <a:extLst>
                <a:ext uri="{FF2B5EF4-FFF2-40B4-BE49-F238E27FC236}">
                  <a16:creationId xmlns:a16="http://schemas.microsoft.com/office/drawing/2014/main" id="{09E45834-AE31-A9B9-9BE3-8876DD4BFA7F}"/>
                </a:ext>
              </a:extLst>
            </p:cNvPr>
            <p:cNvSpPr/>
            <p:nvPr userDrawn="1"/>
          </p:nvSpPr>
          <p:spPr>
            <a:xfrm>
              <a:off x="7547660" y="613810"/>
              <a:ext cx="360000" cy="1046263"/>
            </a:xfrm>
            <a:prstGeom prst="roundRect">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6" name="사각형: 둥근 모서리 5">
              <a:extLst>
                <a:ext uri="{FF2B5EF4-FFF2-40B4-BE49-F238E27FC236}">
                  <a16:creationId xmlns:a16="http://schemas.microsoft.com/office/drawing/2014/main" id="{09BE6CC6-B0C2-D1F8-C568-1636306F8597}"/>
                </a:ext>
              </a:extLst>
            </p:cNvPr>
            <p:cNvSpPr/>
            <p:nvPr userDrawn="1"/>
          </p:nvSpPr>
          <p:spPr>
            <a:xfrm>
              <a:off x="6776499" y="1312781"/>
              <a:ext cx="1131162" cy="363600"/>
            </a:xfrm>
            <a:prstGeom prst="roundRect">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9" name="사각형: 둥근 모서리 34">
              <a:extLst>
                <a:ext uri="{FF2B5EF4-FFF2-40B4-BE49-F238E27FC236}">
                  <a16:creationId xmlns:a16="http://schemas.microsoft.com/office/drawing/2014/main" id="{372FB6C3-D418-1840-6AE7-B37D603006F2}"/>
                </a:ext>
              </a:extLst>
            </p:cNvPr>
            <p:cNvSpPr/>
            <p:nvPr userDrawn="1"/>
          </p:nvSpPr>
          <p:spPr>
            <a:xfrm rot="923841">
              <a:off x="6171723" y="144498"/>
              <a:ext cx="372850" cy="1492452"/>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0 w 470074"/>
                <a:gd name="connsiteY0" fmla="*/ 168229 h 2279087"/>
                <a:gd name="connsiteX1" fmla="*/ 78326 w 470074"/>
                <a:gd name="connsiteY1" fmla="*/ 89903 h 2279087"/>
                <a:gd name="connsiteX2" fmla="*/ 431082 w 470074"/>
                <a:gd name="connsiteY2" fmla="*/ 0 h 2279087"/>
                <a:gd name="connsiteX3" fmla="*/ 469949 w 470074"/>
                <a:gd name="connsiteY3" fmla="*/ 168229 h 2279087"/>
                <a:gd name="connsiteX4" fmla="*/ 469949 w 470074"/>
                <a:gd name="connsiteY4" fmla="*/ 2200761 h 2279087"/>
                <a:gd name="connsiteX5" fmla="*/ 391623 w 470074"/>
                <a:gd name="connsiteY5" fmla="*/ 2279087 h 2279087"/>
                <a:gd name="connsiteX6" fmla="*/ 78326 w 470074"/>
                <a:gd name="connsiteY6" fmla="*/ 2279087 h 2279087"/>
                <a:gd name="connsiteX7" fmla="*/ 0 w 470074"/>
                <a:gd name="connsiteY7" fmla="*/ 2200761 h 2279087"/>
                <a:gd name="connsiteX8" fmla="*/ 0 w 470074"/>
                <a:gd name="connsiteY8" fmla="*/ 168229 h 2279087"/>
                <a:gd name="connsiteX0" fmla="*/ 0 w 473939"/>
                <a:gd name="connsiteY0" fmla="*/ 152392 h 2263250"/>
                <a:gd name="connsiteX1" fmla="*/ 78326 w 473939"/>
                <a:gd name="connsiteY1" fmla="*/ 74066 h 2263250"/>
                <a:gd name="connsiteX2" fmla="*/ 445323 w 473939"/>
                <a:gd name="connsiteY2" fmla="*/ 0 h 2263250"/>
                <a:gd name="connsiteX3" fmla="*/ 469949 w 473939"/>
                <a:gd name="connsiteY3" fmla="*/ 152392 h 2263250"/>
                <a:gd name="connsiteX4" fmla="*/ 469949 w 473939"/>
                <a:gd name="connsiteY4" fmla="*/ 2184924 h 2263250"/>
                <a:gd name="connsiteX5" fmla="*/ 391623 w 473939"/>
                <a:gd name="connsiteY5" fmla="*/ 2263250 h 2263250"/>
                <a:gd name="connsiteX6" fmla="*/ 78326 w 473939"/>
                <a:gd name="connsiteY6" fmla="*/ 2263250 h 2263250"/>
                <a:gd name="connsiteX7" fmla="*/ 0 w 473939"/>
                <a:gd name="connsiteY7" fmla="*/ 2184924 h 2263250"/>
                <a:gd name="connsiteX8" fmla="*/ 0 w 473939"/>
                <a:gd name="connsiteY8" fmla="*/ 152392 h 2263250"/>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9858" h="2286042">
                  <a:moveTo>
                    <a:pt x="0" y="175184"/>
                  </a:moveTo>
                  <a:cubicBezTo>
                    <a:pt x="0" y="131926"/>
                    <a:pt x="35068" y="96858"/>
                    <a:pt x="78326" y="96858"/>
                  </a:cubicBezTo>
                  <a:cubicBezTo>
                    <a:pt x="394302" y="4021"/>
                    <a:pt x="351903" y="0"/>
                    <a:pt x="456335" y="0"/>
                  </a:cubicBezTo>
                  <a:cubicBezTo>
                    <a:pt x="499593" y="0"/>
                    <a:pt x="469949" y="131926"/>
                    <a:pt x="469949" y="175184"/>
                  </a:cubicBezTo>
                  <a:lnTo>
                    <a:pt x="469949" y="2207716"/>
                  </a:lnTo>
                  <a:cubicBezTo>
                    <a:pt x="469949" y="2250974"/>
                    <a:pt x="434881" y="2286042"/>
                    <a:pt x="391623" y="2286042"/>
                  </a:cubicBezTo>
                  <a:lnTo>
                    <a:pt x="78326" y="2286042"/>
                  </a:lnTo>
                  <a:cubicBezTo>
                    <a:pt x="35068" y="2286042"/>
                    <a:pt x="0" y="2250974"/>
                    <a:pt x="0" y="2207716"/>
                  </a:cubicBezTo>
                  <a:lnTo>
                    <a:pt x="0" y="175184"/>
                  </a:lnTo>
                  <a:close/>
                </a:path>
              </a:pathLst>
            </a:cu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0" name="사각형: 둥근 모서리 9">
              <a:extLst>
                <a:ext uri="{FF2B5EF4-FFF2-40B4-BE49-F238E27FC236}">
                  <a16:creationId xmlns:a16="http://schemas.microsoft.com/office/drawing/2014/main" id="{19B36722-692B-8A85-ABBD-C0C3519B7975}"/>
                </a:ext>
              </a:extLst>
            </p:cNvPr>
            <p:cNvSpPr/>
            <p:nvPr userDrawn="1"/>
          </p:nvSpPr>
          <p:spPr>
            <a:xfrm>
              <a:off x="5976117" y="1562385"/>
              <a:ext cx="367024" cy="107393"/>
            </a:xfrm>
            <a:prstGeom prst="roundRect">
              <a:avLst>
                <a:gd name="adj" fmla="val 49751"/>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1" name="사각형: 둥근 모서리 10">
              <a:extLst>
                <a:ext uri="{FF2B5EF4-FFF2-40B4-BE49-F238E27FC236}">
                  <a16:creationId xmlns:a16="http://schemas.microsoft.com/office/drawing/2014/main" id="{27978080-5DA3-C7AF-D53C-7B04AA55674D}"/>
                </a:ext>
              </a:extLst>
            </p:cNvPr>
            <p:cNvSpPr/>
            <p:nvPr userDrawn="1"/>
          </p:nvSpPr>
          <p:spPr>
            <a:xfrm rot="17142116">
              <a:off x="5845212" y="1386473"/>
              <a:ext cx="447973" cy="107393"/>
            </a:xfrm>
            <a:prstGeom prst="roundRect">
              <a:avLst>
                <a:gd name="adj" fmla="val 49751"/>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2" name="사각형: 둥근 모서리 11">
              <a:extLst>
                <a:ext uri="{FF2B5EF4-FFF2-40B4-BE49-F238E27FC236}">
                  <a16:creationId xmlns:a16="http://schemas.microsoft.com/office/drawing/2014/main" id="{D2E2207A-833C-96F1-DDEA-EAD252C6E34C}"/>
                </a:ext>
              </a:extLst>
            </p:cNvPr>
            <p:cNvSpPr/>
            <p:nvPr userDrawn="1"/>
          </p:nvSpPr>
          <p:spPr>
            <a:xfrm>
              <a:off x="7547660" y="189796"/>
              <a:ext cx="360000" cy="355633"/>
            </a:xfrm>
            <a:prstGeom prst="roundRect">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6" name="사각형: 둥근 모서리 34">
              <a:extLst>
                <a:ext uri="{FF2B5EF4-FFF2-40B4-BE49-F238E27FC236}">
                  <a16:creationId xmlns:a16="http://schemas.microsoft.com/office/drawing/2014/main" id="{B9063DDA-A961-FAC9-63D8-26984466EFA9}"/>
                </a:ext>
              </a:extLst>
            </p:cNvPr>
            <p:cNvSpPr/>
            <p:nvPr userDrawn="1"/>
          </p:nvSpPr>
          <p:spPr>
            <a:xfrm rot="923841">
              <a:off x="9359767" y="144498"/>
              <a:ext cx="372850" cy="1492452"/>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0 w 470074"/>
                <a:gd name="connsiteY0" fmla="*/ 168229 h 2279087"/>
                <a:gd name="connsiteX1" fmla="*/ 78326 w 470074"/>
                <a:gd name="connsiteY1" fmla="*/ 89903 h 2279087"/>
                <a:gd name="connsiteX2" fmla="*/ 431082 w 470074"/>
                <a:gd name="connsiteY2" fmla="*/ 0 h 2279087"/>
                <a:gd name="connsiteX3" fmla="*/ 469949 w 470074"/>
                <a:gd name="connsiteY3" fmla="*/ 168229 h 2279087"/>
                <a:gd name="connsiteX4" fmla="*/ 469949 w 470074"/>
                <a:gd name="connsiteY4" fmla="*/ 2200761 h 2279087"/>
                <a:gd name="connsiteX5" fmla="*/ 391623 w 470074"/>
                <a:gd name="connsiteY5" fmla="*/ 2279087 h 2279087"/>
                <a:gd name="connsiteX6" fmla="*/ 78326 w 470074"/>
                <a:gd name="connsiteY6" fmla="*/ 2279087 h 2279087"/>
                <a:gd name="connsiteX7" fmla="*/ 0 w 470074"/>
                <a:gd name="connsiteY7" fmla="*/ 2200761 h 2279087"/>
                <a:gd name="connsiteX8" fmla="*/ 0 w 470074"/>
                <a:gd name="connsiteY8" fmla="*/ 168229 h 2279087"/>
                <a:gd name="connsiteX0" fmla="*/ 0 w 473939"/>
                <a:gd name="connsiteY0" fmla="*/ 152392 h 2263250"/>
                <a:gd name="connsiteX1" fmla="*/ 78326 w 473939"/>
                <a:gd name="connsiteY1" fmla="*/ 74066 h 2263250"/>
                <a:gd name="connsiteX2" fmla="*/ 445323 w 473939"/>
                <a:gd name="connsiteY2" fmla="*/ 0 h 2263250"/>
                <a:gd name="connsiteX3" fmla="*/ 469949 w 473939"/>
                <a:gd name="connsiteY3" fmla="*/ 152392 h 2263250"/>
                <a:gd name="connsiteX4" fmla="*/ 469949 w 473939"/>
                <a:gd name="connsiteY4" fmla="*/ 2184924 h 2263250"/>
                <a:gd name="connsiteX5" fmla="*/ 391623 w 473939"/>
                <a:gd name="connsiteY5" fmla="*/ 2263250 h 2263250"/>
                <a:gd name="connsiteX6" fmla="*/ 78326 w 473939"/>
                <a:gd name="connsiteY6" fmla="*/ 2263250 h 2263250"/>
                <a:gd name="connsiteX7" fmla="*/ 0 w 473939"/>
                <a:gd name="connsiteY7" fmla="*/ 2184924 h 2263250"/>
                <a:gd name="connsiteX8" fmla="*/ 0 w 473939"/>
                <a:gd name="connsiteY8" fmla="*/ 152392 h 2263250"/>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9858" h="2286042">
                  <a:moveTo>
                    <a:pt x="0" y="175184"/>
                  </a:moveTo>
                  <a:cubicBezTo>
                    <a:pt x="0" y="131926"/>
                    <a:pt x="35068" y="96858"/>
                    <a:pt x="78326" y="96858"/>
                  </a:cubicBezTo>
                  <a:cubicBezTo>
                    <a:pt x="394302" y="4021"/>
                    <a:pt x="351903" y="0"/>
                    <a:pt x="456335" y="0"/>
                  </a:cubicBezTo>
                  <a:cubicBezTo>
                    <a:pt x="499593" y="0"/>
                    <a:pt x="469949" y="131926"/>
                    <a:pt x="469949" y="175184"/>
                  </a:cubicBezTo>
                  <a:lnTo>
                    <a:pt x="469949" y="2207716"/>
                  </a:lnTo>
                  <a:cubicBezTo>
                    <a:pt x="469949" y="2250974"/>
                    <a:pt x="434881" y="2286042"/>
                    <a:pt x="391623" y="2286042"/>
                  </a:cubicBezTo>
                  <a:lnTo>
                    <a:pt x="78326" y="2286042"/>
                  </a:lnTo>
                  <a:cubicBezTo>
                    <a:pt x="35068" y="2286042"/>
                    <a:pt x="0" y="2250974"/>
                    <a:pt x="0" y="2207716"/>
                  </a:cubicBezTo>
                  <a:lnTo>
                    <a:pt x="0" y="175184"/>
                  </a:lnTo>
                  <a:close/>
                </a:path>
              </a:pathLst>
            </a:cu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7" name="사각형: 둥근 모서리 16">
              <a:extLst>
                <a:ext uri="{FF2B5EF4-FFF2-40B4-BE49-F238E27FC236}">
                  <a16:creationId xmlns:a16="http://schemas.microsoft.com/office/drawing/2014/main" id="{9449855F-497C-8550-D86C-A828CBDE267F}"/>
                </a:ext>
              </a:extLst>
            </p:cNvPr>
            <p:cNvSpPr/>
            <p:nvPr userDrawn="1"/>
          </p:nvSpPr>
          <p:spPr>
            <a:xfrm>
              <a:off x="9539301" y="186675"/>
              <a:ext cx="408152" cy="183858"/>
            </a:xfrm>
            <a:prstGeom prst="roundRect">
              <a:avLst>
                <a:gd name="adj" fmla="val 23143"/>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8" name="사각형: 둥근 모서리 17">
              <a:extLst>
                <a:ext uri="{FF2B5EF4-FFF2-40B4-BE49-F238E27FC236}">
                  <a16:creationId xmlns:a16="http://schemas.microsoft.com/office/drawing/2014/main" id="{1476E7BE-7201-2BAA-2109-35756C4E0B96}"/>
                </a:ext>
              </a:extLst>
            </p:cNvPr>
            <p:cNvSpPr/>
            <p:nvPr userDrawn="1"/>
          </p:nvSpPr>
          <p:spPr>
            <a:xfrm flipH="1">
              <a:off x="9958325" y="1568154"/>
              <a:ext cx="358839" cy="107393"/>
            </a:xfrm>
            <a:prstGeom prst="roundRect">
              <a:avLst>
                <a:gd name="adj" fmla="val 43099"/>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9" name="사각형: 둥근 모서리 18">
              <a:extLst>
                <a:ext uri="{FF2B5EF4-FFF2-40B4-BE49-F238E27FC236}">
                  <a16:creationId xmlns:a16="http://schemas.microsoft.com/office/drawing/2014/main" id="{B59F5F96-C357-E1E5-2993-D5FD41332B5F}"/>
                </a:ext>
              </a:extLst>
            </p:cNvPr>
            <p:cNvSpPr/>
            <p:nvPr userDrawn="1"/>
          </p:nvSpPr>
          <p:spPr>
            <a:xfrm rot="4506704" flipH="1">
              <a:off x="9985282" y="1378492"/>
              <a:ext cx="464231" cy="107393"/>
            </a:xfrm>
            <a:prstGeom prst="roundRect">
              <a:avLst>
                <a:gd name="adj" fmla="val 50000"/>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0" name="사각형: 둥근 모서리 19">
              <a:extLst>
                <a:ext uri="{FF2B5EF4-FFF2-40B4-BE49-F238E27FC236}">
                  <a16:creationId xmlns:a16="http://schemas.microsoft.com/office/drawing/2014/main" id="{DB242B9F-572D-693F-C111-AAC93D5DB279}"/>
                </a:ext>
              </a:extLst>
            </p:cNvPr>
            <p:cNvSpPr/>
            <p:nvPr userDrawn="1"/>
          </p:nvSpPr>
          <p:spPr>
            <a:xfrm rot="17142116">
              <a:off x="9285907" y="1386473"/>
              <a:ext cx="447973" cy="107393"/>
            </a:xfrm>
            <a:prstGeom prst="roundRect">
              <a:avLst>
                <a:gd name="adj" fmla="val 49751"/>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1" name="사각형: 둥근 모서리 20">
              <a:extLst>
                <a:ext uri="{FF2B5EF4-FFF2-40B4-BE49-F238E27FC236}">
                  <a16:creationId xmlns:a16="http://schemas.microsoft.com/office/drawing/2014/main" id="{9160EE91-D1F0-219D-E7ED-4A5F2BBB074B}"/>
                </a:ext>
              </a:extLst>
            </p:cNvPr>
            <p:cNvSpPr/>
            <p:nvPr userDrawn="1"/>
          </p:nvSpPr>
          <p:spPr>
            <a:xfrm>
              <a:off x="8225540" y="182176"/>
              <a:ext cx="976417" cy="355633"/>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2" name="사각형: 둥근 모서리 21">
              <a:extLst>
                <a:ext uri="{FF2B5EF4-FFF2-40B4-BE49-F238E27FC236}">
                  <a16:creationId xmlns:a16="http://schemas.microsoft.com/office/drawing/2014/main" id="{055F6797-B96E-6564-AB39-222EF22DE181}"/>
                </a:ext>
              </a:extLst>
            </p:cNvPr>
            <p:cNvSpPr/>
            <p:nvPr userDrawn="1"/>
          </p:nvSpPr>
          <p:spPr>
            <a:xfrm>
              <a:off x="8225541" y="1310440"/>
              <a:ext cx="1287590" cy="355633"/>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3" name="사각형: 둥근 모서리 22">
              <a:extLst>
                <a:ext uri="{FF2B5EF4-FFF2-40B4-BE49-F238E27FC236}">
                  <a16:creationId xmlns:a16="http://schemas.microsoft.com/office/drawing/2014/main" id="{5C206942-3972-3DDD-C25C-F55CC59874CB}"/>
                </a:ext>
              </a:extLst>
            </p:cNvPr>
            <p:cNvSpPr/>
            <p:nvPr userDrawn="1"/>
          </p:nvSpPr>
          <p:spPr>
            <a:xfrm>
              <a:off x="8210345" y="186675"/>
              <a:ext cx="360000" cy="1473398"/>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4" name="사각형: 둥근 모서리 48">
              <a:extLst>
                <a:ext uri="{FF2B5EF4-FFF2-40B4-BE49-F238E27FC236}">
                  <a16:creationId xmlns:a16="http://schemas.microsoft.com/office/drawing/2014/main" id="{45C36541-3C29-52C7-87AA-2CE2ECC800FB}"/>
                </a:ext>
              </a:extLst>
            </p:cNvPr>
            <p:cNvSpPr/>
            <p:nvPr userDrawn="1"/>
          </p:nvSpPr>
          <p:spPr>
            <a:xfrm rot="20700000">
              <a:off x="9757285" y="116467"/>
              <a:ext cx="365971" cy="1546595"/>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7203 w 477152"/>
                <a:gd name="connsiteY0" fmla="*/ 202492 h 2313350"/>
                <a:gd name="connsiteX1" fmla="*/ 25429 w 477152"/>
                <a:gd name="connsiteY1" fmla="*/ 0 h 2313350"/>
                <a:gd name="connsiteX2" fmla="*/ 337626 w 477152"/>
                <a:gd name="connsiteY2" fmla="*/ 122559 h 2313350"/>
                <a:gd name="connsiteX3" fmla="*/ 477152 w 477152"/>
                <a:gd name="connsiteY3" fmla="*/ 202492 h 2313350"/>
                <a:gd name="connsiteX4" fmla="*/ 477152 w 477152"/>
                <a:gd name="connsiteY4" fmla="*/ 2235024 h 2313350"/>
                <a:gd name="connsiteX5" fmla="*/ 398826 w 477152"/>
                <a:gd name="connsiteY5" fmla="*/ 2313350 h 2313350"/>
                <a:gd name="connsiteX6" fmla="*/ 85529 w 477152"/>
                <a:gd name="connsiteY6" fmla="*/ 2313350 h 2313350"/>
                <a:gd name="connsiteX7" fmla="*/ 7203 w 477152"/>
                <a:gd name="connsiteY7" fmla="*/ 2235024 h 2313350"/>
                <a:gd name="connsiteX8" fmla="*/ 7203 w 477152"/>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1 w 469948"/>
                <a:gd name="connsiteY0" fmla="*/ 174286 h 2285144"/>
                <a:gd name="connsiteX1" fmla="*/ 49782 w 469948"/>
                <a:gd name="connsiteY1" fmla="*/ 1 h 2285144"/>
                <a:gd name="connsiteX2" fmla="*/ 334387 w 469948"/>
                <a:gd name="connsiteY2" fmla="*/ 77186 h 2285144"/>
                <a:gd name="connsiteX3" fmla="*/ 469948 w 469948"/>
                <a:gd name="connsiteY3" fmla="*/ 174286 h 2285144"/>
                <a:gd name="connsiteX4" fmla="*/ 469948 w 469948"/>
                <a:gd name="connsiteY4" fmla="*/ 2206818 h 2285144"/>
                <a:gd name="connsiteX5" fmla="*/ 391622 w 469948"/>
                <a:gd name="connsiteY5" fmla="*/ 2285144 h 2285144"/>
                <a:gd name="connsiteX6" fmla="*/ 78325 w 469948"/>
                <a:gd name="connsiteY6" fmla="*/ 2285144 h 2285144"/>
                <a:gd name="connsiteX7" fmla="*/ -1 w 469948"/>
                <a:gd name="connsiteY7" fmla="*/ 2206818 h 2285144"/>
                <a:gd name="connsiteX8" fmla="*/ -1 w 469948"/>
                <a:gd name="connsiteY8" fmla="*/ 174286 h 2285144"/>
                <a:gd name="connsiteX0" fmla="*/ 0 w 469949"/>
                <a:gd name="connsiteY0" fmla="*/ 174285 h 2285143"/>
                <a:gd name="connsiteX1" fmla="*/ 49783 w 469949"/>
                <a:gd name="connsiteY1" fmla="*/ 0 h 2285143"/>
                <a:gd name="connsiteX2" fmla="*/ 334388 w 469949"/>
                <a:gd name="connsiteY2" fmla="*/ 77185 h 2285143"/>
                <a:gd name="connsiteX3" fmla="*/ 469949 w 469949"/>
                <a:gd name="connsiteY3" fmla="*/ 174285 h 2285143"/>
                <a:gd name="connsiteX4" fmla="*/ 469949 w 469949"/>
                <a:gd name="connsiteY4" fmla="*/ 2206817 h 2285143"/>
                <a:gd name="connsiteX5" fmla="*/ 391623 w 469949"/>
                <a:gd name="connsiteY5" fmla="*/ 2285143 h 2285143"/>
                <a:gd name="connsiteX6" fmla="*/ 78326 w 469949"/>
                <a:gd name="connsiteY6" fmla="*/ 2285143 h 2285143"/>
                <a:gd name="connsiteX7" fmla="*/ 0 w 469949"/>
                <a:gd name="connsiteY7" fmla="*/ 2206817 h 2285143"/>
                <a:gd name="connsiteX8" fmla="*/ 0 w 469949"/>
                <a:gd name="connsiteY8" fmla="*/ 174285 h 2285143"/>
                <a:gd name="connsiteX0" fmla="*/ 1054 w 471003"/>
                <a:gd name="connsiteY0" fmla="*/ 197892 h 2308750"/>
                <a:gd name="connsiteX1" fmla="*/ 34082 w 471003"/>
                <a:gd name="connsiteY1" fmla="*/ 0 h 2308750"/>
                <a:gd name="connsiteX2" fmla="*/ 335442 w 471003"/>
                <a:gd name="connsiteY2" fmla="*/ 100792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 name="connsiteX0" fmla="*/ 1054 w 471003"/>
                <a:gd name="connsiteY0" fmla="*/ 197892 h 2308750"/>
                <a:gd name="connsiteX1" fmla="*/ 34082 w 471003"/>
                <a:gd name="connsiteY1" fmla="*/ 0 h 2308750"/>
                <a:gd name="connsiteX2" fmla="*/ 334861 w 471003"/>
                <a:gd name="connsiteY2" fmla="*/ 89571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1003" h="2308750">
                  <a:moveTo>
                    <a:pt x="1054" y="197892"/>
                  </a:moveTo>
                  <a:cubicBezTo>
                    <a:pt x="1054" y="154634"/>
                    <a:pt x="-9176" y="0"/>
                    <a:pt x="34082" y="0"/>
                  </a:cubicBezTo>
                  <a:cubicBezTo>
                    <a:pt x="252569" y="55222"/>
                    <a:pt x="180322" y="46561"/>
                    <a:pt x="334861" y="89571"/>
                  </a:cubicBezTo>
                  <a:cubicBezTo>
                    <a:pt x="454403" y="123843"/>
                    <a:pt x="471003" y="154634"/>
                    <a:pt x="471003" y="197892"/>
                  </a:cubicBezTo>
                  <a:lnTo>
                    <a:pt x="471003" y="2230424"/>
                  </a:lnTo>
                  <a:cubicBezTo>
                    <a:pt x="471003" y="2273682"/>
                    <a:pt x="435935" y="2308750"/>
                    <a:pt x="392677" y="2308750"/>
                  </a:cubicBezTo>
                  <a:lnTo>
                    <a:pt x="79380" y="2308750"/>
                  </a:lnTo>
                  <a:cubicBezTo>
                    <a:pt x="36122" y="2308750"/>
                    <a:pt x="1054" y="2273682"/>
                    <a:pt x="1054" y="2230424"/>
                  </a:cubicBezTo>
                  <a:lnTo>
                    <a:pt x="1054" y="197892"/>
                  </a:lnTo>
                  <a:close/>
                </a:path>
              </a:pathLst>
            </a:cu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5" name="사각형: 둥근 모서리 24">
              <a:extLst>
                <a:ext uri="{FF2B5EF4-FFF2-40B4-BE49-F238E27FC236}">
                  <a16:creationId xmlns:a16="http://schemas.microsoft.com/office/drawing/2014/main" id="{D08F501E-0785-E0FC-C8AB-E929D4BE4665}"/>
                </a:ext>
              </a:extLst>
            </p:cNvPr>
            <p:cNvSpPr/>
            <p:nvPr userDrawn="1"/>
          </p:nvSpPr>
          <p:spPr>
            <a:xfrm rot="4506704" flipH="1">
              <a:off x="9456291" y="360823"/>
              <a:ext cx="464231" cy="107393"/>
            </a:xfrm>
            <a:prstGeom prst="roundRect">
              <a:avLst>
                <a:gd name="adj" fmla="val 32586"/>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6" name="사각형: 둥근 모서리 25">
              <a:extLst>
                <a:ext uri="{FF2B5EF4-FFF2-40B4-BE49-F238E27FC236}">
                  <a16:creationId xmlns:a16="http://schemas.microsoft.com/office/drawing/2014/main" id="{6670ADF1-C53B-D670-DE1C-F0C3990DDD82}"/>
                </a:ext>
              </a:extLst>
            </p:cNvPr>
            <p:cNvSpPr/>
            <p:nvPr userDrawn="1"/>
          </p:nvSpPr>
          <p:spPr>
            <a:xfrm flipH="1">
              <a:off x="9586770" y="180267"/>
              <a:ext cx="351774" cy="60140"/>
            </a:xfrm>
            <a:prstGeom prst="roundRect">
              <a:avLst>
                <a:gd name="adj" fmla="val 32586"/>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7" name="사각형: 둥근 모서리 26">
              <a:extLst>
                <a:ext uri="{FF2B5EF4-FFF2-40B4-BE49-F238E27FC236}">
                  <a16:creationId xmlns:a16="http://schemas.microsoft.com/office/drawing/2014/main" id="{728DC771-DBFE-4F81-F2CA-992EBFCE0D41}"/>
                </a:ext>
              </a:extLst>
            </p:cNvPr>
            <p:cNvSpPr/>
            <p:nvPr userDrawn="1"/>
          </p:nvSpPr>
          <p:spPr>
            <a:xfrm>
              <a:off x="6347129" y="186675"/>
              <a:ext cx="408152" cy="183858"/>
            </a:xfrm>
            <a:prstGeom prst="roundRect">
              <a:avLst>
                <a:gd name="adj" fmla="val 23143"/>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8" name="사각형: 둥근 모서리 27">
              <a:extLst>
                <a:ext uri="{FF2B5EF4-FFF2-40B4-BE49-F238E27FC236}">
                  <a16:creationId xmlns:a16="http://schemas.microsoft.com/office/drawing/2014/main" id="{3D8C4B1D-A6E0-AEF3-4AED-22807E641D72}"/>
                </a:ext>
              </a:extLst>
            </p:cNvPr>
            <p:cNvSpPr/>
            <p:nvPr userDrawn="1"/>
          </p:nvSpPr>
          <p:spPr>
            <a:xfrm flipH="1">
              <a:off x="6766153" y="1568154"/>
              <a:ext cx="358839" cy="107393"/>
            </a:xfrm>
            <a:prstGeom prst="roundRect">
              <a:avLst>
                <a:gd name="adj" fmla="val 43099"/>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9" name="사각형: 둥근 모서리 28">
              <a:extLst>
                <a:ext uri="{FF2B5EF4-FFF2-40B4-BE49-F238E27FC236}">
                  <a16:creationId xmlns:a16="http://schemas.microsoft.com/office/drawing/2014/main" id="{74FAB4B6-B9C7-9AEC-57FF-C2E4371644E2}"/>
                </a:ext>
              </a:extLst>
            </p:cNvPr>
            <p:cNvSpPr/>
            <p:nvPr userDrawn="1"/>
          </p:nvSpPr>
          <p:spPr>
            <a:xfrm rot="4506704" flipH="1">
              <a:off x="6793110" y="1378492"/>
              <a:ext cx="464231" cy="107393"/>
            </a:xfrm>
            <a:prstGeom prst="roundRect">
              <a:avLst>
                <a:gd name="adj" fmla="val 50000"/>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30" name="사각형: 둥근 모서리 48">
              <a:extLst>
                <a:ext uri="{FF2B5EF4-FFF2-40B4-BE49-F238E27FC236}">
                  <a16:creationId xmlns:a16="http://schemas.microsoft.com/office/drawing/2014/main" id="{E70AF9CE-687E-9C42-5294-C1A0274A53D2}"/>
                </a:ext>
              </a:extLst>
            </p:cNvPr>
            <p:cNvSpPr/>
            <p:nvPr userDrawn="1"/>
          </p:nvSpPr>
          <p:spPr>
            <a:xfrm rot="20700000">
              <a:off x="6565113" y="116467"/>
              <a:ext cx="365971" cy="1546595"/>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7203 w 477152"/>
                <a:gd name="connsiteY0" fmla="*/ 202492 h 2313350"/>
                <a:gd name="connsiteX1" fmla="*/ 25429 w 477152"/>
                <a:gd name="connsiteY1" fmla="*/ 0 h 2313350"/>
                <a:gd name="connsiteX2" fmla="*/ 337626 w 477152"/>
                <a:gd name="connsiteY2" fmla="*/ 122559 h 2313350"/>
                <a:gd name="connsiteX3" fmla="*/ 477152 w 477152"/>
                <a:gd name="connsiteY3" fmla="*/ 202492 h 2313350"/>
                <a:gd name="connsiteX4" fmla="*/ 477152 w 477152"/>
                <a:gd name="connsiteY4" fmla="*/ 2235024 h 2313350"/>
                <a:gd name="connsiteX5" fmla="*/ 398826 w 477152"/>
                <a:gd name="connsiteY5" fmla="*/ 2313350 h 2313350"/>
                <a:gd name="connsiteX6" fmla="*/ 85529 w 477152"/>
                <a:gd name="connsiteY6" fmla="*/ 2313350 h 2313350"/>
                <a:gd name="connsiteX7" fmla="*/ 7203 w 477152"/>
                <a:gd name="connsiteY7" fmla="*/ 2235024 h 2313350"/>
                <a:gd name="connsiteX8" fmla="*/ 7203 w 477152"/>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1 w 469948"/>
                <a:gd name="connsiteY0" fmla="*/ 174286 h 2285144"/>
                <a:gd name="connsiteX1" fmla="*/ 49782 w 469948"/>
                <a:gd name="connsiteY1" fmla="*/ 1 h 2285144"/>
                <a:gd name="connsiteX2" fmla="*/ 334387 w 469948"/>
                <a:gd name="connsiteY2" fmla="*/ 77186 h 2285144"/>
                <a:gd name="connsiteX3" fmla="*/ 469948 w 469948"/>
                <a:gd name="connsiteY3" fmla="*/ 174286 h 2285144"/>
                <a:gd name="connsiteX4" fmla="*/ 469948 w 469948"/>
                <a:gd name="connsiteY4" fmla="*/ 2206818 h 2285144"/>
                <a:gd name="connsiteX5" fmla="*/ 391622 w 469948"/>
                <a:gd name="connsiteY5" fmla="*/ 2285144 h 2285144"/>
                <a:gd name="connsiteX6" fmla="*/ 78325 w 469948"/>
                <a:gd name="connsiteY6" fmla="*/ 2285144 h 2285144"/>
                <a:gd name="connsiteX7" fmla="*/ -1 w 469948"/>
                <a:gd name="connsiteY7" fmla="*/ 2206818 h 2285144"/>
                <a:gd name="connsiteX8" fmla="*/ -1 w 469948"/>
                <a:gd name="connsiteY8" fmla="*/ 174286 h 2285144"/>
                <a:gd name="connsiteX0" fmla="*/ 0 w 469949"/>
                <a:gd name="connsiteY0" fmla="*/ 174285 h 2285143"/>
                <a:gd name="connsiteX1" fmla="*/ 49783 w 469949"/>
                <a:gd name="connsiteY1" fmla="*/ 0 h 2285143"/>
                <a:gd name="connsiteX2" fmla="*/ 334388 w 469949"/>
                <a:gd name="connsiteY2" fmla="*/ 77185 h 2285143"/>
                <a:gd name="connsiteX3" fmla="*/ 469949 w 469949"/>
                <a:gd name="connsiteY3" fmla="*/ 174285 h 2285143"/>
                <a:gd name="connsiteX4" fmla="*/ 469949 w 469949"/>
                <a:gd name="connsiteY4" fmla="*/ 2206817 h 2285143"/>
                <a:gd name="connsiteX5" fmla="*/ 391623 w 469949"/>
                <a:gd name="connsiteY5" fmla="*/ 2285143 h 2285143"/>
                <a:gd name="connsiteX6" fmla="*/ 78326 w 469949"/>
                <a:gd name="connsiteY6" fmla="*/ 2285143 h 2285143"/>
                <a:gd name="connsiteX7" fmla="*/ 0 w 469949"/>
                <a:gd name="connsiteY7" fmla="*/ 2206817 h 2285143"/>
                <a:gd name="connsiteX8" fmla="*/ 0 w 469949"/>
                <a:gd name="connsiteY8" fmla="*/ 174285 h 2285143"/>
                <a:gd name="connsiteX0" fmla="*/ 1054 w 471003"/>
                <a:gd name="connsiteY0" fmla="*/ 197892 h 2308750"/>
                <a:gd name="connsiteX1" fmla="*/ 34082 w 471003"/>
                <a:gd name="connsiteY1" fmla="*/ 0 h 2308750"/>
                <a:gd name="connsiteX2" fmla="*/ 335442 w 471003"/>
                <a:gd name="connsiteY2" fmla="*/ 100792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 name="connsiteX0" fmla="*/ 1054 w 471003"/>
                <a:gd name="connsiteY0" fmla="*/ 197892 h 2308750"/>
                <a:gd name="connsiteX1" fmla="*/ 34082 w 471003"/>
                <a:gd name="connsiteY1" fmla="*/ 0 h 2308750"/>
                <a:gd name="connsiteX2" fmla="*/ 334861 w 471003"/>
                <a:gd name="connsiteY2" fmla="*/ 89571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1003" h="2308750">
                  <a:moveTo>
                    <a:pt x="1054" y="197892"/>
                  </a:moveTo>
                  <a:cubicBezTo>
                    <a:pt x="1054" y="154634"/>
                    <a:pt x="-9176" y="0"/>
                    <a:pt x="34082" y="0"/>
                  </a:cubicBezTo>
                  <a:cubicBezTo>
                    <a:pt x="252569" y="55222"/>
                    <a:pt x="180322" y="46561"/>
                    <a:pt x="334861" y="89571"/>
                  </a:cubicBezTo>
                  <a:cubicBezTo>
                    <a:pt x="454403" y="123843"/>
                    <a:pt x="471003" y="154634"/>
                    <a:pt x="471003" y="197892"/>
                  </a:cubicBezTo>
                  <a:lnTo>
                    <a:pt x="471003" y="2230424"/>
                  </a:lnTo>
                  <a:cubicBezTo>
                    <a:pt x="471003" y="2273682"/>
                    <a:pt x="435935" y="2308750"/>
                    <a:pt x="392677" y="2308750"/>
                  </a:cubicBezTo>
                  <a:lnTo>
                    <a:pt x="79380" y="2308750"/>
                  </a:lnTo>
                  <a:cubicBezTo>
                    <a:pt x="36122" y="2308750"/>
                    <a:pt x="1054" y="2273682"/>
                    <a:pt x="1054" y="2230424"/>
                  </a:cubicBezTo>
                  <a:lnTo>
                    <a:pt x="1054" y="197892"/>
                  </a:lnTo>
                  <a:close/>
                </a:path>
              </a:pathLst>
            </a:cu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31" name="사각형: 둥근 모서리 30">
              <a:extLst>
                <a:ext uri="{FF2B5EF4-FFF2-40B4-BE49-F238E27FC236}">
                  <a16:creationId xmlns:a16="http://schemas.microsoft.com/office/drawing/2014/main" id="{552996F6-B24D-378B-A68E-04BDE56A165D}"/>
                </a:ext>
              </a:extLst>
            </p:cNvPr>
            <p:cNvSpPr/>
            <p:nvPr userDrawn="1"/>
          </p:nvSpPr>
          <p:spPr>
            <a:xfrm rot="4506704" flipH="1">
              <a:off x="6264119" y="360823"/>
              <a:ext cx="464231" cy="107393"/>
            </a:xfrm>
            <a:prstGeom prst="roundRect">
              <a:avLst>
                <a:gd name="adj" fmla="val 32586"/>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32" name="사각형: 둥근 모서리 31">
              <a:extLst>
                <a:ext uri="{FF2B5EF4-FFF2-40B4-BE49-F238E27FC236}">
                  <a16:creationId xmlns:a16="http://schemas.microsoft.com/office/drawing/2014/main" id="{C7522EE9-1A44-8DCD-2F6A-7CD0BF51F0FD}"/>
                </a:ext>
              </a:extLst>
            </p:cNvPr>
            <p:cNvSpPr/>
            <p:nvPr userDrawn="1"/>
          </p:nvSpPr>
          <p:spPr>
            <a:xfrm flipH="1">
              <a:off x="6394598" y="180267"/>
              <a:ext cx="351774" cy="60140"/>
            </a:xfrm>
            <a:prstGeom prst="roundRect">
              <a:avLst>
                <a:gd name="adj" fmla="val 32586"/>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grpSp>
    </p:spTree>
    <p:extLst>
      <p:ext uri="{BB962C8B-B14F-4D97-AF65-F5344CB8AC3E}">
        <p14:creationId xmlns:p14="http://schemas.microsoft.com/office/powerpoint/2010/main" val="169975981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마지막 슬라이드">
    <p:spTree>
      <p:nvGrpSpPr>
        <p:cNvPr id="1" name=""/>
        <p:cNvGrpSpPr/>
        <p:nvPr/>
      </p:nvGrpSpPr>
      <p:grpSpPr>
        <a:xfrm>
          <a:off x="0" y="0"/>
          <a:ext cx="0" cy="0"/>
          <a:chOff x="0" y="0"/>
          <a:chExt cx="0" cy="0"/>
        </a:xfrm>
      </p:grpSpPr>
      <p:sp>
        <p:nvSpPr>
          <p:cNvPr id="2" name="Title 1"/>
          <p:cNvSpPr>
            <a:spLocks noGrp="1"/>
          </p:cNvSpPr>
          <p:nvPr>
            <p:ph type="ctrTitle"/>
          </p:nvPr>
        </p:nvSpPr>
        <p:spPr>
          <a:xfrm>
            <a:off x="1524001" y="1122363"/>
            <a:ext cx="9144000" cy="2387600"/>
          </a:xfrm>
          <a:prstGeom prst="rect">
            <a:avLst/>
          </a:prstGeom>
        </p:spPr>
        <p:txBody>
          <a:bodyPr anchor="b"/>
          <a:lstStyle>
            <a:lvl1pPr algn="ctr">
              <a:defRPr sz="4800">
                <a:latin typeface="Trebuchet MS" panose="020B0703020202090204" pitchFamily="34" charset="0"/>
              </a:defRPr>
            </a:lvl1pPr>
          </a:lstStyle>
          <a:p>
            <a:r>
              <a:rPr lang="en-US" dirty="0"/>
              <a:t>Click to edit Master title style</a:t>
            </a:r>
          </a:p>
        </p:txBody>
      </p:sp>
      <p:grpSp>
        <p:nvGrpSpPr>
          <p:cNvPr id="32" name="그룹 31">
            <a:extLst>
              <a:ext uri="{FF2B5EF4-FFF2-40B4-BE49-F238E27FC236}">
                <a16:creationId xmlns:a16="http://schemas.microsoft.com/office/drawing/2014/main" id="{50790F64-4FE8-0A76-F8EF-FEA76BB718F4}"/>
              </a:ext>
            </a:extLst>
          </p:cNvPr>
          <p:cNvGrpSpPr/>
          <p:nvPr userDrawn="1"/>
        </p:nvGrpSpPr>
        <p:grpSpPr>
          <a:xfrm>
            <a:off x="9608429" y="6377262"/>
            <a:ext cx="2549704" cy="447351"/>
            <a:chOff x="2347257" y="6113745"/>
            <a:chExt cx="2549704" cy="447351"/>
          </a:xfrm>
        </p:grpSpPr>
        <p:pic>
          <p:nvPicPr>
            <p:cNvPr id="33" name="그림 32" descr="로고, 그래픽, 그래픽 디자인, 스크린샷이(가) 표시된 사진&#10;&#10;자동 생성된 설명">
              <a:extLst>
                <a:ext uri="{FF2B5EF4-FFF2-40B4-BE49-F238E27FC236}">
                  <a16:creationId xmlns:a16="http://schemas.microsoft.com/office/drawing/2014/main" id="{5F0107DC-1969-2332-9966-A8D4F0495726}"/>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347257" y="6113745"/>
              <a:ext cx="1016707" cy="447351"/>
            </a:xfrm>
            <a:prstGeom prst="rect">
              <a:avLst/>
            </a:prstGeom>
          </p:spPr>
        </p:pic>
        <p:sp>
          <p:nvSpPr>
            <p:cNvPr id="34" name="TextBox 33">
              <a:extLst>
                <a:ext uri="{FF2B5EF4-FFF2-40B4-BE49-F238E27FC236}">
                  <a16:creationId xmlns:a16="http://schemas.microsoft.com/office/drawing/2014/main" id="{21C8422F-847D-E2D6-6D3B-C424656E2C83}"/>
                </a:ext>
              </a:extLst>
            </p:cNvPr>
            <p:cNvSpPr txBox="1"/>
            <p:nvPr userDrawn="1"/>
          </p:nvSpPr>
          <p:spPr>
            <a:xfrm>
              <a:off x="3356155" y="6113745"/>
              <a:ext cx="1540806" cy="374526"/>
            </a:xfrm>
            <a:prstGeom prst="rect">
              <a:avLst/>
            </a:prstGeom>
            <a:noFill/>
          </p:spPr>
          <p:txBody>
            <a:bodyPr wrap="square" rtlCol="0" anchor="ctr">
              <a:spAutoFit/>
            </a:bodyPr>
            <a:lstStyle/>
            <a:p>
              <a:pPr algn="ctr">
                <a:lnSpc>
                  <a:spcPts val="1100"/>
                </a:lnSpc>
              </a:pPr>
              <a:r>
                <a:rPr lang="en-US" sz="1200" b="1" dirty="0">
                  <a:solidFill>
                    <a:srgbClr val="5A5B5E"/>
                  </a:solidFill>
                  <a:latin typeface="Trebuchet MS" panose="020B0703020202090204" pitchFamily="34" charset="0"/>
                  <a:ea typeface="Baskerville" panose="02020502070401020303" pitchFamily="18" charset="0"/>
                </a:rPr>
                <a:t>School of Software</a:t>
              </a:r>
            </a:p>
            <a:p>
              <a:pPr algn="ctr">
                <a:lnSpc>
                  <a:spcPts val="1100"/>
                </a:lnSpc>
              </a:pPr>
              <a:r>
                <a:rPr lang="en-US" sz="1200" b="1" dirty="0" err="1">
                  <a:solidFill>
                    <a:srgbClr val="1DA1C6"/>
                  </a:solidFill>
                  <a:latin typeface="Trebuchet MS" panose="020B0703020202090204" pitchFamily="34" charset="0"/>
                  <a:ea typeface="Baskerville" panose="02020502070401020303" pitchFamily="18" charset="0"/>
                </a:rPr>
                <a:t>Soongsil</a:t>
              </a:r>
              <a:r>
                <a:rPr lang="en-US" sz="1200" b="1" dirty="0">
                  <a:solidFill>
                    <a:srgbClr val="1DA1C6"/>
                  </a:solidFill>
                  <a:latin typeface="Trebuchet MS" panose="020B0703020202090204" pitchFamily="34" charset="0"/>
                  <a:ea typeface="Baskerville" panose="02020502070401020303" pitchFamily="18" charset="0"/>
                </a:rPr>
                <a:t> University</a:t>
              </a:r>
            </a:p>
          </p:txBody>
        </p:sp>
      </p:grpSp>
      <p:pic>
        <p:nvPicPr>
          <p:cNvPr id="35" name="그림 34">
            <a:extLst>
              <a:ext uri="{FF2B5EF4-FFF2-40B4-BE49-F238E27FC236}">
                <a16:creationId xmlns:a16="http://schemas.microsoft.com/office/drawing/2014/main" id="{4538A30A-D7A1-6521-A4C9-7B9DA3C4FFD7}"/>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0" y="5546080"/>
            <a:ext cx="1311920" cy="1311920"/>
          </a:xfrm>
          <a:prstGeom prst="rect">
            <a:avLst/>
          </a:prstGeom>
        </p:spPr>
      </p:pic>
      <p:sp>
        <p:nvSpPr>
          <p:cNvPr id="36" name="직사각형 35">
            <a:extLst>
              <a:ext uri="{FF2B5EF4-FFF2-40B4-BE49-F238E27FC236}">
                <a16:creationId xmlns:a16="http://schemas.microsoft.com/office/drawing/2014/main" id="{25080A8C-CABB-86CB-451E-4AA69A1125FB}"/>
              </a:ext>
            </a:extLst>
          </p:cNvPr>
          <p:cNvSpPr/>
          <p:nvPr userDrawn="1"/>
        </p:nvSpPr>
        <p:spPr>
          <a:xfrm>
            <a:off x="1197392" y="6516837"/>
            <a:ext cx="2395207" cy="307777"/>
          </a:xfrm>
          <a:prstGeom prst="rect">
            <a:avLst/>
          </a:prstGeom>
        </p:spPr>
        <p:txBody>
          <a:bodyPr wrap="none">
            <a:spAutoFit/>
          </a:bodyPr>
          <a:lstStyle/>
          <a:p>
            <a:r>
              <a:rPr lang="en-US" altLang="ko-KR" sz="1400" b="1" dirty="0">
                <a:latin typeface="Trebuchet MS" panose="020B0603020202020204" pitchFamily="34" charset="0"/>
              </a:rPr>
              <a:t>Lab: https://aica.ssu.ac.kr</a:t>
            </a:r>
            <a:endParaRPr lang="ko-KR" altLang="en-US" sz="1400" b="1" dirty="0">
              <a:latin typeface="Trebuchet MS" panose="020B0603020202020204" pitchFamily="34" charset="0"/>
            </a:endParaRPr>
          </a:p>
        </p:txBody>
      </p:sp>
      <p:sp>
        <p:nvSpPr>
          <p:cNvPr id="17" name="텍스트 개체 틀 16">
            <a:extLst>
              <a:ext uri="{FF2B5EF4-FFF2-40B4-BE49-F238E27FC236}">
                <a16:creationId xmlns:a16="http://schemas.microsoft.com/office/drawing/2014/main" id="{FB6F3407-DDCF-0C52-4C34-A45338DFBA8D}"/>
              </a:ext>
            </a:extLst>
          </p:cNvPr>
          <p:cNvSpPr>
            <a:spLocks noGrp="1"/>
          </p:cNvSpPr>
          <p:nvPr>
            <p:ph type="body" sz="quarter" idx="10" hasCustomPrompt="1"/>
          </p:nvPr>
        </p:nvSpPr>
        <p:spPr>
          <a:xfrm>
            <a:off x="1197392" y="6261269"/>
            <a:ext cx="3185923" cy="307777"/>
          </a:xfrm>
        </p:spPr>
        <p:txBody>
          <a:bodyPr>
            <a:normAutofit/>
          </a:bodyPr>
          <a:lstStyle>
            <a:lvl1pPr marL="0" indent="0">
              <a:buNone/>
              <a:defRPr sz="1400" b="1">
                <a:latin typeface="Trebuchet MS" panose="020B0603020202020204" pitchFamily="34" charset="0"/>
              </a:defRPr>
            </a:lvl1pPr>
            <a:lvl2pPr marL="457202" indent="0">
              <a:buNone/>
              <a:defRPr/>
            </a:lvl2pPr>
            <a:lvl3pPr marL="914404" indent="0">
              <a:buNone/>
              <a:defRPr/>
            </a:lvl3pPr>
            <a:lvl4pPr marL="1371605" indent="0">
              <a:buNone/>
              <a:defRPr/>
            </a:lvl4pPr>
            <a:lvl5pPr marL="1828807" indent="0">
              <a:buNone/>
              <a:defRPr/>
            </a:lvl5pPr>
          </a:lstStyle>
          <a:p>
            <a:pPr lvl="0"/>
            <a:r>
              <a:rPr lang="ko-KR" altLang="en-US" dirty="0"/>
              <a:t>본인 이메일 주소 </a:t>
            </a:r>
            <a:r>
              <a:rPr lang="en-US" altLang="ko-KR" dirty="0"/>
              <a:t>(E-mail: ~)</a:t>
            </a:r>
            <a:endParaRPr lang="ko-KR" altLang="en-US" dirty="0"/>
          </a:p>
        </p:txBody>
      </p:sp>
      <p:sp>
        <p:nvSpPr>
          <p:cNvPr id="19" name="부제목 2">
            <a:extLst>
              <a:ext uri="{FF2B5EF4-FFF2-40B4-BE49-F238E27FC236}">
                <a16:creationId xmlns:a16="http://schemas.microsoft.com/office/drawing/2014/main" id="{F294413C-AB4A-7E8A-9974-28FF957DA562}"/>
              </a:ext>
            </a:extLst>
          </p:cNvPr>
          <p:cNvSpPr txBox="1">
            <a:spLocks/>
          </p:cNvSpPr>
          <p:nvPr userDrawn="1"/>
        </p:nvSpPr>
        <p:spPr>
          <a:xfrm>
            <a:off x="3787205" y="5728639"/>
            <a:ext cx="4617590" cy="372676"/>
          </a:xfrm>
          <a:prstGeom prst="rect">
            <a:avLst/>
          </a:prstGeom>
        </p:spPr>
        <p:txBody>
          <a:bodyPr vert="horz" lIns="91440" tIns="45720" rIns="91440" bIns="45720" rtlCol="0">
            <a:noAutofit/>
          </a:bodyPr>
          <a:lstStyle>
            <a:lvl1pPr marL="0" indent="0" algn="ctr" defTabSz="914400" rtl="0" eaLnBrk="1" latinLnBrk="1" hangingPunct="1">
              <a:lnSpc>
                <a:spcPct val="90000"/>
              </a:lnSpc>
              <a:spcBef>
                <a:spcPts val="1000"/>
              </a:spcBef>
              <a:buFont typeface="Arial" panose="020B0604020202020204" pitchFamily="34" charset="0"/>
              <a:buNone/>
              <a:defRPr sz="2400" kern="1200">
                <a:solidFill>
                  <a:schemeClr val="tx1"/>
                </a:solidFill>
                <a:latin typeface="Trebuchet MS" panose="020B0703020202090204" pitchFamily="34" charset="0"/>
                <a:ea typeface="+mn-ea"/>
                <a:cs typeface="+mn-cs"/>
              </a:defRPr>
            </a:lvl1pPr>
            <a:lvl2pPr marL="457200" indent="0" algn="ctr" defTabSz="914400" rtl="0" eaLnBrk="1" latinLnBrk="1"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1"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altLang="ko-KR" sz="1400" b="1" dirty="0">
                <a:solidFill>
                  <a:schemeClr val="tx1">
                    <a:lumMod val="50000"/>
                    <a:lumOff val="50000"/>
                  </a:schemeClr>
                </a:solidFill>
                <a:latin typeface="Trebuchet MS" panose="020B0703020202090204" pitchFamily="34" charset="0"/>
                <a:ea typeface="Baskerville" panose="02020502070401020303" pitchFamily="18" charset="0"/>
              </a:rPr>
              <a:t>Advanced Intelligent Computing Architecture Lab.</a:t>
            </a:r>
            <a:endParaRPr lang="ko-KR" altLang="en-US" sz="1400" dirty="0">
              <a:solidFill>
                <a:schemeClr val="tx1">
                  <a:lumMod val="50000"/>
                  <a:lumOff val="50000"/>
                </a:schemeClr>
              </a:solidFill>
              <a:latin typeface="Trebuchet MS" panose="020B0603020202020204" pitchFamily="34" charset="0"/>
            </a:endParaRPr>
          </a:p>
        </p:txBody>
      </p:sp>
      <p:grpSp>
        <p:nvGrpSpPr>
          <p:cNvPr id="37" name="그룹 36">
            <a:extLst>
              <a:ext uri="{FF2B5EF4-FFF2-40B4-BE49-F238E27FC236}">
                <a16:creationId xmlns:a16="http://schemas.microsoft.com/office/drawing/2014/main" id="{63E9D89E-488B-7C80-8E05-D47E50776676}"/>
              </a:ext>
            </a:extLst>
          </p:cNvPr>
          <p:cNvGrpSpPr/>
          <p:nvPr userDrawn="1"/>
        </p:nvGrpSpPr>
        <p:grpSpPr>
          <a:xfrm>
            <a:off x="5196905" y="4977344"/>
            <a:ext cx="1798190" cy="646162"/>
            <a:chOff x="5976117" y="116467"/>
            <a:chExt cx="4341047" cy="1559914"/>
          </a:xfrm>
        </p:grpSpPr>
        <p:sp>
          <p:nvSpPr>
            <p:cNvPr id="38" name="사각형: 둥근 모서리 37">
              <a:extLst>
                <a:ext uri="{FF2B5EF4-FFF2-40B4-BE49-F238E27FC236}">
                  <a16:creationId xmlns:a16="http://schemas.microsoft.com/office/drawing/2014/main" id="{64ADCAA0-1610-1964-CF41-4AE81DD6BF1C}"/>
                </a:ext>
              </a:extLst>
            </p:cNvPr>
            <p:cNvSpPr/>
            <p:nvPr userDrawn="1"/>
          </p:nvSpPr>
          <p:spPr>
            <a:xfrm>
              <a:off x="7547660" y="613810"/>
              <a:ext cx="360000" cy="1046263"/>
            </a:xfrm>
            <a:prstGeom prst="roundRect">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39" name="사각형: 둥근 모서리 38">
              <a:extLst>
                <a:ext uri="{FF2B5EF4-FFF2-40B4-BE49-F238E27FC236}">
                  <a16:creationId xmlns:a16="http://schemas.microsoft.com/office/drawing/2014/main" id="{028F6839-7E1F-F31F-B8F7-895801E25D74}"/>
                </a:ext>
              </a:extLst>
            </p:cNvPr>
            <p:cNvSpPr/>
            <p:nvPr userDrawn="1"/>
          </p:nvSpPr>
          <p:spPr>
            <a:xfrm>
              <a:off x="6776499" y="1312781"/>
              <a:ext cx="1131162" cy="363600"/>
            </a:xfrm>
            <a:prstGeom prst="roundRect">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0" name="사각형: 둥근 모서리 34">
              <a:extLst>
                <a:ext uri="{FF2B5EF4-FFF2-40B4-BE49-F238E27FC236}">
                  <a16:creationId xmlns:a16="http://schemas.microsoft.com/office/drawing/2014/main" id="{BBD4F966-775A-284D-982D-F7F64523168D}"/>
                </a:ext>
              </a:extLst>
            </p:cNvPr>
            <p:cNvSpPr/>
            <p:nvPr userDrawn="1"/>
          </p:nvSpPr>
          <p:spPr>
            <a:xfrm rot="923841">
              <a:off x="6171723" y="144498"/>
              <a:ext cx="372850" cy="1492452"/>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0 w 470074"/>
                <a:gd name="connsiteY0" fmla="*/ 168229 h 2279087"/>
                <a:gd name="connsiteX1" fmla="*/ 78326 w 470074"/>
                <a:gd name="connsiteY1" fmla="*/ 89903 h 2279087"/>
                <a:gd name="connsiteX2" fmla="*/ 431082 w 470074"/>
                <a:gd name="connsiteY2" fmla="*/ 0 h 2279087"/>
                <a:gd name="connsiteX3" fmla="*/ 469949 w 470074"/>
                <a:gd name="connsiteY3" fmla="*/ 168229 h 2279087"/>
                <a:gd name="connsiteX4" fmla="*/ 469949 w 470074"/>
                <a:gd name="connsiteY4" fmla="*/ 2200761 h 2279087"/>
                <a:gd name="connsiteX5" fmla="*/ 391623 w 470074"/>
                <a:gd name="connsiteY5" fmla="*/ 2279087 h 2279087"/>
                <a:gd name="connsiteX6" fmla="*/ 78326 w 470074"/>
                <a:gd name="connsiteY6" fmla="*/ 2279087 h 2279087"/>
                <a:gd name="connsiteX7" fmla="*/ 0 w 470074"/>
                <a:gd name="connsiteY7" fmla="*/ 2200761 h 2279087"/>
                <a:gd name="connsiteX8" fmla="*/ 0 w 470074"/>
                <a:gd name="connsiteY8" fmla="*/ 168229 h 2279087"/>
                <a:gd name="connsiteX0" fmla="*/ 0 w 473939"/>
                <a:gd name="connsiteY0" fmla="*/ 152392 h 2263250"/>
                <a:gd name="connsiteX1" fmla="*/ 78326 w 473939"/>
                <a:gd name="connsiteY1" fmla="*/ 74066 h 2263250"/>
                <a:gd name="connsiteX2" fmla="*/ 445323 w 473939"/>
                <a:gd name="connsiteY2" fmla="*/ 0 h 2263250"/>
                <a:gd name="connsiteX3" fmla="*/ 469949 w 473939"/>
                <a:gd name="connsiteY3" fmla="*/ 152392 h 2263250"/>
                <a:gd name="connsiteX4" fmla="*/ 469949 w 473939"/>
                <a:gd name="connsiteY4" fmla="*/ 2184924 h 2263250"/>
                <a:gd name="connsiteX5" fmla="*/ 391623 w 473939"/>
                <a:gd name="connsiteY5" fmla="*/ 2263250 h 2263250"/>
                <a:gd name="connsiteX6" fmla="*/ 78326 w 473939"/>
                <a:gd name="connsiteY6" fmla="*/ 2263250 h 2263250"/>
                <a:gd name="connsiteX7" fmla="*/ 0 w 473939"/>
                <a:gd name="connsiteY7" fmla="*/ 2184924 h 2263250"/>
                <a:gd name="connsiteX8" fmla="*/ 0 w 473939"/>
                <a:gd name="connsiteY8" fmla="*/ 152392 h 2263250"/>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9858" h="2286042">
                  <a:moveTo>
                    <a:pt x="0" y="175184"/>
                  </a:moveTo>
                  <a:cubicBezTo>
                    <a:pt x="0" y="131926"/>
                    <a:pt x="35068" y="96858"/>
                    <a:pt x="78326" y="96858"/>
                  </a:cubicBezTo>
                  <a:cubicBezTo>
                    <a:pt x="394302" y="4021"/>
                    <a:pt x="351903" y="0"/>
                    <a:pt x="456335" y="0"/>
                  </a:cubicBezTo>
                  <a:cubicBezTo>
                    <a:pt x="499593" y="0"/>
                    <a:pt x="469949" y="131926"/>
                    <a:pt x="469949" y="175184"/>
                  </a:cubicBezTo>
                  <a:lnTo>
                    <a:pt x="469949" y="2207716"/>
                  </a:lnTo>
                  <a:cubicBezTo>
                    <a:pt x="469949" y="2250974"/>
                    <a:pt x="434881" y="2286042"/>
                    <a:pt x="391623" y="2286042"/>
                  </a:cubicBezTo>
                  <a:lnTo>
                    <a:pt x="78326" y="2286042"/>
                  </a:lnTo>
                  <a:cubicBezTo>
                    <a:pt x="35068" y="2286042"/>
                    <a:pt x="0" y="2250974"/>
                    <a:pt x="0" y="2207716"/>
                  </a:cubicBezTo>
                  <a:lnTo>
                    <a:pt x="0" y="175184"/>
                  </a:lnTo>
                  <a:close/>
                </a:path>
              </a:pathLst>
            </a:cu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1" name="사각형: 둥근 모서리 40">
              <a:extLst>
                <a:ext uri="{FF2B5EF4-FFF2-40B4-BE49-F238E27FC236}">
                  <a16:creationId xmlns:a16="http://schemas.microsoft.com/office/drawing/2014/main" id="{983DE28C-A4C4-604E-8D18-D46C51025028}"/>
                </a:ext>
              </a:extLst>
            </p:cNvPr>
            <p:cNvSpPr/>
            <p:nvPr userDrawn="1"/>
          </p:nvSpPr>
          <p:spPr>
            <a:xfrm>
              <a:off x="5976117" y="1562385"/>
              <a:ext cx="367024" cy="107393"/>
            </a:xfrm>
            <a:prstGeom prst="roundRect">
              <a:avLst>
                <a:gd name="adj" fmla="val 49751"/>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2" name="사각형: 둥근 모서리 41">
              <a:extLst>
                <a:ext uri="{FF2B5EF4-FFF2-40B4-BE49-F238E27FC236}">
                  <a16:creationId xmlns:a16="http://schemas.microsoft.com/office/drawing/2014/main" id="{8E9AABCB-5098-84DC-87E1-79825A6A9438}"/>
                </a:ext>
              </a:extLst>
            </p:cNvPr>
            <p:cNvSpPr/>
            <p:nvPr userDrawn="1"/>
          </p:nvSpPr>
          <p:spPr>
            <a:xfrm rot="17142116">
              <a:off x="5845212" y="1386473"/>
              <a:ext cx="447973" cy="107393"/>
            </a:xfrm>
            <a:prstGeom prst="roundRect">
              <a:avLst>
                <a:gd name="adj" fmla="val 49751"/>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3" name="사각형: 둥근 모서리 42">
              <a:extLst>
                <a:ext uri="{FF2B5EF4-FFF2-40B4-BE49-F238E27FC236}">
                  <a16:creationId xmlns:a16="http://schemas.microsoft.com/office/drawing/2014/main" id="{DEE37C14-9C69-3C23-0179-974AE185B185}"/>
                </a:ext>
              </a:extLst>
            </p:cNvPr>
            <p:cNvSpPr/>
            <p:nvPr userDrawn="1"/>
          </p:nvSpPr>
          <p:spPr>
            <a:xfrm>
              <a:off x="7547660" y="189796"/>
              <a:ext cx="360000" cy="355633"/>
            </a:xfrm>
            <a:prstGeom prst="roundRect">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4" name="사각형: 둥근 모서리 34">
              <a:extLst>
                <a:ext uri="{FF2B5EF4-FFF2-40B4-BE49-F238E27FC236}">
                  <a16:creationId xmlns:a16="http://schemas.microsoft.com/office/drawing/2014/main" id="{4C38D65E-4FEC-804E-42C0-EF22F51FF0D4}"/>
                </a:ext>
              </a:extLst>
            </p:cNvPr>
            <p:cNvSpPr/>
            <p:nvPr userDrawn="1"/>
          </p:nvSpPr>
          <p:spPr>
            <a:xfrm rot="923841">
              <a:off x="9359767" y="144498"/>
              <a:ext cx="372850" cy="1492452"/>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0 w 470074"/>
                <a:gd name="connsiteY0" fmla="*/ 168229 h 2279087"/>
                <a:gd name="connsiteX1" fmla="*/ 78326 w 470074"/>
                <a:gd name="connsiteY1" fmla="*/ 89903 h 2279087"/>
                <a:gd name="connsiteX2" fmla="*/ 431082 w 470074"/>
                <a:gd name="connsiteY2" fmla="*/ 0 h 2279087"/>
                <a:gd name="connsiteX3" fmla="*/ 469949 w 470074"/>
                <a:gd name="connsiteY3" fmla="*/ 168229 h 2279087"/>
                <a:gd name="connsiteX4" fmla="*/ 469949 w 470074"/>
                <a:gd name="connsiteY4" fmla="*/ 2200761 h 2279087"/>
                <a:gd name="connsiteX5" fmla="*/ 391623 w 470074"/>
                <a:gd name="connsiteY5" fmla="*/ 2279087 h 2279087"/>
                <a:gd name="connsiteX6" fmla="*/ 78326 w 470074"/>
                <a:gd name="connsiteY6" fmla="*/ 2279087 h 2279087"/>
                <a:gd name="connsiteX7" fmla="*/ 0 w 470074"/>
                <a:gd name="connsiteY7" fmla="*/ 2200761 h 2279087"/>
                <a:gd name="connsiteX8" fmla="*/ 0 w 470074"/>
                <a:gd name="connsiteY8" fmla="*/ 168229 h 2279087"/>
                <a:gd name="connsiteX0" fmla="*/ 0 w 473939"/>
                <a:gd name="connsiteY0" fmla="*/ 152392 h 2263250"/>
                <a:gd name="connsiteX1" fmla="*/ 78326 w 473939"/>
                <a:gd name="connsiteY1" fmla="*/ 74066 h 2263250"/>
                <a:gd name="connsiteX2" fmla="*/ 445323 w 473939"/>
                <a:gd name="connsiteY2" fmla="*/ 0 h 2263250"/>
                <a:gd name="connsiteX3" fmla="*/ 469949 w 473939"/>
                <a:gd name="connsiteY3" fmla="*/ 152392 h 2263250"/>
                <a:gd name="connsiteX4" fmla="*/ 469949 w 473939"/>
                <a:gd name="connsiteY4" fmla="*/ 2184924 h 2263250"/>
                <a:gd name="connsiteX5" fmla="*/ 391623 w 473939"/>
                <a:gd name="connsiteY5" fmla="*/ 2263250 h 2263250"/>
                <a:gd name="connsiteX6" fmla="*/ 78326 w 473939"/>
                <a:gd name="connsiteY6" fmla="*/ 2263250 h 2263250"/>
                <a:gd name="connsiteX7" fmla="*/ 0 w 473939"/>
                <a:gd name="connsiteY7" fmla="*/ 2184924 h 2263250"/>
                <a:gd name="connsiteX8" fmla="*/ 0 w 473939"/>
                <a:gd name="connsiteY8" fmla="*/ 152392 h 2263250"/>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9858" h="2286042">
                  <a:moveTo>
                    <a:pt x="0" y="175184"/>
                  </a:moveTo>
                  <a:cubicBezTo>
                    <a:pt x="0" y="131926"/>
                    <a:pt x="35068" y="96858"/>
                    <a:pt x="78326" y="96858"/>
                  </a:cubicBezTo>
                  <a:cubicBezTo>
                    <a:pt x="394302" y="4021"/>
                    <a:pt x="351903" y="0"/>
                    <a:pt x="456335" y="0"/>
                  </a:cubicBezTo>
                  <a:cubicBezTo>
                    <a:pt x="499593" y="0"/>
                    <a:pt x="469949" y="131926"/>
                    <a:pt x="469949" y="175184"/>
                  </a:cubicBezTo>
                  <a:lnTo>
                    <a:pt x="469949" y="2207716"/>
                  </a:lnTo>
                  <a:cubicBezTo>
                    <a:pt x="469949" y="2250974"/>
                    <a:pt x="434881" y="2286042"/>
                    <a:pt x="391623" y="2286042"/>
                  </a:cubicBezTo>
                  <a:lnTo>
                    <a:pt x="78326" y="2286042"/>
                  </a:lnTo>
                  <a:cubicBezTo>
                    <a:pt x="35068" y="2286042"/>
                    <a:pt x="0" y="2250974"/>
                    <a:pt x="0" y="2207716"/>
                  </a:cubicBezTo>
                  <a:lnTo>
                    <a:pt x="0" y="175184"/>
                  </a:lnTo>
                  <a:close/>
                </a:path>
              </a:pathLst>
            </a:cu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5" name="사각형: 둥근 모서리 44">
              <a:extLst>
                <a:ext uri="{FF2B5EF4-FFF2-40B4-BE49-F238E27FC236}">
                  <a16:creationId xmlns:a16="http://schemas.microsoft.com/office/drawing/2014/main" id="{7A23E54B-77C3-B58C-2FA5-9844FD869CAF}"/>
                </a:ext>
              </a:extLst>
            </p:cNvPr>
            <p:cNvSpPr/>
            <p:nvPr userDrawn="1"/>
          </p:nvSpPr>
          <p:spPr>
            <a:xfrm>
              <a:off x="9539301" y="186675"/>
              <a:ext cx="408152" cy="183858"/>
            </a:xfrm>
            <a:prstGeom prst="roundRect">
              <a:avLst>
                <a:gd name="adj" fmla="val 23143"/>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6" name="사각형: 둥근 모서리 45">
              <a:extLst>
                <a:ext uri="{FF2B5EF4-FFF2-40B4-BE49-F238E27FC236}">
                  <a16:creationId xmlns:a16="http://schemas.microsoft.com/office/drawing/2014/main" id="{32D96933-CDA3-3D64-DD04-22498904F2B0}"/>
                </a:ext>
              </a:extLst>
            </p:cNvPr>
            <p:cNvSpPr/>
            <p:nvPr userDrawn="1"/>
          </p:nvSpPr>
          <p:spPr>
            <a:xfrm flipH="1">
              <a:off x="9958325" y="1568154"/>
              <a:ext cx="358839" cy="107393"/>
            </a:xfrm>
            <a:prstGeom prst="roundRect">
              <a:avLst>
                <a:gd name="adj" fmla="val 43099"/>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7" name="사각형: 둥근 모서리 46">
              <a:extLst>
                <a:ext uri="{FF2B5EF4-FFF2-40B4-BE49-F238E27FC236}">
                  <a16:creationId xmlns:a16="http://schemas.microsoft.com/office/drawing/2014/main" id="{445C1F95-147E-F882-600A-F515FF5730DA}"/>
                </a:ext>
              </a:extLst>
            </p:cNvPr>
            <p:cNvSpPr/>
            <p:nvPr userDrawn="1"/>
          </p:nvSpPr>
          <p:spPr>
            <a:xfrm rot="4506704" flipH="1">
              <a:off x="9985282" y="1378492"/>
              <a:ext cx="464231" cy="107393"/>
            </a:xfrm>
            <a:prstGeom prst="roundRect">
              <a:avLst>
                <a:gd name="adj" fmla="val 50000"/>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8" name="사각형: 둥근 모서리 47">
              <a:extLst>
                <a:ext uri="{FF2B5EF4-FFF2-40B4-BE49-F238E27FC236}">
                  <a16:creationId xmlns:a16="http://schemas.microsoft.com/office/drawing/2014/main" id="{B524C14F-86B3-5F43-5AA4-229B555CD71D}"/>
                </a:ext>
              </a:extLst>
            </p:cNvPr>
            <p:cNvSpPr/>
            <p:nvPr userDrawn="1"/>
          </p:nvSpPr>
          <p:spPr>
            <a:xfrm rot="17142116">
              <a:off x="9285907" y="1386473"/>
              <a:ext cx="447973" cy="107393"/>
            </a:xfrm>
            <a:prstGeom prst="roundRect">
              <a:avLst>
                <a:gd name="adj" fmla="val 49751"/>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9" name="사각형: 둥근 모서리 48">
              <a:extLst>
                <a:ext uri="{FF2B5EF4-FFF2-40B4-BE49-F238E27FC236}">
                  <a16:creationId xmlns:a16="http://schemas.microsoft.com/office/drawing/2014/main" id="{93A75C5C-D184-FB1E-4D30-8E0C46ECE9F3}"/>
                </a:ext>
              </a:extLst>
            </p:cNvPr>
            <p:cNvSpPr/>
            <p:nvPr userDrawn="1"/>
          </p:nvSpPr>
          <p:spPr>
            <a:xfrm>
              <a:off x="8225540" y="182176"/>
              <a:ext cx="976417" cy="355633"/>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0" name="사각형: 둥근 모서리 49">
              <a:extLst>
                <a:ext uri="{FF2B5EF4-FFF2-40B4-BE49-F238E27FC236}">
                  <a16:creationId xmlns:a16="http://schemas.microsoft.com/office/drawing/2014/main" id="{70B536F9-A737-7889-1CA1-D9A1DF5D1FEE}"/>
                </a:ext>
              </a:extLst>
            </p:cNvPr>
            <p:cNvSpPr/>
            <p:nvPr userDrawn="1"/>
          </p:nvSpPr>
          <p:spPr>
            <a:xfrm>
              <a:off x="8225541" y="1310440"/>
              <a:ext cx="1287590" cy="355633"/>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1" name="사각형: 둥근 모서리 50">
              <a:extLst>
                <a:ext uri="{FF2B5EF4-FFF2-40B4-BE49-F238E27FC236}">
                  <a16:creationId xmlns:a16="http://schemas.microsoft.com/office/drawing/2014/main" id="{00B8EB24-2E34-6FC4-3C61-ECC562D3F574}"/>
                </a:ext>
              </a:extLst>
            </p:cNvPr>
            <p:cNvSpPr/>
            <p:nvPr userDrawn="1"/>
          </p:nvSpPr>
          <p:spPr>
            <a:xfrm>
              <a:off x="8210345" y="186675"/>
              <a:ext cx="360000" cy="1473398"/>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2" name="사각형: 둥근 모서리 48">
              <a:extLst>
                <a:ext uri="{FF2B5EF4-FFF2-40B4-BE49-F238E27FC236}">
                  <a16:creationId xmlns:a16="http://schemas.microsoft.com/office/drawing/2014/main" id="{C19CBDAA-F316-CB8C-1303-809695D44691}"/>
                </a:ext>
              </a:extLst>
            </p:cNvPr>
            <p:cNvSpPr/>
            <p:nvPr userDrawn="1"/>
          </p:nvSpPr>
          <p:spPr>
            <a:xfrm rot="20700000">
              <a:off x="9757285" y="116467"/>
              <a:ext cx="365971" cy="1546595"/>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7203 w 477152"/>
                <a:gd name="connsiteY0" fmla="*/ 202492 h 2313350"/>
                <a:gd name="connsiteX1" fmla="*/ 25429 w 477152"/>
                <a:gd name="connsiteY1" fmla="*/ 0 h 2313350"/>
                <a:gd name="connsiteX2" fmla="*/ 337626 w 477152"/>
                <a:gd name="connsiteY2" fmla="*/ 122559 h 2313350"/>
                <a:gd name="connsiteX3" fmla="*/ 477152 w 477152"/>
                <a:gd name="connsiteY3" fmla="*/ 202492 h 2313350"/>
                <a:gd name="connsiteX4" fmla="*/ 477152 w 477152"/>
                <a:gd name="connsiteY4" fmla="*/ 2235024 h 2313350"/>
                <a:gd name="connsiteX5" fmla="*/ 398826 w 477152"/>
                <a:gd name="connsiteY5" fmla="*/ 2313350 h 2313350"/>
                <a:gd name="connsiteX6" fmla="*/ 85529 w 477152"/>
                <a:gd name="connsiteY6" fmla="*/ 2313350 h 2313350"/>
                <a:gd name="connsiteX7" fmla="*/ 7203 w 477152"/>
                <a:gd name="connsiteY7" fmla="*/ 2235024 h 2313350"/>
                <a:gd name="connsiteX8" fmla="*/ 7203 w 477152"/>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1 w 469948"/>
                <a:gd name="connsiteY0" fmla="*/ 174286 h 2285144"/>
                <a:gd name="connsiteX1" fmla="*/ 49782 w 469948"/>
                <a:gd name="connsiteY1" fmla="*/ 1 h 2285144"/>
                <a:gd name="connsiteX2" fmla="*/ 334387 w 469948"/>
                <a:gd name="connsiteY2" fmla="*/ 77186 h 2285144"/>
                <a:gd name="connsiteX3" fmla="*/ 469948 w 469948"/>
                <a:gd name="connsiteY3" fmla="*/ 174286 h 2285144"/>
                <a:gd name="connsiteX4" fmla="*/ 469948 w 469948"/>
                <a:gd name="connsiteY4" fmla="*/ 2206818 h 2285144"/>
                <a:gd name="connsiteX5" fmla="*/ 391622 w 469948"/>
                <a:gd name="connsiteY5" fmla="*/ 2285144 h 2285144"/>
                <a:gd name="connsiteX6" fmla="*/ 78325 w 469948"/>
                <a:gd name="connsiteY6" fmla="*/ 2285144 h 2285144"/>
                <a:gd name="connsiteX7" fmla="*/ -1 w 469948"/>
                <a:gd name="connsiteY7" fmla="*/ 2206818 h 2285144"/>
                <a:gd name="connsiteX8" fmla="*/ -1 w 469948"/>
                <a:gd name="connsiteY8" fmla="*/ 174286 h 2285144"/>
                <a:gd name="connsiteX0" fmla="*/ 0 w 469949"/>
                <a:gd name="connsiteY0" fmla="*/ 174285 h 2285143"/>
                <a:gd name="connsiteX1" fmla="*/ 49783 w 469949"/>
                <a:gd name="connsiteY1" fmla="*/ 0 h 2285143"/>
                <a:gd name="connsiteX2" fmla="*/ 334388 w 469949"/>
                <a:gd name="connsiteY2" fmla="*/ 77185 h 2285143"/>
                <a:gd name="connsiteX3" fmla="*/ 469949 w 469949"/>
                <a:gd name="connsiteY3" fmla="*/ 174285 h 2285143"/>
                <a:gd name="connsiteX4" fmla="*/ 469949 w 469949"/>
                <a:gd name="connsiteY4" fmla="*/ 2206817 h 2285143"/>
                <a:gd name="connsiteX5" fmla="*/ 391623 w 469949"/>
                <a:gd name="connsiteY5" fmla="*/ 2285143 h 2285143"/>
                <a:gd name="connsiteX6" fmla="*/ 78326 w 469949"/>
                <a:gd name="connsiteY6" fmla="*/ 2285143 h 2285143"/>
                <a:gd name="connsiteX7" fmla="*/ 0 w 469949"/>
                <a:gd name="connsiteY7" fmla="*/ 2206817 h 2285143"/>
                <a:gd name="connsiteX8" fmla="*/ 0 w 469949"/>
                <a:gd name="connsiteY8" fmla="*/ 174285 h 2285143"/>
                <a:gd name="connsiteX0" fmla="*/ 1054 w 471003"/>
                <a:gd name="connsiteY0" fmla="*/ 197892 h 2308750"/>
                <a:gd name="connsiteX1" fmla="*/ 34082 w 471003"/>
                <a:gd name="connsiteY1" fmla="*/ 0 h 2308750"/>
                <a:gd name="connsiteX2" fmla="*/ 335442 w 471003"/>
                <a:gd name="connsiteY2" fmla="*/ 100792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 name="connsiteX0" fmla="*/ 1054 w 471003"/>
                <a:gd name="connsiteY0" fmla="*/ 197892 h 2308750"/>
                <a:gd name="connsiteX1" fmla="*/ 34082 w 471003"/>
                <a:gd name="connsiteY1" fmla="*/ 0 h 2308750"/>
                <a:gd name="connsiteX2" fmla="*/ 334861 w 471003"/>
                <a:gd name="connsiteY2" fmla="*/ 89571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1003" h="2308750">
                  <a:moveTo>
                    <a:pt x="1054" y="197892"/>
                  </a:moveTo>
                  <a:cubicBezTo>
                    <a:pt x="1054" y="154634"/>
                    <a:pt x="-9176" y="0"/>
                    <a:pt x="34082" y="0"/>
                  </a:cubicBezTo>
                  <a:cubicBezTo>
                    <a:pt x="252569" y="55222"/>
                    <a:pt x="180322" y="46561"/>
                    <a:pt x="334861" y="89571"/>
                  </a:cubicBezTo>
                  <a:cubicBezTo>
                    <a:pt x="454403" y="123843"/>
                    <a:pt x="471003" y="154634"/>
                    <a:pt x="471003" y="197892"/>
                  </a:cubicBezTo>
                  <a:lnTo>
                    <a:pt x="471003" y="2230424"/>
                  </a:lnTo>
                  <a:cubicBezTo>
                    <a:pt x="471003" y="2273682"/>
                    <a:pt x="435935" y="2308750"/>
                    <a:pt x="392677" y="2308750"/>
                  </a:cubicBezTo>
                  <a:lnTo>
                    <a:pt x="79380" y="2308750"/>
                  </a:lnTo>
                  <a:cubicBezTo>
                    <a:pt x="36122" y="2308750"/>
                    <a:pt x="1054" y="2273682"/>
                    <a:pt x="1054" y="2230424"/>
                  </a:cubicBezTo>
                  <a:lnTo>
                    <a:pt x="1054" y="197892"/>
                  </a:lnTo>
                  <a:close/>
                </a:path>
              </a:pathLst>
            </a:cu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3" name="사각형: 둥근 모서리 52">
              <a:extLst>
                <a:ext uri="{FF2B5EF4-FFF2-40B4-BE49-F238E27FC236}">
                  <a16:creationId xmlns:a16="http://schemas.microsoft.com/office/drawing/2014/main" id="{3982DA01-DAB2-66E5-E365-CFF5181A0C9C}"/>
                </a:ext>
              </a:extLst>
            </p:cNvPr>
            <p:cNvSpPr/>
            <p:nvPr userDrawn="1"/>
          </p:nvSpPr>
          <p:spPr>
            <a:xfrm rot="4506704" flipH="1">
              <a:off x="9456291" y="360823"/>
              <a:ext cx="464231" cy="107393"/>
            </a:xfrm>
            <a:prstGeom prst="roundRect">
              <a:avLst>
                <a:gd name="adj" fmla="val 32586"/>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4" name="사각형: 둥근 모서리 53">
              <a:extLst>
                <a:ext uri="{FF2B5EF4-FFF2-40B4-BE49-F238E27FC236}">
                  <a16:creationId xmlns:a16="http://schemas.microsoft.com/office/drawing/2014/main" id="{800FCEC9-FF7B-4B9B-DAC4-B3D9BC28F820}"/>
                </a:ext>
              </a:extLst>
            </p:cNvPr>
            <p:cNvSpPr/>
            <p:nvPr userDrawn="1"/>
          </p:nvSpPr>
          <p:spPr>
            <a:xfrm flipH="1">
              <a:off x="9586770" y="180267"/>
              <a:ext cx="351774" cy="60140"/>
            </a:xfrm>
            <a:prstGeom prst="roundRect">
              <a:avLst>
                <a:gd name="adj" fmla="val 32586"/>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5" name="사각형: 둥근 모서리 54">
              <a:extLst>
                <a:ext uri="{FF2B5EF4-FFF2-40B4-BE49-F238E27FC236}">
                  <a16:creationId xmlns:a16="http://schemas.microsoft.com/office/drawing/2014/main" id="{FE59132D-E0F7-5227-671D-15B4032C34B0}"/>
                </a:ext>
              </a:extLst>
            </p:cNvPr>
            <p:cNvSpPr/>
            <p:nvPr userDrawn="1"/>
          </p:nvSpPr>
          <p:spPr>
            <a:xfrm>
              <a:off x="6347129" y="186675"/>
              <a:ext cx="408152" cy="183858"/>
            </a:xfrm>
            <a:prstGeom prst="roundRect">
              <a:avLst>
                <a:gd name="adj" fmla="val 23143"/>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6" name="사각형: 둥근 모서리 55">
              <a:extLst>
                <a:ext uri="{FF2B5EF4-FFF2-40B4-BE49-F238E27FC236}">
                  <a16:creationId xmlns:a16="http://schemas.microsoft.com/office/drawing/2014/main" id="{20FCFC37-75D1-A1F5-B779-980816D9566F}"/>
                </a:ext>
              </a:extLst>
            </p:cNvPr>
            <p:cNvSpPr/>
            <p:nvPr userDrawn="1"/>
          </p:nvSpPr>
          <p:spPr>
            <a:xfrm flipH="1">
              <a:off x="6766153" y="1568154"/>
              <a:ext cx="358839" cy="107393"/>
            </a:xfrm>
            <a:prstGeom prst="roundRect">
              <a:avLst>
                <a:gd name="adj" fmla="val 43099"/>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7" name="사각형: 둥근 모서리 56">
              <a:extLst>
                <a:ext uri="{FF2B5EF4-FFF2-40B4-BE49-F238E27FC236}">
                  <a16:creationId xmlns:a16="http://schemas.microsoft.com/office/drawing/2014/main" id="{4A451D5E-D275-D412-8599-7730D9FAE251}"/>
                </a:ext>
              </a:extLst>
            </p:cNvPr>
            <p:cNvSpPr/>
            <p:nvPr userDrawn="1"/>
          </p:nvSpPr>
          <p:spPr>
            <a:xfrm rot="4506704" flipH="1">
              <a:off x="6793110" y="1378492"/>
              <a:ext cx="464231" cy="107393"/>
            </a:xfrm>
            <a:prstGeom prst="roundRect">
              <a:avLst>
                <a:gd name="adj" fmla="val 50000"/>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8" name="사각형: 둥근 모서리 48">
              <a:extLst>
                <a:ext uri="{FF2B5EF4-FFF2-40B4-BE49-F238E27FC236}">
                  <a16:creationId xmlns:a16="http://schemas.microsoft.com/office/drawing/2014/main" id="{9DD62034-9CD4-BE1D-203C-464F0185C4C9}"/>
                </a:ext>
              </a:extLst>
            </p:cNvPr>
            <p:cNvSpPr/>
            <p:nvPr userDrawn="1"/>
          </p:nvSpPr>
          <p:spPr>
            <a:xfrm rot="20700000">
              <a:off x="6565113" y="116467"/>
              <a:ext cx="365971" cy="1546595"/>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7203 w 477152"/>
                <a:gd name="connsiteY0" fmla="*/ 202492 h 2313350"/>
                <a:gd name="connsiteX1" fmla="*/ 25429 w 477152"/>
                <a:gd name="connsiteY1" fmla="*/ 0 h 2313350"/>
                <a:gd name="connsiteX2" fmla="*/ 337626 w 477152"/>
                <a:gd name="connsiteY2" fmla="*/ 122559 h 2313350"/>
                <a:gd name="connsiteX3" fmla="*/ 477152 w 477152"/>
                <a:gd name="connsiteY3" fmla="*/ 202492 h 2313350"/>
                <a:gd name="connsiteX4" fmla="*/ 477152 w 477152"/>
                <a:gd name="connsiteY4" fmla="*/ 2235024 h 2313350"/>
                <a:gd name="connsiteX5" fmla="*/ 398826 w 477152"/>
                <a:gd name="connsiteY5" fmla="*/ 2313350 h 2313350"/>
                <a:gd name="connsiteX6" fmla="*/ 85529 w 477152"/>
                <a:gd name="connsiteY6" fmla="*/ 2313350 h 2313350"/>
                <a:gd name="connsiteX7" fmla="*/ 7203 w 477152"/>
                <a:gd name="connsiteY7" fmla="*/ 2235024 h 2313350"/>
                <a:gd name="connsiteX8" fmla="*/ 7203 w 477152"/>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1 w 469948"/>
                <a:gd name="connsiteY0" fmla="*/ 174286 h 2285144"/>
                <a:gd name="connsiteX1" fmla="*/ 49782 w 469948"/>
                <a:gd name="connsiteY1" fmla="*/ 1 h 2285144"/>
                <a:gd name="connsiteX2" fmla="*/ 334387 w 469948"/>
                <a:gd name="connsiteY2" fmla="*/ 77186 h 2285144"/>
                <a:gd name="connsiteX3" fmla="*/ 469948 w 469948"/>
                <a:gd name="connsiteY3" fmla="*/ 174286 h 2285144"/>
                <a:gd name="connsiteX4" fmla="*/ 469948 w 469948"/>
                <a:gd name="connsiteY4" fmla="*/ 2206818 h 2285144"/>
                <a:gd name="connsiteX5" fmla="*/ 391622 w 469948"/>
                <a:gd name="connsiteY5" fmla="*/ 2285144 h 2285144"/>
                <a:gd name="connsiteX6" fmla="*/ 78325 w 469948"/>
                <a:gd name="connsiteY6" fmla="*/ 2285144 h 2285144"/>
                <a:gd name="connsiteX7" fmla="*/ -1 w 469948"/>
                <a:gd name="connsiteY7" fmla="*/ 2206818 h 2285144"/>
                <a:gd name="connsiteX8" fmla="*/ -1 w 469948"/>
                <a:gd name="connsiteY8" fmla="*/ 174286 h 2285144"/>
                <a:gd name="connsiteX0" fmla="*/ 0 w 469949"/>
                <a:gd name="connsiteY0" fmla="*/ 174285 h 2285143"/>
                <a:gd name="connsiteX1" fmla="*/ 49783 w 469949"/>
                <a:gd name="connsiteY1" fmla="*/ 0 h 2285143"/>
                <a:gd name="connsiteX2" fmla="*/ 334388 w 469949"/>
                <a:gd name="connsiteY2" fmla="*/ 77185 h 2285143"/>
                <a:gd name="connsiteX3" fmla="*/ 469949 w 469949"/>
                <a:gd name="connsiteY3" fmla="*/ 174285 h 2285143"/>
                <a:gd name="connsiteX4" fmla="*/ 469949 w 469949"/>
                <a:gd name="connsiteY4" fmla="*/ 2206817 h 2285143"/>
                <a:gd name="connsiteX5" fmla="*/ 391623 w 469949"/>
                <a:gd name="connsiteY5" fmla="*/ 2285143 h 2285143"/>
                <a:gd name="connsiteX6" fmla="*/ 78326 w 469949"/>
                <a:gd name="connsiteY6" fmla="*/ 2285143 h 2285143"/>
                <a:gd name="connsiteX7" fmla="*/ 0 w 469949"/>
                <a:gd name="connsiteY7" fmla="*/ 2206817 h 2285143"/>
                <a:gd name="connsiteX8" fmla="*/ 0 w 469949"/>
                <a:gd name="connsiteY8" fmla="*/ 174285 h 2285143"/>
                <a:gd name="connsiteX0" fmla="*/ 1054 w 471003"/>
                <a:gd name="connsiteY0" fmla="*/ 197892 h 2308750"/>
                <a:gd name="connsiteX1" fmla="*/ 34082 w 471003"/>
                <a:gd name="connsiteY1" fmla="*/ 0 h 2308750"/>
                <a:gd name="connsiteX2" fmla="*/ 335442 w 471003"/>
                <a:gd name="connsiteY2" fmla="*/ 100792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 name="connsiteX0" fmla="*/ 1054 w 471003"/>
                <a:gd name="connsiteY0" fmla="*/ 197892 h 2308750"/>
                <a:gd name="connsiteX1" fmla="*/ 34082 w 471003"/>
                <a:gd name="connsiteY1" fmla="*/ 0 h 2308750"/>
                <a:gd name="connsiteX2" fmla="*/ 334861 w 471003"/>
                <a:gd name="connsiteY2" fmla="*/ 89571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1003" h="2308750">
                  <a:moveTo>
                    <a:pt x="1054" y="197892"/>
                  </a:moveTo>
                  <a:cubicBezTo>
                    <a:pt x="1054" y="154634"/>
                    <a:pt x="-9176" y="0"/>
                    <a:pt x="34082" y="0"/>
                  </a:cubicBezTo>
                  <a:cubicBezTo>
                    <a:pt x="252569" y="55222"/>
                    <a:pt x="180322" y="46561"/>
                    <a:pt x="334861" y="89571"/>
                  </a:cubicBezTo>
                  <a:cubicBezTo>
                    <a:pt x="454403" y="123843"/>
                    <a:pt x="471003" y="154634"/>
                    <a:pt x="471003" y="197892"/>
                  </a:cubicBezTo>
                  <a:lnTo>
                    <a:pt x="471003" y="2230424"/>
                  </a:lnTo>
                  <a:cubicBezTo>
                    <a:pt x="471003" y="2273682"/>
                    <a:pt x="435935" y="2308750"/>
                    <a:pt x="392677" y="2308750"/>
                  </a:cubicBezTo>
                  <a:lnTo>
                    <a:pt x="79380" y="2308750"/>
                  </a:lnTo>
                  <a:cubicBezTo>
                    <a:pt x="36122" y="2308750"/>
                    <a:pt x="1054" y="2273682"/>
                    <a:pt x="1054" y="2230424"/>
                  </a:cubicBezTo>
                  <a:lnTo>
                    <a:pt x="1054" y="197892"/>
                  </a:lnTo>
                  <a:close/>
                </a:path>
              </a:pathLst>
            </a:cu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9" name="사각형: 둥근 모서리 58">
              <a:extLst>
                <a:ext uri="{FF2B5EF4-FFF2-40B4-BE49-F238E27FC236}">
                  <a16:creationId xmlns:a16="http://schemas.microsoft.com/office/drawing/2014/main" id="{9FCA9E36-697C-D30C-2533-FD6768039D7C}"/>
                </a:ext>
              </a:extLst>
            </p:cNvPr>
            <p:cNvSpPr/>
            <p:nvPr userDrawn="1"/>
          </p:nvSpPr>
          <p:spPr>
            <a:xfrm rot="4506704" flipH="1">
              <a:off x="6264119" y="360823"/>
              <a:ext cx="464231" cy="107393"/>
            </a:xfrm>
            <a:prstGeom prst="roundRect">
              <a:avLst>
                <a:gd name="adj" fmla="val 32586"/>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60" name="사각형: 둥근 모서리 59">
              <a:extLst>
                <a:ext uri="{FF2B5EF4-FFF2-40B4-BE49-F238E27FC236}">
                  <a16:creationId xmlns:a16="http://schemas.microsoft.com/office/drawing/2014/main" id="{6E7E9F02-56F7-2C10-9878-B607F9E9684E}"/>
                </a:ext>
              </a:extLst>
            </p:cNvPr>
            <p:cNvSpPr/>
            <p:nvPr userDrawn="1"/>
          </p:nvSpPr>
          <p:spPr>
            <a:xfrm flipH="1">
              <a:off x="6394598" y="180267"/>
              <a:ext cx="351774" cy="60140"/>
            </a:xfrm>
            <a:prstGeom prst="roundRect">
              <a:avLst>
                <a:gd name="adj" fmla="val 32586"/>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grpSp>
    </p:spTree>
    <p:extLst>
      <p:ext uri="{BB962C8B-B14F-4D97-AF65-F5344CB8AC3E}">
        <p14:creationId xmlns:p14="http://schemas.microsoft.com/office/powerpoint/2010/main" val="112868202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slideLayout" Target="../slideLayouts/slideLayout15.xml"/><Relationship Id="rId3" Type="http://schemas.openxmlformats.org/officeDocument/2006/relationships/slideLayout" Target="../slideLayouts/slideLayout16.xml"/><Relationship Id="rId4" Type="http://schemas.openxmlformats.org/officeDocument/2006/relationships/slideLayout" Target="../slideLayouts/slideLayout17.xml"/><Relationship Id="rId5"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제목 개체 틀 1">
            <a:extLst>
              <a:ext uri="{FF2B5EF4-FFF2-40B4-BE49-F238E27FC236}">
                <a16:creationId xmlns:a16="http://schemas.microsoft.com/office/drawing/2014/main" id="{1736D39C-E17C-A364-3719-16AC7911DC67}"/>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ko-KR" altLang="en-US"/>
              <a:t>마스터 제목 스타일 편집</a:t>
            </a:r>
          </a:p>
        </p:txBody>
      </p:sp>
      <p:sp>
        <p:nvSpPr>
          <p:cNvPr id="3" name="텍스트 개체 틀 2">
            <a:extLst>
              <a:ext uri="{FF2B5EF4-FFF2-40B4-BE49-F238E27FC236}">
                <a16:creationId xmlns:a16="http://schemas.microsoft.com/office/drawing/2014/main" id="{FEE6840F-8B5F-3FBD-6419-8AFE6AC60031}"/>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A70AEC86-6903-7FA5-5907-91F1DC80DFE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r>
              <a:rPr lang="en-US" altLang="ko-KR"/>
              <a:t>2026-07-31</a:t>
            </a:r>
            <a:endParaRPr lang="ko-KR" altLang="en-US"/>
          </a:p>
        </p:txBody>
      </p:sp>
      <p:sp>
        <p:nvSpPr>
          <p:cNvPr id="5" name="바닥글 개체 틀 4">
            <a:extLst>
              <a:ext uri="{FF2B5EF4-FFF2-40B4-BE49-F238E27FC236}">
                <a16:creationId xmlns:a16="http://schemas.microsoft.com/office/drawing/2014/main" id="{620C5AA7-AF4B-27BC-291C-EB359758B7B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ko-KR" altLang="en-US"/>
          </a:p>
        </p:txBody>
      </p:sp>
      <p:sp>
        <p:nvSpPr>
          <p:cNvPr id="6" name="슬라이드 번호 개체 틀 5">
            <a:extLst>
              <a:ext uri="{FF2B5EF4-FFF2-40B4-BE49-F238E27FC236}">
                <a16:creationId xmlns:a16="http://schemas.microsoft.com/office/drawing/2014/main" id="{0BDF7195-719B-0ADE-61C3-943AD62275B6}"/>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EB7ADC79-C875-44C7-B2EB-DB4716D8F1DE}" type="slidenum">
              <a:rPr lang="ko-KR" altLang="en-US" smtClean="0"/>
              <a:t>‹#›</a:t>
            </a:fld>
            <a:endParaRPr lang="ko-KR" altLang="en-US"/>
          </a:p>
        </p:txBody>
      </p:sp>
    </p:spTree>
    <p:extLst>
      <p:ext uri="{BB962C8B-B14F-4D97-AF65-F5344CB8AC3E}">
        <p14:creationId xmlns:p14="http://schemas.microsoft.com/office/powerpoint/2010/main" val="79803301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hf hdr="0" ftr="0"/>
  <p:txStyles>
    <p:titleStyle>
      <a:lvl1pPr algn="l" defTabSz="914400" rtl="0" eaLnBrk="1" latinLnBrk="1"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1"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1"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1"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제목 개체 틀 1">
            <a:extLst>
              <a:ext uri="{FF2B5EF4-FFF2-40B4-BE49-F238E27FC236}">
                <a16:creationId xmlns:a16="http://schemas.microsoft.com/office/drawing/2014/main" id="{F5E567E6-AE26-4E8E-B312-C95BB81BBEF2}"/>
              </a:ext>
            </a:extLst>
          </p:cNvPr>
          <p:cNvSpPr>
            <a:spLocks noGrp="1"/>
          </p:cNvSpPr>
          <p:nvPr>
            <p:ph type="title"/>
          </p:nvPr>
        </p:nvSpPr>
        <p:spPr>
          <a:xfrm>
            <a:off x="838200" y="365127"/>
            <a:ext cx="10515600" cy="1325563"/>
          </a:xfrm>
          <a:prstGeom prst="rect">
            <a:avLst/>
          </a:prstGeom>
        </p:spPr>
        <p:txBody>
          <a:bodyPr vert="horz" lIns="91440" tIns="45720" rIns="91440" bIns="45720" rtlCol="0" anchor="ctr">
            <a:normAutofit/>
          </a:bodyPr>
          <a:lstStyle/>
          <a:p>
            <a:r>
              <a:rPr lang="ko-KR" altLang="en-US"/>
              <a:t>마스터 제목 스타일 편집</a:t>
            </a:r>
          </a:p>
        </p:txBody>
      </p:sp>
      <p:sp>
        <p:nvSpPr>
          <p:cNvPr id="3" name="텍스트 개체 틀 2">
            <a:extLst>
              <a:ext uri="{FF2B5EF4-FFF2-40B4-BE49-F238E27FC236}">
                <a16:creationId xmlns:a16="http://schemas.microsoft.com/office/drawing/2014/main" id="{230C5C33-B2C4-4686-B825-1347A5F7C4E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ko-KR" altLang="en-US" dirty="0"/>
              <a:t>마스터 텍스트 스타일을 편집하려면 클릭</a:t>
            </a:r>
          </a:p>
          <a:p>
            <a:pPr lvl="1"/>
            <a:r>
              <a:rPr lang="ko-KR" altLang="en-US" dirty="0"/>
              <a:t>두 번째 수준</a:t>
            </a:r>
          </a:p>
          <a:p>
            <a:pPr lvl="2"/>
            <a:r>
              <a:rPr lang="ko-KR" altLang="en-US" dirty="0"/>
              <a:t>세 번째 수준</a:t>
            </a:r>
          </a:p>
          <a:p>
            <a:pPr lvl="3"/>
            <a:r>
              <a:rPr lang="ko-KR" altLang="en-US" dirty="0"/>
              <a:t>네 번째 수준</a:t>
            </a:r>
          </a:p>
          <a:p>
            <a:pPr lvl="4"/>
            <a:r>
              <a:rPr lang="ko-KR" altLang="en-US" dirty="0"/>
              <a:t>다섯 번째 수준</a:t>
            </a:r>
          </a:p>
        </p:txBody>
      </p:sp>
      <p:sp>
        <p:nvSpPr>
          <p:cNvPr id="4" name="날짜 개체 틀 3">
            <a:extLst>
              <a:ext uri="{FF2B5EF4-FFF2-40B4-BE49-F238E27FC236}">
                <a16:creationId xmlns:a16="http://schemas.microsoft.com/office/drawing/2014/main" id="{6300B2AC-F741-4F9D-88DA-C2BBCD28AA50}"/>
              </a:ext>
            </a:extLst>
          </p:cNvPr>
          <p:cNvSpPr>
            <a:spLocks noGrp="1"/>
          </p:cNvSpPr>
          <p:nvPr>
            <p:ph type="dt" sz="half" idx="2"/>
          </p:nvPr>
        </p:nvSpPr>
        <p:spPr>
          <a:xfrm>
            <a:off x="838200" y="6356352"/>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r>
              <a:rPr lang="en-US" altLang="ko-KR"/>
              <a:t>2026-07-31</a:t>
            </a:r>
            <a:endParaRPr lang="ko-KR" altLang="en-US"/>
          </a:p>
        </p:txBody>
      </p:sp>
      <p:sp>
        <p:nvSpPr>
          <p:cNvPr id="5" name="바닥글 개체 틀 4">
            <a:extLst>
              <a:ext uri="{FF2B5EF4-FFF2-40B4-BE49-F238E27FC236}">
                <a16:creationId xmlns:a16="http://schemas.microsoft.com/office/drawing/2014/main" id="{82A871F7-7716-4B35-B16F-5215D47AEF08}"/>
              </a:ext>
            </a:extLst>
          </p:cNvPr>
          <p:cNvSpPr>
            <a:spLocks noGrp="1"/>
          </p:cNvSpPr>
          <p:nvPr>
            <p:ph type="ftr" sz="quarter" idx="3"/>
          </p:nvPr>
        </p:nvSpPr>
        <p:spPr>
          <a:xfrm>
            <a:off x="4038601" y="6356352"/>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ko-KR" altLang="en-US"/>
          </a:p>
        </p:txBody>
      </p:sp>
      <p:sp>
        <p:nvSpPr>
          <p:cNvPr id="6" name="슬라이드 번호 개체 틀 5">
            <a:extLst>
              <a:ext uri="{FF2B5EF4-FFF2-40B4-BE49-F238E27FC236}">
                <a16:creationId xmlns:a16="http://schemas.microsoft.com/office/drawing/2014/main" id="{16B17825-BD73-4B44-AE33-E311A76C2BAC}"/>
              </a:ext>
            </a:extLst>
          </p:cNvPr>
          <p:cNvSpPr>
            <a:spLocks noGrp="1"/>
          </p:cNvSpPr>
          <p:nvPr>
            <p:ph type="sldNum" sz="quarter" idx="4"/>
          </p:nvPr>
        </p:nvSpPr>
        <p:spPr>
          <a:xfrm>
            <a:off x="8610600" y="6356352"/>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96D3D6F-2C60-4B7A-8BF3-E953E669A38A}" type="slidenum">
              <a:rPr lang="ko-KR" altLang="en-US" smtClean="0"/>
              <a:t>‹#›</a:t>
            </a:fld>
            <a:endParaRPr lang="ko-KR" altLang="en-US"/>
          </a:p>
        </p:txBody>
      </p:sp>
    </p:spTree>
    <p:extLst>
      <p:ext uri="{BB962C8B-B14F-4D97-AF65-F5344CB8AC3E}">
        <p14:creationId xmlns:p14="http://schemas.microsoft.com/office/powerpoint/2010/main" val="1529771404"/>
      </p:ext>
    </p:extLst>
  </p:cSld>
  <p:clrMap bg1="lt1" tx1="dk1" bg2="lt2" tx2="dk2" accent1="accent1" accent2="accent2" accent3="accent3" accent4="accent4" accent5="accent5" accent6="accent6" hlink="hlink" folHlink="folHlink"/>
  <p:sldLayoutIdLst>
    <p:sldLayoutId id="2147483663" r:id="rId1"/>
    <p:sldLayoutId id="2147483664" r:id="rId2"/>
    <p:sldLayoutId id="2147483665" r:id="rId3"/>
    <p:sldLayoutId id="2147483666" r:id="rId4"/>
  </p:sldLayoutIdLst>
  <p:hf hdr="0" ftr="0"/>
  <p:txStyles>
    <p:titleStyle>
      <a:lvl1pPr algn="l" defTabSz="914404" rtl="0" eaLnBrk="1" latinLnBrk="1" hangingPunct="1">
        <a:lnSpc>
          <a:spcPct val="90000"/>
        </a:lnSpc>
        <a:spcBef>
          <a:spcPct val="0"/>
        </a:spcBef>
        <a:buNone/>
        <a:defRPr sz="4400" kern="1200">
          <a:solidFill>
            <a:schemeClr val="tx1"/>
          </a:solidFill>
          <a:latin typeface="+mj-lt"/>
          <a:ea typeface="+mj-ea"/>
          <a:cs typeface="+mj-cs"/>
        </a:defRPr>
      </a:lvl1pPr>
    </p:titleStyle>
    <p:bodyStyle>
      <a:lvl1pPr marL="228601" indent="-228601" algn="l" defTabSz="914404" rtl="0" eaLnBrk="1" latinLnBrk="1"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3" indent="-228601" algn="l" defTabSz="914404" rtl="0" eaLnBrk="1" latinLnBrk="1"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5" indent="-228601" algn="l" defTabSz="914404" rtl="0" eaLnBrk="1" latinLnBrk="1"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6" indent="-228601" algn="l" defTabSz="914404"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8" indent="-228601" algn="l" defTabSz="914404"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10" indent="-228601" algn="l" defTabSz="914404"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12" indent="-228601" algn="l" defTabSz="914404"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14" indent="-228601" algn="l" defTabSz="914404"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16" indent="-228601" algn="l" defTabSz="914404"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ko-KR"/>
      </a:defPPr>
      <a:lvl1pPr marL="0" algn="l" defTabSz="914404" rtl="0" eaLnBrk="1" latinLnBrk="1" hangingPunct="1">
        <a:defRPr sz="1800" kern="1200">
          <a:solidFill>
            <a:schemeClr val="tx1"/>
          </a:solidFill>
          <a:latin typeface="+mn-lt"/>
          <a:ea typeface="+mn-ea"/>
          <a:cs typeface="+mn-cs"/>
        </a:defRPr>
      </a:lvl1pPr>
      <a:lvl2pPr marL="457202" algn="l" defTabSz="914404" rtl="0" eaLnBrk="1" latinLnBrk="1" hangingPunct="1">
        <a:defRPr sz="1800" kern="1200">
          <a:solidFill>
            <a:schemeClr val="tx1"/>
          </a:solidFill>
          <a:latin typeface="+mn-lt"/>
          <a:ea typeface="+mn-ea"/>
          <a:cs typeface="+mn-cs"/>
        </a:defRPr>
      </a:lvl2pPr>
      <a:lvl3pPr marL="914404" algn="l" defTabSz="914404" rtl="0" eaLnBrk="1" latinLnBrk="1" hangingPunct="1">
        <a:defRPr sz="1800" kern="1200">
          <a:solidFill>
            <a:schemeClr val="tx1"/>
          </a:solidFill>
          <a:latin typeface="+mn-lt"/>
          <a:ea typeface="+mn-ea"/>
          <a:cs typeface="+mn-cs"/>
        </a:defRPr>
      </a:lvl3pPr>
      <a:lvl4pPr marL="1371605" algn="l" defTabSz="914404" rtl="0" eaLnBrk="1" latinLnBrk="1" hangingPunct="1">
        <a:defRPr sz="1800" kern="1200">
          <a:solidFill>
            <a:schemeClr val="tx1"/>
          </a:solidFill>
          <a:latin typeface="+mn-lt"/>
          <a:ea typeface="+mn-ea"/>
          <a:cs typeface="+mn-cs"/>
        </a:defRPr>
      </a:lvl4pPr>
      <a:lvl5pPr marL="1828807" algn="l" defTabSz="914404" rtl="0" eaLnBrk="1" latinLnBrk="1" hangingPunct="1">
        <a:defRPr sz="1800" kern="1200">
          <a:solidFill>
            <a:schemeClr val="tx1"/>
          </a:solidFill>
          <a:latin typeface="+mn-lt"/>
          <a:ea typeface="+mn-ea"/>
          <a:cs typeface="+mn-cs"/>
        </a:defRPr>
      </a:lvl5pPr>
      <a:lvl6pPr marL="2286009" algn="l" defTabSz="914404" rtl="0" eaLnBrk="1" latinLnBrk="1" hangingPunct="1">
        <a:defRPr sz="1800" kern="1200">
          <a:solidFill>
            <a:schemeClr val="tx1"/>
          </a:solidFill>
          <a:latin typeface="+mn-lt"/>
          <a:ea typeface="+mn-ea"/>
          <a:cs typeface="+mn-cs"/>
        </a:defRPr>
      </a:lvl6pPr>
      <a:lvl7pPr marL="2743211" algn="l" defTabSz="914404" rtl="0" eaLnBrk="1" latinLnBrk="1" hangingPunct="1">
        <a:defRPr sz="1800" kern="1200">
          <a:solidFill>
            <a:schemeClr val="tx1"/>
          </a:solidFill>
          <a:latin typeface="+mn-lt"/>
          <a:ea typeface="+mn-ea"/>
          <a:cs typeface="+mn-cs"/>
        </a:defRPr>
      </a:lvl7pPr>
      <a:lvl8pPr marL="3200413" algn="l" defTabSz="914404" rtl="0" eaLnBrk="1" latinLnBrk="1" hangingPunct="1">
        <a:defRPr sz="1800" kern="1200">
          <a:solidFill>
            <a:schemeClr val="tx1"/>
          </a:solidFill>
          <a:latin typeface="+mn-lt"/>
          <a:ea typeface="+mn-ea"/>
          <a:cs typeface="+mn-cs"/>
        </a:defRPr>
      </a:lvl8pPr>
      <a:lvl9pPr marL="3657615" algn="l" defTabSz="914404" rtl="0" eaLnBrk="1" latinLnBrk="1"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384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8.xml"/><Relationship Id="rId3"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0.xml"/><Relationship Id="rId3"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5.xml"/><Relationship Id="rId3" Type="http://schemas.openxmlformats.org/officeDocument/2006/relationships/image" Target="../media/image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9.xml"/><Relationship Id="rId3" Type="http://schemas.openxmlformats.org/officeDocument/2006/relationships/image" Target="../media/image7.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1.xml"/><Relationship Id="rId3" Type="http://schemas.openxmlformats.org/officeDocument/2006/relationships/image" Target="../media/image8.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2.xml"/><Relationship Id="rId3" Type="http://schemas.openxmlformats.org/officeDocument/2006/relationships/image" Target="../media/image9.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4.xml"/><Relationship Id="rId3" Type="http://schemas.openxmlformats.org/officeDocument/2006/relationships/image" Target="../media/image10.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5.xml"/><Relationship Id="rId3" Type="http://schemas.openxmlformats.org/officeDocument/2006/relationships/image" Target="../media/image1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8.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9.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0.xml"/><Relationship Id="rId3" Type="http://schemas.openxmlformats.org/officeDocument/2006/relationships/image" Target="../media/image12.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2.xml"/><Relationship Id="rId3" Type="http://schemas.openxmlformats.org/officeDocument/2006/relationships/image" Target="../media/image13.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4.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5.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6.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8.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9.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4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40E8A260-966E-CEEB-B2DB-29375CB554B9}"/>
              </a:ext>
            </a:extLst>
          </p:cNvPr>
          <p:cNvSpPr>
            <a:spLocks noGrp="1"/>
          </p:cNvSpPr>
          <p:nvPr>
            <p:ph type="ctrTitle"/>
          </p:nvPr>
        </p:nvSpPr>
        <p:spPr>
          <a:xfrm>
            <a:off x="1524000" y="2506243"/>
            <a:ext cx="9144000" cy="855184"/>
          </a:xfrm>
        </p:spPr>
        <p:txBody>
          <a:bodyPr>
            <a:noAutofit/>
          </a:bodyPr>
          <a:lstStyle/>
          <a:p>
            <a:r>
              <a:rPr lang="en-US" altLang="ko-KR" sz="3200" dirty="0"/>
              <a:t>Week 5. Attention: 원문을 다시 찾아보기</a:t>
            </a:r>
            <a:endParaRPr lang="ko-KR" altLang="en-US" sz="3200" dirty="0"/>
          </a:p>
        </p:txBody>
      </p:sp>
      <p:sp>
        <p:nvSpPr>
          <p:cNvPr id="3" name="부제목 2">
            <a:extLst>
              <a:ext uri="{FF2B5EF4-FFF2-40B4-BE49-F238E27FC236}">
                <a16:creationId xmlns:a16="http://schemas.microsoft.com/office/drawing/2014/main" id="{3D781DF1-B9BC-46C6-B822-1CB5D8F2272D}"/>
              </a:ext>
            </a:extLst>
          </p:cNvPr>
          <p:cNvSpPr>
            <a:spLocks noGrp="1"/>
          </p:cNvSpPr>
          <p:nvPr>
            <p:ph type="subTitle" idx="1"/>
          </p:nvPr>
        </p:nvSpPr>
        <p:spPr>
          <a:xfrm>
            <a:off x="1537062" y="3602039"/>
            <a:ext cx="9144000" cy="1655762"/>
          </a:xfrm>
        </p:spPr>
        <p:txBody>
          <a:bodyPr/>
          <a:lstStyle/>
          <a:p>
            <a:pPr>
              <a:lnSpc>
                <a:spcPct val="100000"/>
              </a:lnSpc>
              <a:spcBef>
                <a:spcPts val="0"/>
              </a:spcBef>
              <a:defRPr/>
            </a:pPr>
            <a:r>
              <a:rPr lang="en-US" altLang="ko-KR" dirty="0">
                <a:ea typeface="맑은 고딕" panose="020B0503020000020004" pitchFamily="50" charset="-127"/>
                <a:cs typeface="Calibri" panose="020F0502020204030204" pitchFamily="34" charset="0"/>
              </a:rPr>
              <a:t>Yun-Hong Min</a:t>
            </a:r>
          </a:p>
          <a:p>
            <a:pPr>
              <a:lnSpc>
                <a:spcPct val="100000"/>
              </a:lnSpc>
              <a:spcBef>
                <a:spcPts val="0"/>
              </a:spcBef>
              <a:defRPr/>
            </a:pPr>
            <a:r>
              <a:rPr lang="en-US" altLang="ko-KR" dirty="0">
                <a:ea typeface="맑은 고딕" panose="020B0503020000020004" pitchFamily="50" charset="-127"/>
                <a:cs typeface="Calibri" panose="020F0502020204030204" pitchFamily="34" charset="0"/>
              </a:rPr>
              <a:t>(picomin1027@gmail.com)</a:t>
            </a:r>
            <a:endParaRPr lang="ko-KR" altLang="en-US" dirty="0"/>
          </a:p>
        </p:txBody>
      </p:sp>
      <p:sp>
        <p:nvSpPr>
          <p:cNvPr id="4" name="내용 개체 틀 3">
            <a:extLst>
              <a:ext uri="{FF2B5EF4-FFF2-40B4-BE49-F238E27FC236}">
                <a16:creationId xmlns:a16="http://schemas.microsoft.com/office/drawing/2014/main" id="{A71A4431-2231-1E65-66CF-DEB583250F5E}"/>
              </a:ext>
            </a:extLst>
          </p:cNvPr>
          <p:cNvSpPr>
            <a:spLocks noGrp="1"/>
          </p:cNvSpPr>
          <p:nvPr>
            <p:ph sz="quarter" idx="10"/>
          </p:nvPr>
        </p:nvSpPr>
        <p:spPr/>
        <p:txBody>
          <a:bodyPr/>
          <a:lstStyle/>
          <a:p>
            <a:r>
              <a:rPr lang="en-US" altLang="ko-KR" dirty="0"/>
              <a:t>AI Zero 2 Transformer</a:t>
            </a:r>
            <a:endParaRPr lang="ko-KR" altLang="en-US" dirty="0"/>
          </a:p>
        </p:txBody>
      </p:sp>
    </p:spTree>
    <p:extLst>
      <p:ext uri="{BB962C8B-B14F-4D97-AF65-F5344CB8AC3E}">
        <p14:creationId xmlns:p14="http://schemas.microsoft.com/office/powerpoint/2010/main" val="41470002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B3116ECB-EA11-2EAA-88FA-7B43A1F5A66F}"/>
              </a:ext>
            </a:extLst>
          </p:cNvPr>
          <p:cNvSpPr>
            <a:spLocks noGrp="1"/>
          </p:cNvSpPr>
          <p:nvPr>
            <p:ph type="ctrTitle"/>
          </p:nvPr>
        </p:nvSpPr>
        <p:spPr/>
        <p:txBody>
          <a:bodyPr/>
          <a:lstStyle/>
          <a:p>
            <a:r>
              <a:rPr lang="en-US" altLang="ko-KR"/>
              <a:t>Question ?</a:t>
            </a:r>
            <a:endParaRPr lang="ko-KR" altLang="en-US"/>
          </a:p>
        </p:txBody>
      </p:sp>
      <p:sp>
        <p:nvSpPr>
          <p:cNvPr id="3" name="텍스트 개체 틀 2">
            <a:extLst>
              <a:ext uri="{FF2B5EF4-FFF2-40B4-BE49-F238E27FC236}">
                <a16:creationId xmlns:a16="http://schemas.microsoft.com/office/drawing/2014/main" id="{A8D9C941-A705-0CAA-855B-4FB547507C02}"/>
              </a:ext>
            </a:extLst>
          </p:cNvPr>
          <p:cNvSpPr>
            <a:spLocks noGrp="1"/>
          </p:cNvSpPr>
          <p:nvPr>
            <p:ph type="body" sz="quarter" idx="10"/>
          </p:nvPr>
        </p:nvSpPr>
        <p:spPr>
          <a:xfrm>
            <a:off x="1197391" y="6261267"/>
            <a:ext cx="3896261" cy="385267"/>
          </a:xfrm>
        </p:spPr>
        <p:txBody>
          <a:bodyPr vert="horz" lIns="91440" tIns="45720" rIns="91440" bIns="45720" rtlCol="0" anchor="t">
            <a:noAutofit/>
          </a:bodyPr>
          <a:lstStyle/>
          <a:p>
            <a:r>
              <a:rPr lang="en-US" altLang="ko-KR" dirty="0">
                <a:latin typeface="Trebuchet MS"/>
                <a:ea typeface="맑은 고딕"/>
              </a:rPr>
              <a:t>E-mail: picomin1027@gmail.com</a:t>
            </a:r>
            <a:endParaRPr lang="ko-KR" altLang="en-US" dirty="0">
              <a:latin typeface="Trebuchet MS"/>
              <a:ea typeface="맑은 고딕"/>
            </a:endParaRPr>
          </a:p>
        </p:txBody>
      </p:sp>
    </p:spTree>
    <p:extLst>
      <p:ext uri="{BB962C8B-B14F-4D97-AF65-F5344CB8AC3E}">
        <p14:creationId xmlns:p14="http://schemas.microsoft.com/office/powerpoint/2010/main" val="3959509466"/>
      </p:ext>
    </p:extLst>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wrap="square" lIns="73152" rIns="73152" tIns="36576" bIns="36576" anchor="b"/>
          <a:lstStyle/>
          <a:p>
            <a:pPr algn="ctr" marL="0" indent="0">
              <a:lnSpc>
                <a:spcPct val="110000"/>
              </a:lnSpc>
              <a:spcBef>
                <a:spcPts val="0"/>
              </a:spcBef>
              <a:spcAft>
                <a:spcPts val="360"/>
              </a:spcAft>
              <a:buNone/>
            </a:pPr>
            <a:r>
              <a:rPr sz="2200" b="1">
                <a:solidFill>
                  <a:srgbClr val="01688F"/>
                </a:solidFill>
                <a:latin typeface="맑은 고딕"/>
                <a:ea typeface="맑은 고딕"/>
                <a:cs typeface="맑은 고딕"/>
              </a:rPr>
              <a:t>Week 5 · 이번 주의 질문</a:t>
            </a:r>
          </a:p>
          <a:p>
            <a:pPr algn="ctr" marL="0" indent="0">
              <a:lnSpc>
                <a:spcPct val="110000"/>
              </a:lnSpc>
              <a:spcBef>
                <a:spcPts val="0"/>
              </a:spcBef>
              <a:spcAft>
                <a:spcPts val="360"/>
              </a:spcAft>
              <a:buNone/>
            </a:pPr>
            <a:r>
              <a:rPr sz="3600" b="1">
                <a:solidFill>
                  <a:srgbClr val="1B2A36"/>
                </a:solidFill>
                <a:latin typeface="맑은 고딕"/>
                <a:ea typeface="맑은 고딕"/>
                <a:cs typeface="맑은 고딕"/>
              </a:rPr>
              <a:t>필요할 때 원문을</a:t>
            </a:r>
          </a:p>
          <a:p>
            <a:pPr algn="ctr" marL="0" indent="0">
              <a:lnSpc>
                <a:spcPct val="110000"/>
              </a:lnSpc>
              <a:spcBef>
                <a:spcPts val="0"/>
              </a:spcBef>
              <a:spcAft>
                <a:spcPts val="360"/>
              </a:spcAft>
              <a:buNone/>
            </a:pPr>
            <a:r>
              <a:rPr sz="3600" b="1">
                <a:solidFill>
                  <a:srgbClr val="1B2A36"/>
                </a:solidFill>
                <a:latin typeface="맑은 고딕"/>
                <a:ea typeface="맑은 고딕"/>
                <a:cs typeface="맑은 고딕"/>
              </a:rPr>
              <a:t>다시 찾아보면?</a:t>
            </a:r>
          </a:p>
        </p:txBody>
      </p:sp>
      <p:sp>
        <p:nvSpPr>
          <p:cNvPr id="3" name="Subtitle 2"/>
          <p:cNvSpPr>
            <a:spLocks noGrp="1"/>
          </p:cNvSpPr>
          <p:nvPr>
            <p:ph type="subTitle" idx="1"/>
          </p:nvPr>
        </p:nvSpPr>
        <p:spPr/>
        <p:txBody>
          <a:bodyPr wrap="square" lIns="73152" rIns="73152" tIns="36576" bIns="36576" anchor="t"/>
          <a:lstStyle/>
          <a:p>
            <a:pPr algn="ctr" marL="0" indent="0">
              <a:lnSpc>
                <a:spcPct val="110000"/>
              </a:lnSpc>
              <a:spcBef>
                <a:spcPts val="0"/>
              </a:spcBef>
              <a:spcAft>
                <a:spcPts val="400"/>
              </a:spcAft>
              <a:buNone/>
            </a:pPr>
            <a:r>
              <a:rPr sz="2000" b="0">
                <a:solidFill>
                  <a:srgbClr val="5E6B75"/>
                </a:solidFill>
                <a:latin typeface="맑은 고딕"/>
                <a:ea typeface="맑은 고딕"/>
                <a:cs typeface="맑은 고딕"/>
              </a:rPr>
              <a:t>2014–2017 · Attention · Self-attention · Q/K/V · Multi-head · 위치 정보</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지난 주에서 이번 주로</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매 주는 지난 주가 남긴 문제에서 출발한다</a:t>
            </a:r>
          </a:p>
        </p:txBody>
      </p:sp>
      <p:sp>
        <p:nvSpPr>
          <p:cNvPr id="8" name="Rounded Rectangle 7"/>
          <p:cNvSpPr/>
          <p:nvPr/>
        </p:nvSpPr>
        <p:spPr>
          <a:xfrm>
            <a:off x="10543032" y="914400"/>
            <a:ext cx="1188720" cy="365760"/>
          </a:xfrm>
          <a:prstGeom prst="roundRect">
            <a:avLst>
              <a:gd name="adj" fmla="val 50000"/>
            </a:avLst>
          </a:prstGeom>
          <a:solidFill>
            <a:srgbClr val="72ABC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도입</a:t>
            </a:r>
          </a:p>
        </p:txBody>
      </p:sp>
      <p:sp>
        <p:nvSpPr>
          <p:cNvPr id="9" name="Rounded Rectangle 8"/>
          <p:cNvSpPr/>
          <p:nvPr/>
        </p:nvSpPr>
        <p:spPr>
          <a:xfrm>
            <a:off x="457200" y="1591056"/>
            <a:ext cx="3422904" cy="3840480"/>
          </a:xfrm>
          <a:prstGeom prst="roundRect">
            <a:avLst>
              <a:gd name="adj" fmla="val 2671"/>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1682496"/>
            <a:ext cx="3240024" cy="39624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500" b="1">
                <a:solidFill>
                  <a:srgbClr val="01688F"/>
                </a:solidFill>
                <a:latin typeface="맑은 고딕"/>
                <a:ea typeface="맑은 고딕"/>
                <a:cs typeface="맑은 고딕"/>
              </a:rPr>
              <a:t>지난 주에 배운 것</a:t>
            </a:r>
          </a:p>
        </p:txBody>
      </p:sp>
      <p:sp>
        <p:nvSpPr>
          <p:cNvPr id="11" name="TextBox 10"/>
          <p:cNvSpPr txBox="1"/>
          <p:nvPr/>
        </p:nvSpPr>
        <p:spPr>
          <a:xfrm>
            <a:off x="548640" y="2124456"/>
            <a:ext cx="3240024" cy="3215640"/>
          </a:xfrm>
          <a:prstGeom prst="rect">
            <a:avLst/>
          </a:prstGeom>
          <a:noFill/>
        </p:spPr>
        <p:txBody>
          <a:bodyPr wrap="square" lIns="18288" rIns="18288" tIns="36576" bIns="36576" anchor="ctr">
            <a:spAutoFit/>
          </a:bodyPr>
          <a:lstStyle/>
          <a:p>
            <a:pPr algn="ctr" marL="0" indent="0">
              <a:lnSpc>
                <a:spcPct val="110000"/>
              </a:lnSpc>
              <a:spcBef>
                <a:spcPts val="0"/>
              </a:spcBef>
              <a:spcAft>
                <a:spcPts val="450"/>
              </a:spcAft>
              <a:buNone/>
            </a:pPr>
            <a:r>
              <a:rPr sz="1800" b="0">
                <a:solidFill>
                  <a:srgbClr val="1B2A36"/>
                </a:solidFill>
                <a:latin typeface="맑은 고딕"/>
                <a:ea typeface="맑은 고딕"/>
                <a:cs typeface="맑은 고딕"/>
              </a:rPr>
              <a:t>문장을 토큰·임베딩으로</a:t>
            </a:r>
          </a:p>
          <a:p>
            <a:pPr algn="ctr" marL="0" indent="0">
              <a:lnSpc>
                <a:spcPct val="110000"/>
              </a:lnSpc>
              <a:spcBef>
                <a:spcPts val="0"/>
              </a:spcBef>
              <a:spcAft>
                <a:spcPts val="450"/>
              </a:spcAft>
              <a:buNone/>
            </a:pPr>
            <a:r>
              <a:rPr sz="1800" b="0">
                <a:solidFill>
                  <a:srgbClr val="1B2A36"/>
                </a:solidFill>
                <a:latin typeface="맑은 고딕"/>
                <a:ea typeface="맑은 고딕"/>
                <a:cs typeface="맑은 고딕"/>
              </a:rPr>
              <a:t>RNN · LSTM으로 순서와 기억</a:t>
            </a:r>
          </a:p>
          <a:p>
            <a:pPr algn="ctr" marL="0" indent="0">
              <a:lnSpc>
                <a:spcPct val="110000"/>
              </a:lnSpc>
              <a:spcBef>
                <a:spcPts val="0"/>
              </a:spcBef>
              <a:spcAft>
                <a:spcPts val="450"/>
              </a:spcAft>
              <a:buNone/>
            </a:pPr>
            <a:r>
              <a:rPr sz="1800" b="0">
                <a:solidFill>
                  <a:srgbClr val="1B2A36"/>
                </a:solidFill>
                <a:latin typeface="맑은 고딕"/>
                <a:ea typeface="맑은 고딕"/>
                <a:cs typeface="맑은 고딕"/>
              </a:rPr>
              <a:t>Seq2Seq: Encoder → </a:t>
            </a:r>
            <a:r>
              <a:rPr sz="1800" b="1">
                <a:solidFill>
                  <a:srgbClr val="1B2A36"/>
                </a:solidFill>
                <a:latin typeface="맑은 고딕"/>
                <a:ea typeface="맑은 고딕"/>
                <a:cs typeface="맑은 고딕"/>
              </a:rPr>
              <a:t>c</a:t>
            </a:r>
            <a:r>
              <a:rPr sz="1800" b="0">
                <a:solidFill>
                  <a:srgbClr val="1B2A36"/>
                </a:solidFill>
                <a:latin typeface="맑은 고딕"/>
                <a:ea typeface="맑은 고딕"/>
                <a:cs typeface="맑은 고딕"/>
              </a:rPr>
              <a:t> → Decoder</a:t>
            </a:r>
          </a:p>
        </p:txBody>
      </p:sp>
      <p:cxnSp>
        <p:nvCxnSpPr>
          <p:cNvPr id="12" name="Connector 11"/>
          <p:cNvCxnSpPr/>
          <p:nvPr/>
        </p:nvCxnSpPr>
        <p:spPr>
          <a:xfrm>
            <a:off x="3925824" y="3511296"/>
            <a:ext cx="411480" cy="0"/>
          </a:xfrm>
          <a:prstGeom prst="line">
            <a:avLst/>
          </a:prstGeom>
          <a:ln w="2540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4383024" y="1591056"/>
            <a:ext cx="3422904" cy="3840480"/>
          </a:xfrm>
          <a:prstGeom prst="roundRect">
            <a:avLst>
              <a:gd name="adj" fmla="val 2671"/>
            </a:avLst>
          </a:prstGeom>
          <a:solidFill>
            <a:srgbClr val="FDF1E9"/>
          </a:solidFill>
          <a:ln w="12700">
            <a:solidFill>
              <a:srgbClr val="E9713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74464" y="1682496"/>
            <a:ext cx="3240024" cy="39624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500" b="1">
                <a:solidFill>
                  <a:srgbClr val="E97132"/>
                </a:solidFill>
                <a:latin typeface="맑은 고딕"/>
                <a:ea typeface="맑은 고딕"/>
                <a:cs typeface="맑은 고딕"/>
              </a:rPr>
              <a:t>아직 풀리지 않은 문제</a:t>
            </a:r>
          </a:p>
        </p:txBody>
      </p:sp>
      <p:sp>
        <p:nvSpPr>
          <p:cNvPr id="15" name="TextBox 14"/>
          <p:cNvSpPr txBox="1"/>
          <p:nvPr/>
        </p:nvSpPr>
        <p:spPr>
          <a:xfrm>
            <a:off x="4474464" y="2124456"/>
            <a:ext cx="3240024" cy="3215640"/>
          </a:xfrm>
          <a:prstGeom prst="rect">
            <a:avLst/>
          </a:prstGeom>
          <a:noFill/>
        </p:spPr>
        <p:txBody>
          <a:bodyPr wrap="square" lIns="18288" rIns="18288" tIns="36576" bIns="36576" anchor="ctr">
            <a:spAutoFit/>
          </a:bodyPr>
          <a:lstStyle/>
          <a:p>
            <a:pPr algn="ctr" marL="0" indent="0">
              <a:lnSpc>
                <a:spcPct val="110000"/>
              </a:lnSpc>
              <a:spcBef>
                <a:spcPts val="0"/>
              </a:spcBef>
              <a:spcAft>
                <a:spcPts val="450"/>
              </a:spcAft>
              <a:buNone/>
            </a:pPr>
            <a:r>
              <a:rPr sz="1800" b="0">
                <a:solidFill>
                  <a:srgbClr val="1B2A36"/>
                </a:solidFill>
                <a:latin typeface="맑은 고딕"/>
                <a:ea typeface="맑은 고딕"/>
                <a:cs typeface="맑은 고딕"/>
              </a:rPr>
              <a:t>모든 입력을 </a:t>
            </a:r>
            <a:r>
              <a:rPr sz="1800" b="1">
                <a:solidFill>
                  <a:srgbClr val="1B2A36"/>
                </a:solidFill>
                <a:latin typeface="맑은 고딕"/>
                <a:ea typeface="맑은 고딕"/>
                <a:cs typeface="맑은 고딕"/>
              </a:rPr>
              <a:t>고정 벡터 c 하나</a:t>
            </a:r>
            <a:r>
              <a:rPr sz="1800" b="0">
                <a:solidFill>
                  <a:srgbClr val="1B2A36"/>
                </a:solidFill>
                <a:latin typeface="맑은 고딕"/>
                <a:ea typeface="맑은 고딕"/>
                <a:cs typeface="맑은 고딕"/>
              </a:rPr>
              <a:t>로 압축 — 병목</a:t>
            </a:r>
          </a:p>
          <a:p>
            <a:pPr algn="ctr" marL="0" indent="0">
              <a:lnSpc>
                <a:spcPct val="110000"/>
              </a:lnSpc>
              <a:spcBef>
                <a:spcPts val="0"/>
              </a:spcBef>
              <a:spcAft>
                <a:spcPts val="450"/>
              </a:spcAft>
              <a:buNone/>
            </a:pPr>
            <a:r>
              <a:rPr sz="1800" b="0">
                <a:solidFill>
                  <a:srgbClr val="1B2A36"/>
                </a:solidFill>
                <a:latin typeface="맑은 고딕"/>
                <a:ea typeface="맑은 고딕"/>
                <a:cs typeface="맑은 고딕"/>
              </a:rPr>
              <a:t>h_t는 h_(t−1)이 필요 — </a:t>
            </a:r>
            <a:r>
              <a:rPr sz="1800" b="1">
                <a:solidFill>
                  <a:srgbClr val="1B2A36"/>
                </a:solidFill>
                <a:latin typeface="맑은 고딕"/>
                <a:ea typeface="맑은 고딕"/>
                <a:cs typeface="맑은 고딕"/>
              </a:rPr>
              <a:t>순차 계산</a:t>
            </a:r>
          </a:p>
        </p:txBody>
      </p:sp>
      <p:cxnSp>
        <p:nvCxnSpPr>
          <p:cNvPr id="16" name="Connector 15"/>
          <p:cNvCxnSpPr/>
          <p:nvPr/>
        </p:nvCxnSpPr>
        <p:spPr>
          <a:xfrm>
            <a:off x="7851648" y="3511296"/>
            <a:ext cx="411480" cy="0"/>
          </a:xfrm>
          <a:prstGeom prst="line">
            <a:avLst/>
          </a:prstGeom>
          <a:ln w="2540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8308848" y="1591056"/>
            <a:ext cx="3422904" cy="3840480"/>
          </a:xfrm>
          <a:prstGeom prst="roundRect">
            <a:avLst>
              <a:gd name="adj" fmla="val 2671"/>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400288" y="1682496"/>
            <a:ext cx="3240024" cy="39624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이번 주의 질문</a:t>
            </a:r>
          </a:p>
        </p:txBody>
      </p:sp>
      <p:sp>
        <p:nvSpPr>
          <p:cNvPr id="19" name="TextBox 18"/>
          <p:cNvSpPr txBox="1"/>
          <p:nvPr/>
        </p:nvSpPr>
        <p:spPr>
          <a:xfrm>
            <a:off x="8400288" y="2124456"/>
            <a:ext cx="3240024" cy="3215640"/>
          </a:xfrm>
          <a:prstGeom prst="rect">
            <a:avLst/>
          </a:prstGeom>
          <a:noFill/>
        </p:spPr>
        <p:txBody>
          <a:bodyPr wrap="square" lIns="18288" rIns="18288" tIns="36576" bIns="36576" anchor="ctr">
            <a:spAutoFit/>
          </a:bodyPr>
          <a:lstStyle/>
          <a:p>
            <a:pPr algn="ctr" marL="0" indent="0">
              <a:lnSpc>
                <a:spcPct val="110000"/>
              </a:lnSpc>
              <a:spcBef>
                <a:spcPts val="0"/>
              </a:spcBef>
              <a:spcAft>
                <a:spcPts val="450"/>
              </a:spcAft>
              <a:buNone/>
            </a:pPr>
            <a:r>
              <a:rPr sz="1800" b="1">
                <a:solidFill>
                  <a:srgbClr val="FFFFFF"/>
                </a:solidFill>
                <a:latin typeface="맑은 고딕"/>
                <a:ea typeface="맑은 고딕"/>
                <a:cs typeface="맑은 고딕"/>
              </a:rPr>
              <a:t>필요할 때 원문을 다시 찾아보면?</a:t>
            </a:r>
          </a:p>
          <a:p>
            <a:pPr algn="ctr" marL="0" indent="0">
              <a:lnSpc>
                <a:spcPct val="110000"/>
              </a:lnSpc>
              <a:spcBef>
                <a:spcPts val="0"/>
              </a:spcBef>
              <a:spcAft>
                <a:spcPts val="450"/>
              </a:spcAft>
              <a:buNone/>
            </a:pPr>
            <a:r>
              <a:rPr sz="1800" b="0">
                <a:solidFill>
                  <a:srgbClr val="FFFFFF"/>
                </a:solidFill>
                <a:latin typeface="맑은 고딕"/>
                <a:ea typeface="맑은 고딕"/>
                <a:cs typeface="맑은 고딕"/>
              </a:rPr>
              <a:t>그리고 그것을 모델의 </a:t>
            </a:r>
            <a:r>
              <a:rPr sz="1800" b="1">
                <a:solidFill>
                  <a:srgbClr val="FFFFFF"/>
                </a:solidFill>
                <a:latin typeface="맑은 고딕"/>
                <a:ea typeface="맑은 고딕"/>
                <a:cs typeface="맑은 고딕"/>
              </a:rPr>
              <a:t>본체</a:t>
            </a:r>
            <a:r>
              <a:rPr sz="1800" b="0">
                <a:solidFill>
                  <a:srgbClr val="FFFFFF"/>
                </a:solidFill>
                <a:latin typeface="맑은 고딕"/>
                <a:ea typeface="맑은 고딕"/>
                <a:cs typeface="맑은 고딕"/>
              </a:rPr>
              <a:t>로 쓰면?</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오늘의 지도</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여섯 질문 중 5번째 — 오늘의 순서와 목표</a:t>
            </a:r>
          </a:p>
        </p:txBody>
      </p:sp>
      <p:sp>
        <p:nvSpPr>
          <p:cNvPr id="8" name="Rounded Rectangle 7"/>
          <p:cNvSpPr/>
          <p:nvPr/>
        </p:nvSpPr>
        <p:spPr>
          <a:xfrm>
            <a:off x="10543032" y="914400"/>
            <a:ext cx="1188720" cy="365760"/>
          </a:xfrm>
          <a:prstGeom prst="roundRect">
            <a:avLst>
              <a:gd name="adj" fmla="val 50000"/>
            </a:avLst>
          </a:prstGeom>
          <a:solidFill>
            <a:srgbClr val="72ABC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도입</a:t>
            </a:r>
          </a:p>
        </p:txBody>
      </p:sp>
      <p:sp>
        <p:nvSpPr>
          <p:cNvPr id="9" name="Rounded Rectangle 8"/>
          <p:cNvSpPr/>
          <p:nvPr/>
        </p:nvSpPr>
        <p:spPr>
          <a:xfrm>
            <a:off x="457200" y="1408176"/>
            <a:ext cx="1711452" cy="1874519"/>
          </a:xfrm>
          <a:prstGeom prst="roundRect">
            <a:avLst>
              <a:gd name="adj" fmla="val 5342"/>
            </a:avLst>
          </a:prstGeom>
          <a:solidFill>
            <a:srgbClr val="D8EA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30352" y="1499616"/>
            <a:ext cx="1565148" cy="28757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300" b="1">
                <a:solidFill>
                  <a:srgbClr val="72ABC8"/>
                </a:solidFill>
                <a:latin typeface="맑은 고딕"/>
                <a:ea typeface="맑은 고딕"/>
                <a:cs typeface="맑은 고딕"/>
              </a:rPr>
              <a:t>Week 1</a:t>
            </a:r>
          </a:p>
        </p:txBody>
      </p:sp>
      <p:sp>
        <p:nvSpPr>
          <p:cNvPr id="11" name="TextBox 10"/>
          <p:cNvSpPr txBox="1"/>
          <p:nvPr/>
        </p:nvSpPr>
        <p:spPr>
          <a:xfrm>
            <a:off x="530352" y="1804111"/>
            <a:ext cx="1565148" cy="71048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500" b="1">
                <a:solidFill>
                  <a:srgbClr val="01688F"/>
                </a:solidFill>
                <a:latin typeface="맑은 고딕"/>
                <a:ea typeface="맑은 고딕"/>
                <a:cs typeface="맑은 고딕"/>
              </a:rPr>
              <a:t>배울 수</a:t>
            </a:r>
          </a:p>
          <a:p>
            <a:pPr algn="ctr" marL="0" indent="0">
              <a:lnSpc>
                <a:spcPct val="110000"/>
              </a:lnSpc>
              <a:spcBef>
                <a:spcPts val="0"/>
              </a:spcBef>
              <a:spcAft>
                <a:spcPts val="0"/>
              </a:spcAft>
              <a:buNone/>
            </a:pPr>
            <a:r>
              <a:rPr sz="1500" b="1">
                <a:solidFill>
                  <a:srgbClr val="01688F"/>
                </a:solidFill>
                <a:latin typeface="맑은 고딕"/>
                <a:ea typeface="맑은 고딕"/>
                <a:cs typeface="맑은 고딕"/>
              </a:rPr>
              <a:t>있을까?</a:t>
            </a:r>
          </a:p>
        </p:txBody>
      </p:sp>
      <p:sp>
        <p:nvSpPr>
          <p:cNvPr id="12" name="TextBox 11"/>
          <p:cNvSpPr txBox="1"/>
          <p:nvPr/>
        </p:nvSpPr>
        <p:spPr>
          <a:xfrm>
            <a:off x="530352" y="2531516"/>
            <a:ext cx="1565148" cy="372160"/>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200" b="0">
                <a:solidFill>
                  <a:srgbClr val="01688F"/>
                </a:solidFill>
                <a:latin typeface="맑은 고딕"/>
                <a:ea typeface="맑은 고딕"/>
                <a:cs typeface="맑은 고딕"/>
              </a:rPr>
              <a:t>Tensor · 학습</a:t>
            </a:r>
          </a:p>
        </p:txBody>
      </p:sp>
      <p:sp>
        <p:nvSpPr>
          <p:cNvPr id="13" name="TextBox 12"/>
          <p:cNvSpPr txBox="1"/>
          <p:nvPr/>
        </p:nvSpPr>
        <p:spPr>
          <a:xfrm>
            <a:off x="530352" y="2903677"/>
            <a:ext cx="1565148" cy="28757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100" b="0">
                <a:solidFill>
                  <a:srgbClr val="5E6B75"/>
                </a:solidFill>
                <a:latin typeface="맑은 고딕"/>
                <a:ea typeface="맑은 고딕"/>
                <a:cs typeface="맑은 고딕"/>
              </a:rPr>
              <a:t>1943–1958</a:t>
            </a:r>
          </a:p>
        </p:txBody>
      </p:sp>
      <p:cxnSp>
        <p:nvCxnSpPr>
          <p:cNvPr id="14" name="Connector 13"/>
          <p:cNvCxnSpPr/>
          <p:nvPr/>
        </p:nvCxnSpPr>
        <p:spPr>
          <a:xfrm>
            <a:off x="2186940" y="2345436"/>
            <a:ext cx="164592" cy="0"/>
          </a:xfrm>
          <a:prstGeom prst="line">
            <a:avLst/>
          </a:prstGeom>
          <a:ln w="1905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2369820" y="1408176"/>
            <a:ext cx="1711452" cy="1874519"/>
          </a:xfrm>
          <a:prstGeom prst="roundRect">
            <a:avLst>
              <a:gd name="adj" fmla="val 5342"/>
            </a:avLst>
          </a:prstGeom>
          <a:solidFill>
            <a:srgbClr val="D8EA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442972" y="1499616"/>
            <a:ext cx="1565148" cy="28757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300" b="1">
                <a:solidFill>
                  <a:srgbClr val="72ABC8"/>
                </a:solidFill>
                <a:latin typeface="맑은 고딕"/>
                <a:ea typeface="맑은 고딕"/>
                <a:cs typeface="맑은 고딕"/>
              </a:rPr>
              <a:t>Week 2</a:t>
            </a:r>
          </a:p>
        </p:txBody>
      </p:sp>
      <p:sp>
        <p:nvSpPr>
          <p:cNvPr id="17" name="TextBox 16"/>
          <p:cNvSpPr txBox="1"/>
          <p:nvPr/>
        </p:nvSpPr>
        <p:spPr>
          <a:xfrm>
            <a:off x="2442972" y="1804111"/>
            <a:ext cx="1565148" cy="71048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500" b="1">
                <a:solidFill>
                  <a:srgbClr val="01688F"/>
                </a:solidFill>
                <a:latin typeface="맑은 고딕"/>
                <a:ea typeface="맑은 고딕"/>
                <a:cs typeface="맑은 고딕"/>
              </a:rPr>
              <a:t>직선으로</a:t>
            </a:r>
          </a:p>
          <a:p>
            <a:pPr algn="ctr" marL="0" indent="0">
              <a:lnSpc>
                <a:spcPct val="110000"/>
              </a:lnSpc>
              <a:spcBef>
                <a:spcPts val="0"/>
              </a:spcBef>
              <a:spcAft>
                <a:spcPts val="0"/>
              </a:spcAft>
              <a:buNone/>
            </a:pPr>
            <a:r>
              <a:rPr sz="1500" b="1">
                <a:solidFill>
                  <a:srgbClr val="01688F"/>
                </a:solidFill>
                <a:latin typeface="맑은 고딕"/>
                <a:ea typeface="맑은 고딕"/>
                <a:cs typeface="맑은 고딕"/>
              </a:rPr>
              <a:t>안 되면?</a:t>
            </a:r>
          </a:p>
        </p:txBody>
      </p:sp>
      <p:sp>
        <p:nvSpPr>
          <p:cNvPr id="18" name="TextBox 17"/>
          <p:cNvSpPr txBox="1"/>
          <p:nvPr/>
        </p:nvSpPr>
        <p:spPr>
          <a:xfrm>
            <a:off x="2442972" y="2531516"/>
            <a:ext cx="1565148" cy="372160"/>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050" b="0">
                <a:solidFill>
                  <a:srgbClr val="01688F"/>
                </a:solidFill>
                <a:latin typeface="맑은 고딕"/>
                <a:ea typeface="맑은 고딕"/>
                <a:cs typeface="맑은 고딕"/>
              </a:rPr>
              <a:t>Perceptron · MLP</a:t>
            </a:r>
          </a:p>
        </p:txBody>
      </p:sp>
      <p:sp>
        <p:nvSpPr>
          <p:cNvPr id="19" name="TextBox 18"/>
          <p:cNvSpPr txBox="1"/>
          <p:nvPr/>
        </p:nvSpPr>
        <p:spPr>
          <a:xfrm>
            <a:off x="2442972" y="2903677"/>
            <a:ext cx="1565148" cy="28757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100" b="0">
                <a:solidFill>
                  <a:srgbClr val="5E6B75"/>
                </a:solidFill>
                <a:latin typeface="맑은 고딕"/>
                <a:ea typeface="맑은 고딕"/>
                <a:cs typeface="맑은 고딕"/>
              </a:rPr>
              <a:t>1958–1986</a:t>
            </a:r>
          </a:p>
        </p:txBody>
      </p:sp>
      <p:cxnSp>
        <p:nvCxnSpPr>
          <p:cNvPr id="20" name="Connector 19"/>
          <p:cNvCxnSpPr/>
          <p:nvPr/>
        </p:nvCxnSpPr>
        <p:spPr>
          <a:xfrm>
            <a:off x="4099560" y="2345436"/>
            <a:ext cx="164592" cy="0"/>
          </a:xfrm>
          <a:prstGeom prst="line">
            <a:avLst/>
          </a:prstGeom>
          <a:ln w="1905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4282440" y="1408176"/>
            <a:ext cx="1711452" cy="1874519"/>
          </a:xfrm>
          <a:prstGeom prst="roundRect">
            <a:avLst>
              <a:gd name="adj" fmla="val 5342"/>
            </a:avLst>
          </a:prstGeom>
          <a:solidFill>
            <a:srgbClr val="D8EA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355592" y="1499616"/>
            <a:ext cx="1565148" cy="28757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300" b="1">
                <a:solidFill>
                  <a:srgbClr val="72ABC8"/>
                </a:solidFill>
                <a:latin typeface="맑은 고딕"/>
                <a:ea typeface="맑은 고딕"/>
                <a:cs typeface="맑은 고딕"/>
              </a:rPr>
              <a:t>Week 3</a:t>
            </a:r>
          </a:p>
        </p:txBody>
      </p:sp>
      <p:sp>
        <p:nvSpPr>
          <p:cNvPr id="23" name="TextBox 22"/>
          <p:cNvSpPr txBox="1"/>
          <p:nvPr/>
        </p:nvSpPr>
        <p:spPr>
          <a:xfrm>
            <a:off x="4355592" y="1804111"/>
            <a:ext cx="1565148" cy="71048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500" b="1">
                <a:solidFill>
                  <a:srgbClr val="01688F"/>
                </a:solidFill>
                <a:latin typeface="맑은 고딕"/>
                <a:ea typeface="맑은 고딕"/>
                <a:cs typeface="맑은 고딕"/>
              </a:rPr>
              <a:t>공간과</a:t>
            </a:r>
          </a:p>
          <a:p>
            <a:pPr algn="ctr" marL="0" indent="0">
              <a:lnSpc>
                <a:spcPct val="110000"/>
              </a:lnSpc>
              <a:spcBef>
                <a:spcPts val="0"/>
              </a:spcBef>
              <a:spcAft>
                <a:spcPts val="0"/>
              </a:spcAft>
              <a:buNone/>
            </a:pPr>
            <a:r>
              <a:rPr sz="1500" b="1">
                <a:solidFill>
                  <a:srgbClr val="01688F"/>
                </a:solidFill>
                <a:latin typeface="맑은 고딕"/>
                <a:ea typeface="맑은 고딕"/>
                <a:cs typeface="맑은 고딕"/>
              </a:rPr>
              <a:t>깊이는?</a:t>
            </a:r>
          </a:p>
        </p:txBody>
      </p:sp>
      <p:sp>
        <p:nvSpPr>
          <p:cNvPr id="24" name="TextBox 23"/>
          <p:cNvSpPr txBox="1"/>
          <p:nvPr/>
        </p:nvSpPr>
        <p:spPr>
          <a:xfrm>
            <a:off x="4355592" y="2531516"/>
            <a:ext cx="1565148" cy="372160"/>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200" b="0">
                <a:solidFill>
                  <a:srgbClr val="01688F"/>
                </a:solidFill>
                <a:latin typeface="맑은 고딕"/>
                <a:ea typeface="맑은 고딕"/>
                <a:cs typeface="맑은 고딕"/>
              </a:rPr>
              <a:t>CNN · ResNet</a:t>
            </a:r>
          </a:p>
        </p:txBody>
      </p:sp>
      <p:sp>
        <p:nvSpPr>
          <p:cNvPr id="25" name="TextBox 24"/>
          <p:cNvSpPr txBox="1"/>
          <p:nvPr/>
        </p:nvSpPr>
        <p:spPr>
          <a:xfrm>
            <a:off x="4355592" y="2903677"/>
            <a:ext cx="1565148" cy="28757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100" b="0">
                <a:solidFill>
                  <a:srgbClr val="5E6B75"/>
                </a:solidFill>
                <a:latin typeface="맑은 고딕"/>
                <a:ea typeface="맑은 고딕"/>
                <a:cs typeface="맑은 고딕"/>
              </a:rPr>
              <a:t>1989–2016</a:t>
            </a:r>
          </a:p>
        </p:txBody>
      </p:sp>
      <p:cxnSp>
        <p:nvCxnSpPr>
          <p:cNvPr id="26" name="Connector 25"/>
          <p:cNvCxnSpPr/>
          <p:nvPr/>
        </p:nvCxnSpPr>
        <p:spPr>
          <a:xfrm>
            <a:off x="6012180" y="2345436"/>
            <a:ext cx="164592" cy="0"/>
          </a:xfrm>
          <a:prstGeom prst="line">
            <a:avLst/>
          </a:prstGeom>
          <a:ln w="1905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6195060" y="1408176"/>
            <a:ext cx="1711452" cy="1874519"/>
          </a:xfrm>
          <a:prstGeom prst="roundRect">
            <a:avLst>
              <a:gd name="adj" fmla="val 5342"/>
            </a:avLst>
          </a:prstGeom>
          <a:solidFill>
            <a:srgbClr val="D8EA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268212" y="1499616"/>
            <a:ext cx="1565148" cy="28757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300" b="1">
                <a:solidFill>
                  <a:srgbClr val="72ABC8"/>
                </a:solidFill>
                <a:latin typeface="맑은 고딕"/>
                <a:ea typeface="맑은 고딕"/>
                <a:cs typeface="맑은 고딕"/>
              </a:rPr>
              <a:t>Week 4</a:t>
            </a:r>
          </a:p>
        </p:txBody>
      </p:sp>
      <p:sp>
        <p:nvSpPr>
          <p:cNvPr id="29" name="TextBox 28"/>
          <p:cNvSpPr txBox="1"/>
          <p:nvPr/>
        </p:nvSpPr>
        <p:spPr>
          <a:xfrm>
            <a:off x="6268212" y="1804111"/>
            <a:ext cx="1565148" cy="71048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500" b="1">
                <a:solidFill>
                  <a:srgbClr val="01688F"/>
                </a:solidFill>
                <a:latin typeface="맑은 고딕"/>
                <a:ea typeface="맑은 고딕"/>
                <a:cs typeface="맑은 고딕"/>
              </a:rPr>
              <a:t>먼 정보를</a:t>
            </a:r>
          </a:p>
          <a:p>
            <a:pPr algn="ctr" marL="0" indent="0">
              <a:lnSpc>
                <a:spcPct val="110000"/>
              </a:lnSpc>
              <a:spcBef>
                <a:spcPts val="0"/>
              </a:spcBef>
              <a:spcAft>
                <a:spcPts val="0"/>
              </a:spcAft>
              <a:buNone/>
            </a:pPr>
            <a:r>
              <a:rPr sz="1500" b="1">
                <a:solidFill>
                  <a:srgbClr val="01688F"/>
                </a:solidFill>
                <a:latin typeface="맑은 고딕"/>
                <a:ea typeface="맑은 고딕"/>
                <a:cs typeface="맑은 고딕"/>
              </a:rPr>
              <a:t>기억하려면?</a:t>
            </a:r>
          </a:p>
        </p:txBody>
      </p:sp>
      <p:sp>
        <p:nvSpPr>
          <p:cNvPr id="30" name="TextBox 29"/>
          <p:cNvSpPr txBox="1"/>
          <p:nvPr/>
        </p:nvSpPr>
        <p:spPr>
          <a:xfrm>
            <a:off x="6268212" y="2531516"/>
            <a:ext cx="1565148" cy="372160"/>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200" b="0">
                <a:solidFill>
                  <a:srgbClr val="01688F"/>
                </a:solidFill>
                <a:latin typeface="맑은 고딕"/>
                <a:ea typeface="맑은 고딕"/>
                <a:cs typeface="맑은 고딕"/>
              </a:rPr>
              <a:t>RNN · LSTM</a:t>
            </a:r>
          </a:p>
        </p:txBody>
      </p:sp>
      <p:sp>
        <p:nvSpPr>
          <p:cNvPr id="31" name="TextBox 30"/>
          <p:cNvSpPr txBox="1"/>
          <p:nvPr/>
        </p:nvSpPr>
        <p:spPr>
          <a:xfrm>
            <a:off x="6268212" y="2903677"/>
            <a:ext cx="1565148" cy="28757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100" b="0">
                <a:solidFill>
                  <a:srgbClr val="5E6B75"/>
                </a:solidFill>
                <a:latin typeface="맑은 고딕"/>
                <a:ea typeface="맑은 고딕"/>
                <a:cs typeface="맑은 고딕"/>
              </a:rPr>
              <a:t>1986–2014</a:t>
            </a:r>
          </a:p>
        </p:txBody>
      </p:sp>
      <p:cxnSp>
        <p:nvCxnSpPr>
          <p:cNvPr id="32" name="Connector 31"/>
          <p:cNvCxnSpPr/>
          <p:nvPr/>
        </p:nvCxnSpPr>
        <p:spPr>
          <a:xfrm>
            <a:off x="7924799" y="2345436"/>
            <a:ext cx="164593" cy="0"/>
          </a:xfrm>
          <a:prstGeom prst="line">
            <a:avLst/>
          </a:prstGeom>
          <a:ln w="1905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Rounded Rectangle 32"/>
          <p:cNvSpPr/>
          <p:nvPr/>
        </p:nvSpPr>
        <p:spPr>
          <a:xfrm>
            <a:off x="8107680" y="1408176"/>
            <a:ext cx="1711452" cy="1874519"/>
          </a:xfrm>
          <a:prstGeom prst="roundRect">
            <a:avLst>
              <a:gd name="adj" fmla="val 5342"/>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180832" y="1499616"/>
            <a:ext cx="1565148" cy="28757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Week 5</a:t>
            </a:r>
          </a:p>
        </p:txBody>
      </p:sp>
      <p:sp>
        <p:nvSpPr>
          <p:cNvPr id="35" name="TextBox 34"/>
          <p:cNvSpPr txBox="1"/>
          <p:nvPr/>
        </p:nvSpPr>
        <p:spPr>
          <a:xfrm>
            <a:off x="8180832" y="1804111"/>
            <a:ext cx="1565148" cy="71048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원문을</a:t>
            </a:r>
          </a:p>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다시 보면?</a:t>
            </a:r>
          </a:p>
        </p:txBody>
      </p:sp>
      <p:sp>
        <p:nvSpPr>
          <p:cNvPr id="36" name="TextBox 35"/>
          <p:cNvSpPr txBox="1"/>
          <p:nvPr/>
        </p:nvSpPr>
        <p:spPr>
          <a:xfrm>
            <a:off x="8180832" y="2531516"/>
            <a:ext cx="1565148" cy="372160"/>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200" b="0">
                <a:solidFill>
                  <a:srgbClr val="FFFFFF"/>
                </a:solidFill>
                <a:latin typeface="맑은 고딕"/>
                <a:ea typeface="맑은 고딕"/>
                <a:cs typeface="맑은 고딕"/>
              </a:rPr>
              <a:t>Attention</a:t>
            </a:r>
          </a:p>
        </p:txBody>
      </p:sp>
      <p:sp>
        <p:nvSpPr>
          <p:cNvPr id="37" name="TextBox 36"/>
          <p:cNvSpPr txBox="1"/>
          <p:nvPr/>
        </p:nvSpPr>
        <p:spPr>
          <a:xfrm>
            <a:off x="8180832" y="2903677"/>
            <a:ext cx="1565148" cy="28757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100" b="0">
                <a:solidFill>
                  <a:srgbClr val="FFFFFF"/>
                </a:solidFill>
                <a:latin typeface="맑은 고딕"/>
                <a:ea typeface="맑은 고딕"/>
                <a:cs typeface="맑은 고딕"/>
              </a:rPr>
              <a:t>2014–2017</a:t>
            </a:r>
          </a:p>
        </p:txBody>
      </p:sp>
      <p:cxnSp>
        <p:nvCxnSpPr>
          <p:cNvPr id="38" name="Connector 37"/>
          <p:cNvCxnSpPr/>
          <p:nvPr/>
        </p:nvCxnSpPr>
        <p:spPr>
          <a:xfrm>
            <a:off x="9837420" y="2345436"/>
            <a:ext cx="164592" cy="0"/>
          </a:xfrm>
          <a:prstGeom prst="line">
            <a:avLst/>
          </a:prstGeom>
          <a:ln w="1905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9" name="Rounded Rectangle 38"/>
          <p:cNvSpPr/>
          <p:nvPr/>
        </p:nvSpPr>
        <p:spPr>
          <a:xfrm>
            <a:off x="10020300" y="1408176"/>
            <a:ext cx="1711452" cy="1874519"/>
          </a:xfrm>
          <a:prstGeom prst="roundRect">
            <a:avLst>
              <a:gd name="adj" fmla="val 5342"/>
            </a:avLst>
          </a:prstGeom>
          <a:solidFill>
            <a:srgbClr val="EDF5F9"/>
          </a:solidFill>
          <a:ln w="12700">
            <a:solidFill>
              <a:srgbClr val="C5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093452" y="1499616"/>
            <a:ext cx="1565148" cy="28757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300" b="1">
                <a:solidFill>
                  <a:srgbClr val="72ABC8"/>
                </a:solidFill>
                <a:latin typeface="맑은 고딕"/>
                <a:ea typeface="맑은 고딕"/>
                <a:cs typeface="맑은 고딕"/>
              </a:rPr>
              <a:t>Week 6</a:t>
            </a:r>
          </a:p>
        </p:txBody>
      </p:sp>
      <p:sp>
        <p:nvSpPr>
          <p:cNvPr id="41" name="TextBox 40"/>
          <p:cNvSpPr txBox="1"/>
          <p:nvPr/>
        </p:nvSpPr>
        <p:spPr>
          <a:xfrm>
            <a:off x="10093452" y="1804111"/>
            <a:ext cx="1565148" cy="71048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500" b="1">
                <a:solidFill>
                  <a:srgbClr val="5E6B75"/>
                </a:solidFill>
                <a:latin typeface="맑은 고딕"/>
                <a:ea typeface="맑은 고딕"/>
                <a:cs typeface="맑은 고딕"/>
              </a:rPr>
              <a:t>참조만으로</a:t>
            </a:r>
          </a:p>
          <a:p>
            <a:pPr algn="ctr" marL="0" indent="0">
              <a:lnSpc>
                <a:spcPct val="110000"/>
              </a:lnSpc>
              <a:spcBef>
                <a:spcPts val="0"/>
              </a:spcBef>
              <a:spcAft>
                <a:spcPts val="0"/>
              </a:spcAft>
              <a:buNone/>
            </a:pPr>
            <a:r>
              <a:rPr sz="1500" b="1">
                <a:solidFill>
                  <a:srgbClr val="5E6B75"/>
                </a:solidFill>
                <a:latin typeface="맑은 고딕"/>
                <a:ea typeface="맑은 고딕"/>
                <a:cs typeface="맑은 고딕"/>
              </a:rPr>
              <a:t>만들면?</a:t>
            </a:r>
          </a:p>
        </p:txBody>
      </p:sp>
      <p:sp>
        <p:nvSpPr>
          <p:cNvPr id="42" name="TextBox 41"/>
          <p:cNvSpPr txBox="1"/>
          <p:nvPr/>
        </p:nvSpPr>
        <p:spPr>
          <a:xfrm>
            <a:off x="10093452" y="2531516"/>
            <a:ext cx="1565148" cy="372160"/>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200" b="0">
                <a:solidFill>
                  <a:srgbClr val="5E6B75"/>
                </a:solidFill>
                <a:latin typeface="맑은 고딕"/>
                <a:ea typeface="맑은 고딕"/>
                <a:cs typeface="맑은 고딕"/>
              </a:rPr>
              <a:t>Transformer</a:t>
            </a:r>
          </a:p>
        </p:txBody>
      </p:sp>
      <p:sp>
        <p:nvSpPr>
          <p:cNvPr id="43" name="TextBox 42"/>
          <p:cNvSpPr txBox="1"/>
          <p:nvPr/>
        </p:nvSpPr>
        <p:spPr>
          <a:xfrm>
            <a:off x="10093452" y="2903677"/>
            <a:ext cx="1565148" cy="28757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100" b="0">
                <a:solidFill>
                  <a:srgbClr val="5E6B75"/>
                </a:solidFill>
                <a:latin typeface="맑은 고딕"/>
                <a:ea typeface="맑은 고딕"/>
                <a:cs typeface="맑은 고딕"/>
              </a:rPr>
              <a:t>2017–</a:t>
            </a:r>
          </a:p>
        </p:txBody>
      </p:sp>
      <p:sp>
        <p:nvSpPr>
          <p:cNvPr id="44" name="Rounded Rectangle 43"/>
          <p:cNvSpPr/>
          <p:nvPr/>
        </p:nvSpPr>
        <p:spPr>
          <a:xfrm>
            <a:off x="457200" y="3557015"/>
            <a:ext cx="5454396" cy="2825496"/>
          </a:xfrm>
          <a:prstGeom prst="roundRect">
            <a:avLst>
              <a:gd name="adj" fmla="val 3236"/>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40080" y="3648456"/>
            <a:ext cx="5088636" cy="365760"/>
          </a:xfrm>
          <a:prstGeom prst="rect">
            <a:avLst/>
          </a:prstGeom>
          <a:noFill/>
        </p:spPr>
        <p:txBody>
          <a:bodyPr wrap="square" lIns="73152" rIns="73152" tIns="36576" bIns="36576" anchor="ctr">
            <a:spAutoFit/>
          </a:bodyPr>
          <a:lstStyle/>
          <a:p>
            <a:pPr algn="l" marL="0" indent="0">
              <a:lnSpc>
                <a:spcPct val="110000"/>
              </a:lnSpc>
              <a:spcBef>
                <a:spcPts val="0"/>
              </a:spcBef>
              <a:spcAft>
                <a:spcPts val="0"/>
              </a:spcAft>
              <a:buNone/>
            </a:pPr>
            <a:r>
              <a:rPr sz="1300" b="1">
                <a:solidFill>
                  <a:srgbClr val="01688F"/>
                </a:solidFill>
                <a:latin typeface="맑은 고딕"/>
                <a:ea typeface="맑은 고딕"/>
                <a:cs typeface="맑은 고딕"/>
              </a:rPr>
              <a:t>오늘의 순서</a:t>
            </a:r>
          </a:p>
        </p:txBody>
      </p:sp>
      <p:sp>
        <p:nvSpPr>
          <p:cNvPr id="46" name="TextBox 45"/>
          <p:cNvSpPr txBox="1"/>
          <p:nvPr/>
        </p:nvSpPr>
        <p:spPr>
          <a:xfrm>
            <a:off x="640080" y="4059935"/>
            <a:ext cx="5088636" cy="2231136"/>
          </a:xfrm>
          <a:prstGeom prst="rect">
            <a:avLst/>
          </a:prstGeom>
          <a:noFill/>
        </p:spPr>
        <p:txBody>
          <a:bodyPr wrap="square" lIns="73152" rIns="73152" tIns="36576" bIns="36576" anchor="t">
            <a:spAutoFit/>
          </a:bodyPr>
          <a:lstStyle/>
          <a:p>
            <a:pPr algn="l" marL="0" indent="0">
              <a:lnSpc>
                <a:spcPct val="110000"/>
              </a:lnSpc>
              <a:spcBef>
                <a:spcPts val="0"/>
              </a:spcBef>
              <a:spcAft>
                <a:spcPts val="450"/>
              </a:spcAft>
              <a:buNone/>
            </a:pPr>
            <a:r>
              <a:rPr sz="1500" b="1">
                <a:solidFill>
                  <a:srgbClr val="1B2A36"/>
                </a:solidFill>
                <a:latin typeface="맑은 고딕"/>
                <a:ea typeface="맑은 고딕"/>
                <a:cs typeface="맑은 고딕"/>
              </a:rPr>
              <a:t>Part 1</a:t>
            </a:r>
            <a:r>
              <a:rPr sz="1500" b="0">
                <a:solidFill>
                  <a:srgbClr val="1B2A36"/>
                </a:solidFill>
                <a:latin typeface="맑은 고딕"/>
                <a:ea typeface="맑은 고딕"/>
                <a:cs typeface="맑은 고딕"/>
              </a:rPr>
              <a:t> Attention (2014): 출력마다 다른 요약</a:t>
            </a:r>
          </a:p>
          <a:p>
            <a:pPr algn="l" marL="0" indent="0">
              <a:lnSpc>
                <a:spcPct val="110000"/>
              </a:lnSpc>
              <a:spcBef>
                <a:spcPts val="0"/>
              </a:spcBef>
              <a:spcAft>
                <a:spcPts val="450"/>
              </a:spcAft>
              <a:buNone/>
            </a:pPr>
            <a:r>
              <a:rPr sz="1500" b="1">
                <a:solidFill>
                  <a:srgbClr val="1B2A36"/>
                </a:solidFill>
                <a:latin typeface="맑은 고딕"/>
                <a:ea typeface="맑은 고딕"/>
                <a:cs typeface="맑은 고딕"/>
              </a:rPr>
              <a:t>Part 2</a:t>
            </a:r>
            <a:r>
              <a:rPr sz="1500" b="0">
                <a:solidFill>
                  <a:srgbClr val="1B2A36"/>
                </a:solidFill>
                <a:latin typeface="맑은 고딕"/>
                <a:ea typeface="맑은 고딕"/>
                <a:cs typeface="맑은 고딕"/>
              </a:rPr>
              <a:t> Self-attention과 Q · K · V</a:t>
            </a:r>
          </a:p>
          <a:p>
            <a:pPr algn="l" marL="0" indent="0">
              <a:lnSpc>
                <a:spcPct val="110000"/>
              </a:lnSpc>
              <a:spcBef>
                <a:spcPts val="0"/>
              </a:spcBef>
              <a:spcAft>
                <a:spcPts val="450"/>
              </a:spcAft>
              <a:buNone/>
            </a:pPr>
            <a:r>
              <a:rPr sz="1500" b="1">
                <a:solidFill>
                  <a:srgbClr val="1B2A36"/>
                </a:solidFill>
                <a:latin typeface="맑은 고딕"/>
                <a:ea typeface="맑은 고딕"/>
                <a:cs typeface="맑은 고딕"/>
              </a:rPr>
              <a:t>Part 3</a:t>
            </a:r>
            <a:r>
              <a:rPr sz="1500" b="0">
                <a:solidFill>
                  <a:srgbClr val="1B2A36"/>
                </a:solidFill>
                <a:latin typeface="맑은 고딕"/>
                <a:ea typeface="맑은 고딕"/>
                <a:cs typeface="맑은 고딕"/>
              </a:rPr>
              <a:t> Scaled dot-product를 숫자로</a:t>
            </a:r>
          </a:p>
          <a:p>
            <a:pPr algn="l" marL="0" indent="0">
              <a:lnSpc>
                <a:spcPct val="110000"/>
              </a:lnSpc>
              <a:spcBef>
                <a:spcPts val="0"/>
              </a:spcBef>
              <a:spcAft>
                <a:spcPts val="450"/>
              </a:spcAft>
              <a:buNone/>
            </a:pPr>
            <a:r>
              <a:rPr sz="1500" b="1">
                <a:solidFill>
                  <a:srgbClr val="1B2A36"/>
                </a:solidFill>
                <a:latin typeface="맑은 고딕"/>
                <a:ea typeface="맑은 고딕"/>
                <a:cs typeface="맑은 고딕"/>
              </a:rPr>
              <a:t>Part 4</a:t>
            </a:r>
            <a:r>
              <a:rPr sz="1500" b="0">
                <a:solidFill>
                  <a:srgbClr val="1B2A36"/>
                </a:solidFill>
                <a:latin typeface="맑은 고딕"/>
                <a:ea typeface="맑은 고딕"/>
                <a:cs typeface="맑은 고딕"/>
              </a:rPr>
              <a:t> Multi-head와 tensor shape</a:t>
            </a:r>
          </a:p>
          <a:p>
            <a:pPr algn="l" marL="0" indent="0">
              <a:lnSpc>
                <a:spcPct val="110000"/>
              </a:lnSpc>
              <a:spcBef>
                <a:spcPts val="0"/>
              </a:spcBef>
              <a:spcAft>
                <a:spcPts val="450"/>
              </a:spcAft>
              <a:buNone/>
            </a:pPr>
            <a:r>
              <a:rPr sz="1500" b="1">
                <a:solidFill>
                  <a:srgbClr val="1B2A36"/>
                </a:solidFill>
                <a:latin typeface="맑은 고딕"/>
                <a:ea typeface="맑은 고딕"/>
                <a:cs typeface="맑은 고딕"/>
              </a:rPr>
              <a:t>Part 5</a:t>
            </a:r>
            <a:r>
              <a:rPr sz="1500" b="0">
                <a:solidFill>
                  <a:srgbClr val="1B2A36"/>
                </a:solidFill>
                <a:latin typeface="맑은 고딕"/>
                <a:ea typeface="맑은 고딕"/>
                <a:cs typeface="맑은 고딕"/>
              </a:rPr>
              <a:t> 순서 정보: 위치 인코딩</a:t>
            </a:r>
          </a:p>
          <a:p>
            <a:pPr algn="l" marL="0" indent="0">
              <a:lnSpc>
                <a:spcPct val="110000"/>
              </a:lnSpc>
              <a:spcBef>
                <a:spcPts val="0"/>
              </a:spcBef>
              <a:spcAft>
                <a:spcPts val="450"/>
              </a:spcAft>
              <a:buNone/>
            </a:pPr>
            <a:r>
              <a:rPr sz="1500" b="1">
                <a:solidFill>
                  <a:srgbClr val="1B2A36"/>
                </a:solidFill>
                <a:latin typeface="맑은 고딕"/>
                <a:ea typeface="맑은 고딕"/>
                <a:cs typeface="맑은 고딕"/>
              </a:rPr>
              <a:t>Part 6</a:t>
            </a:r>
            <a:r>
              <a:rPr sz="1500" b="0">
                <a:solidFill>
                  <a:srgbClr val="1B2A36"/>
                </a:solidFill>
                <a:latin typeface="맑은 고딕"/>
                <a:ea typeface="맑은 고딕"/>
                <a:cs typeface="맑은 고딕"/>
              </a:rPr>
              <a:t> 모아 보기: 2017 Transformer의 윤곽</a:t>
            </a:r>
          </a:p>
        </p:txBody>
      </p:sp>
      <p:sp>
        <p:nvSpPr>
          <p:cNvPr id="47" name="Rounded Rectangle 46"/>
          <p:cNvSpPr/>
          <p:nvPr/>
        </p:nvSpPr>
        <p:spPr>
          <a:xfrm>
            <a:off x="6277356" y="3557015"/>
            <a:ext cx="5454396" cy="2825496"/>
          </a:xfrm>
          <a:prstGeom prst="roundRect">
            <a:avLst>
              <a:gd name="adj" fmla="val 3236"/>
            </a:avLst>
          </a:prstGeom>
          <a:solidFill>
            <a:srgbClr val="FFFFFF"/>
          </a:solidFill>
          <a:ln w="12700">
            <a:solidFill>
              <a:srgbClr val="C5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460236" y="3648456"/>
            <a:ext cx="5088636" cy="365760"/>
          </a:xfrm>
          <a:prstGeom prst="rect">
            <a:avLst/>
          </a:prstGeom>
          <a:noFill/>
        </p:spPr>
        <p:txBody>
          <a:bodyPr wrap="square" lIns="73152" rIns="73152" tIns="36576" bIns="36576" anchor="ctr">
            <a:spAutoFit/>
          </a:bodyPr>
          <a:lstStyle/>
          <a:p>
            <a:pPr algn="l" marL="0" indent="0">
              <a:lnSpc>
                <a:spcPct val="110000"/>
              </a:lnSpc>
              <a:spcBef>
                <a:spcPts val="0"/>
              </a:spcBef>
              <a:spcAft>
                <a:spcPts val="0"/>
              </a:spcAft>
              <a:buNone/>
            </a:pPr>
            <a:r>
              <a:rPr sz="1300" b="1">
                <a:solidFill>
                  <a:srgbClr val="01688F"/>
                </a:solidFill>
                <a:latin typeface="맑은 고딕"/>
                <a:ea typeface="맑은 고딕"/>
                <a:cs typeface="맑은 고딕"/>
              </a:rPr>
              <a:t>끝나면 할 수 있는 것</a:t>
            </a:r>
          </a:p>
        </p:txBody>
      </p:sp>
      <p:sp>
        <p:nvSpPr>
          <p:cNvPr id="49" name="TextBox 48"/>
          <p:cNvSpPr txBox="1"/>
          <p:nvPr/>
        </p:nvSpPr>
        <p:spPr>
          <a:xfrm>
            <a:off x="6460236" y="4059935"/>
            <a:ext cx="5088636" cy="2231136"/>
          </a:xfrm>
          <a:prstGeom prst="rect">
            <a:avLst/>
          </a:prstGeom>
          <a:noFill/>
        </p:spPr>
        <p:txBody>
          <a:bodyPr wrap="square" lIns="73152" rIns="73152" tIns="36576" bIns="36576" anchor="t">
            <a:spAutoFit/>
          </a:bodyPr>
          <a:lstStyle/>
          <a:p>
            <a:pPr algn="l" marL="256032" indent="-237744">
              <a:lnSpc>
                <a:spcPct val="110000"/>
              </a:lnSpc>
              <a:spcBef>
                <a:spcPts val="0"/>
              </a:spcBef>
              <a:spcAft>
                <a:spcPts val="390"/>
              </a:spcAft>
              <a:buClr>
                <a:srgbClr val="01688F"/>
              </a:buClr>
              <a:buFont typeface="Wingdings" pitchFamily="2" charset="2"/>
              <a:buChar char="§"/>
            </a:pPr>
            <a:r>
              <a:rPr sz="1300" b="0">
                <a:solidFill>
                  <a:srgbClr val="1B2A36"/>
                </a:solidFill>
                <a:latin typeface="맑은 고딕"/>
                <a:ea typeface="맑은 고딕"/>
                <a:cs typeface="맑은 고딕"/>
              </a:rPr>
              <a:t>Attention의 </a:t>
            </a:r>
            <a:r>
              <a:rPr sz="1300" b="1">
                <a:solidFill>
                  <a:srgbClr val="1B2A36"/>
                </a:solidFill>
                <a:latin typeface="맑은 고딕"/>
                <a:ea typeface="맑은 고딕"/>
                <a:cs typeface="맑은 고딕"/>
              </a:rPr>
              <a:t>점수 → softmax → 가중합</a:t>
            </a:r>
            <a:r>
              <a:rPr sz="1300" b="0">
                <a:solidFill>
                  <a:srgbClr val="1B2A36"/>
                </a:solidFill>
                <a:latin typeface="맑은 고딕"/>
                <a:ea typeface="맑은 고딕"/>
                <a:cs typeface="맑은 고딕"/>
              </a:rPr>
              <a:t>을 손으로 계산한다</a:t>
            </a:r>
          </a:p>
          <a:p>
            <a:pPr algn="l" marL="256032" indent="-237744">
              <a:lnSpc>
                <a:spcPct val="110000"/>
              </a:lnSpc>
              <a:spcBef>
                <a:spcPts val="0"/>
              </a:spcBef>
              <a:spcAft>
                <a:spcPts val="390"/>
              </a:spcAft>
              <a:buClr>
                <a:srgbClr val="01688F"/>
              </a:buClr>
              <a:buFont typeface="Wingdings" pitchFamily="2" charset="2"/>
              <a:buChar char="§"/>
            </a:pPr>
            <a:r>
              <a:rPr sz="1300" b="0">
                <a:solidFill>
                  <a:srgbClr val="1B2A36"/>
                </a:solidFill>
                <a:latin typeface="맑은 고딕"/>
                <a:ea typeface="맑은 고딕"/>
                <a:cs typeface="맑은 고딕"/>
              </a:rPr>
              <a:t>Q · K · V의 역할과 </a:t>
            </a:r>
            <a:r>
              <a:rPr sz="1300" b="1">
                <a:solidFill>
                  <a:srgbClr val="1B2A36"/>
                </a:solidFill>
                <a:latin typeface="맑은 고딕"/>
                <a:ea typeface="맑은 고딕"/>
                <a:cs typeface="맑은 고딕"/>
              </a:rPr>
              <a:t>투영 행렬</a:t>
            </a:r>
            <a:r>
              <a:rPr sz="1300" b="0">
                <a:solidFill>
                  <a:srgbClr val="1B2A36"/>
                </a:solidFill>
                <a:latin typeface="맑은 고딕"/>
                <a:ea typeface="맑은 고딕"/>
                <a:cs typeface="맑은 고딕"/>
              </a:rPr>
              <a:t>(파라미터) vs </a:t>
            </a:r>
            <a:r>
              <a:rPr sz="1300" b="1">
                <a:solidFill>
                  <a:srgbClr val="1B2A36"/>
                </a:solidFill>
                <a:latin typeface="맑은 고딕"/>
                <a:ea typeface="맑은 고딕"/>
                <a:cs typeface="맑은 고딕"/>
              </a:rPr>
              <a:t>A</a:t>
            </a:r>
            <a:r>
              <a:rPr sz="1300" b="0">
                <a:solidFill>
                  <a:srgbClr val="1B2A36"/>
                </a:solidFill>
                <a:latin typeface="맑은 고딕"/>
                <a:ea typeface="맑은 고딕"/>
                <a:cs typeface="맑은 고딕"/>
              </a:rPr>
              <a:t>(활성값)를 구분한다</a:t>
            </a:r>
          </a:p>
          <a:p>
            <a:pPr algn="l" marL="256032" indent="-237744">
              <a:lnSpc>
                <a:spcPct val="110000"/>
              </a:lnSpc>
              <a:spcBef>
                <a:spcPts val="0"/>
              </a:spcBef>
              <a:spcAft>
                <a:spcPts val="390"/>
              </a:spcAft>
              <a:buClr>
                <a:srgbClr val="01688F"/>
              </a:buClr>
              <a:buFont typeface="Wingdings" pitchFamily="2" charset="2"/>
              <a:buChar char="§"/>
            </a:pPr>
            <a:r>
              <a:rPr sz="1300" b="0">
                <a:solidFill>
                  <a:srgbClr val="1B2A36"/>
                </a:solidFill>
                <a:latin typeface="맑은 고딕"/>
                <a:ea typeface="맑은 고딕"/>
                <a:cs typeface="맑은 고딕"/>
              </a:rPr>
              <a:t>softmax(QKᵀ/√d_h)V의 </a:t>
            </a:r>
            <a:r>
              <a:rPr sz="1300" b="1">
                <a:solidFill>
                  <a:srgbClr val="1B2A36"/>
                </a:solidFill>
                <a:latin typeface="맑은 고딕"/>
                <a:ea typeface="맑은 고딕"/>
                <a:cs typeface="맑은 고딕"/>
              </a:rPr>
              <a:t>shape</a:t>
            </a:r>
            <a:r>
              <a:rPr sz="1300" b="0">
                <a:solidFill>
                  <a:srgbClr val="1B2A36"/>
                </a:solidFill>
                <a:latin typeface="맑은 고딕"/>
                <a:ea typeface="맑은 고딕"/>
                <a:cs typeface="맑은 고딕"/>
              </a:rPr>
              <a:t>을 단계마다 말한다</a:t>
            </a:r>
          </a:p>
          <a:p>
            <a:pPr algn="l" marL="256032" indent="-237744">
              <a:lnSpc>
                <a:spcPct val="110000"/>
              </a:lnSpc>
              <a:spcBef>
                <a:spcPts val="0"/>
              </a:spcBef>
              <a:spcAft>
                <a:spcPts val="390"/>
              </a:spcAft>
              <a:buClr>
                <a:srgbClr val="01688F"/>
              </a:buClr>
              <a:buFont typeface="Wingdings" pitchFamily="2" charset="2"/>
              <a:buChar char="§"/>
            </a:pPr>
            <a:r>
              <a:rPr sz="1300" b="0">
                <a:solidFill>
                  <a:srgbClr val="1B2A36"/>
                </a:solidFill>
                <a:latin typeface="맑은 고딕"/>
                <a:ea typeface="맑은 고딕"/>
                <a:cs typeface="맑은 고딕"/>
              </a:rPr>
              <a:t>Multi-head에서 </a:t>
            </a:r>
            <a:r>
              <a:rPr sz="1300" b="1">
                <a:solidFill>
                  <a:srgbClr val="1B2A36"/>
                </a:solidFill>
                <a:latin typeface="맑은 고딕"/>
                <a:ea typeface="맑은 고딕"/>
                <a:cs typeface="맑은 고딕"/>
              </a:rPr>
              <a:t>(B, N, d) → (B, H, N, d_h)</a:t>
            </a:r>
            <a:r>
              <a:rPr sz="1300" b="0">
                <a:solidFill>
                  <a:srgbClr val="1B2A36"/>
                </a:solidFill>
                <a:latin typeface="맑은 고딕"/>
                <a:ea typeface="맑은 고딕"/>
                <a:cs typeface="맑은 고딕"/>
              </a:rPr>
              <a:t> 변환을 설명한다</a:t>
            </a:r>
          </a:p>
          <a:p>
            <a:pPr algn="l" marL="256032" indent="-237744">
              <a:lnSpc>
                <a:spcPct val="110000"/>
              </a:lnSpc>
              <a:spcBef>
                <a:spcPts val="0"/>
              </a:spcBef>
              <a:spcAft>
                <a:spcPts val="390"/>
              </a:spcAft>
              <a:buClr>
                <a:srgbClr val="01688F"/>
              </a:buClr>
              <a:buFont typeface="Wingdings" pitchFamily="2" charset="2"/>
              <a:buChar char="§"/>
            </a:pPr>
            <a:r>
              <a:rPr sz="1300" b="0">
                <a:solidFill>
                  <a:srgbClr val="1B2A36"/>
                </a:solidFill>
                <a:latin typeface="맑은 고딕"/>
                <a:ea typeface="맑은 고딕"/>
                <a:cs typeface="맑은 고딕"/>
              </a:rPr>
              <a:t>Self-attention에 </a:t>
            </a:r>
            <a:r>
              <a:rPr sz="1300" b="1">
                <a:solidFill>
                  <a:srgbClr val="1B2A36"/>
                </a:solidFill>
                <a:latin typeface="맑은 고딕"/>
                <a:ea typeface="맑은 고딕"/>
                <a:cs typeface="맑은 고딕"/>
              </a:rPr>
              <a:t>위치 정보</a:t>
            </a:r>
            <a:r>
              <a:rPr sz="1300" b="0">
                <a:solidFill>
                  <a:srgbClr val="1B2A36"/>
                </a:solidFill>
                <a:latin typeface="맑은 고딕"/>
                <a:ea typeface="맑은 고딕"/>
                <a:cs typeface="맑은 고딕"/>
              </a:rPr>
              <a:t>가 필요한 이유를 설명한다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오늘의 새 용어</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낯선 단어를 먼저 한 번 보고 시작한다</a:t>
            </a:r>
          </a:p>
        </p:txBody>
      </p:sp>
      <p:sp>
        <p:nvSpPr>
          <p:cNvPr id="8" name="Rounded Rectangle 7"/>
          <p:cNvSpPr/>
          <p:nvPr/>
        </p:nvSpPr>
        <p:spPr>
          <a:xfrm>
            <a:off x="10543032" y="914400"/>
            <a:ext cx="1188720" cy="365760"/>
          </a:xfrm>
          <a:prstGeom prst="roundRect">
            <a:avLst>
              <a:gd name="adj" fmla="val 50000"/>
            </a:avLst>
          </a:prstGeom>
          <a:solidFill>
            <a:srgbClr val="72ABC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도입</a:t>
            </a:r>
          </a:p>
        </p:txBody>
      </p:sp>
      <p:graphicFrame>
        <p:nvGraphicFramePr>
          <p:cNvPr id="9" name="Table 8"/>
          <p:cNvGraphicFramePr>
            <a:graphicFrameLocks noGrp="1"/>
          </p:cNvGraphicFramePr>
          <p:nvPr/>
        </p:nvGraphicFramePr>
        <p:xfrm>
          <a:off x="457200" y="1408176"/>
          <a:ext cx="11274551" cy="3602735"/>
        </p:xfrm>
        <a:graphic>
          <a:graphicData uri="http://schemas.openxmlformats.org/drawingml/2006/table">
            <a:tbl>
              <a:tblPr firstRow="1" bandRow="0">
                <a:tableStyleId>{5940675A-B579-460E-94D1-54222C63F5DA}</a:tableStyleId>
              </a:tblPr>
              <a:tblGrid>
                <a:gridCol w="2016586"/>
                <a:gridCol w="4766477"/>
                <a:gridCol w="4491488"/>
              </a:tblGrid>
              <a:tr h="374904">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용어</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한 줄 뜻</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비유 · 예</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603503">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Attention 가중치 α</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각 위치를 얼마나 참고할지 (합 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여러 자료에 나눠 준 신뢰 비중</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정렬 (alignment)</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출력 위치와 입력 위치의 대응</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번역할 때 짚어 보는 원문 단어</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Self-attention</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한 시퀀스가 자기 자신의 모든 위치를 참조</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문장이 스스로 앞뒤를 살핌</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Query (Q)</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비교의 기준이 되는 벡터</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찾고 싶은 것</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Key (K)</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비교 대상이 되는 벡터</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책의 색인</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Value (V)</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가중합으로 실제 전달되는 벡터</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책의 내용</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Head</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독립된 Q·K·V 투영 한 벌</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서로 다른 관점의 독자</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위치 인코딩 (PE)</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토큰 벡터에 더하는 위치 정보</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좌석 번호표</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wrap="square" lIns="73152" rIns="73152" tIns="36576" bIns="36576" anchor="b"/>
          <a:lstStyle/>
          <a:p>
            <a:pPr algn="ctr" marL="0" indent="0">
              <a:lnSpc>
                <a:spcPct val="110000"/>
              </a:lnSpc>
              <a:spcBef>
                <a:spcPts val="0"/>
              </a:spcBef>
              <a:spcAft>
                <a:spcPts val="360"/>
              </a:spcAft>
              <a:buNone/>
            </a:pPr>
            <a:r>
              <a:rPr sz="2200" b="1">
                <a:solidFill>
                  <a:srgbClr val="01688F"/>
                </a:solidFill>
                <a:latin typeface="맑은 고딕"/>
                <a:ea typeface="맑은 고딕"/>
                <a:cs typeface="맑은 고딕"/>
              </a:rPr>
              <a:t>Part 1</a:t>
            </a:r>
          </a:p>
          <a:p>
            <a:pPr algn="ctr" marL="0" indent="0">
              <a:lnSpc>
                <a:spcPct val="110000"/>
              </a:lnSpc>
              <a:spcBef>
                <a:spcPts val="0"/>
              </a:spcBef>
              <a:spcAft>
                <a:spcPts val="360"/>
              </a:spcAft>
              <a:buNone/>
            </a:pPr>
            <a:r>
              <a:rPr sz="3600" b="1">
                <a:solidFill>
                  <a:srgbClr val="1B2A36"/>
                </a:solidFill>
                <a:latin typeface="맑은 고딕"/>
                <a:ea typeface="맑은 고딕"/>
                <a:cs typeface="맑은 고딕"/>
              </a:rPr>
              <a:t>Attention: 출력마다 다른 요약</a:t>
            </a:r>
          </a:p>
        </p:txBody>
      </p:sp>
      <p:sp>
        <p:nvSpPr>
          <p:cNvPr id="3" name="Subtitle 2"/>
          <p:cNvSpPr>
            <a:spLocks noGrp="1"/>
          </p:cNvSpPr>
          <p:nvPr>
            <p:ph type="subTitle" idx="1"/>
          </p:nvPr>
        </p:nvSpPr>
        <p:spPr/>
        <p:txBody>
          <a:bodyPr wrap="square" lIns="73152" rIns="73152" tIns="36576" bIns="36576" anchor="t"/>
          <a:lstStyle/>
          <a:p>
            <a:pPr algn="ctr" marL="0" indent="0">
              <a:lnSpc>
                <a:spcPct val="110000"/>
              </a:lnSpc>
              <a:spcBef>
                <a:spcPts val="0"/>
              </a:spcBef>
              <a:spcAft>
                <a:spcPts val="400"/>
              </a:spcAft>
              <a:buNone/>
            </a:pPr>
            <a:r>
              <a:rPr sz="2000" b="0">
                <a:solidFill>
                  <a:srgbClr val="5E6B75"/>
                </a:solidFill>
                <a:latin typeface="맑은 고딕"/>
                <a:ea typeface="맑은 고딕"/>
                <a:cs typeface="맑은 고딕"/>
              </a:rPr>
              <a:t>2014 — 요약본 하나 대신, 원문 전체를 남겨 두고 매번 다시 보면?</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요약본 하나 vs 원문 다시 보기</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700" b="1">
                <a:solidFill>
                  <a:srgbClr val="01688F"/>
                </a:solidFill>
                <a:latin typeface="맑은 고딕"/>
                <a:ea typeface="맑은 고딕"/>
                <a:cs typeface="맑은 고딕"/>
              </a:rPr>
              <a:t>Encoder의 위치별 표현 h_1 … h_S를 버리지 않고, 출력 시점마다 다른 가중합 c_t를 만든다</a:t>
            </a:r>
          </a:p>
        </p:txBody>
      </p:sp>
      <p:sp>
        <p:nvSpPr>
          <p:cNvPr id="8" name="Rounded Rectangle 7"/>
          <p:cNvSpPr/>
          <p:nvPr/>
        </p:nvSpPr>
        <p:spPr>
          <a:xfrm>
            <a:off x="10543032" y="914400"/>
            <a:ext cx="1188720" cy="365760"/>
          </a:xfrm>
          <a:prstGeom prst="roundRect">
            <a:avLst>
              <a:gd name="adj" fmla="val 50000"/>
            </a:avLst>
          </a:prstGeom>
          <a:solidFill>
            <a:srgbClr val="00A3C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아이디어</a:t>
            </a:r>
          </a:p>
        </p:txBody>
      </p:sp>
      <p:pic>
        <p:nvPicPr>
          <p:cNvPr id="9" name="Picture 8" descr="bottleneck.png"/>
          <p:cNvPicPr>
            <a:picLocks noChangeAspect="1"/>
          </p:cNvPicPr>
          <p:nvPr/>
        </p:nvPicPr>
        <p:blipFill>
          <a:blip r:embed="rId3"/>
          <a:stretch>
            <a:fillRect/>
          </a:stretch>
        </p:blipFill>
        <p:spPr>
          <a:xfrm>
            <a:off x="1735990" y="1408176"/>
            <a:ext cx="8716970" cy="3429000"/>
          </a:xfrm>
          <a:prstGeom prst="rect">
            <a:avLst/>
          </a:prstGeom>
        </p:spPr>
      </p:pic>
      <p:sp>
        <p:nvSpPr>
          <p:cNvPr id="10" name="Rounded Rectangle 9"/>
          <p:cNvSpPr/>
          <p:nvPr/>
        </p:nvSpPr>
        <p:spPr>
          <a:xfrm>
            <a:off x="457200" y="5020056"/>
            <a:ext cx="5454396" cy="834390"/>
          </a:xfrm>
          <a:prstGeom prst="roundRect">
            <a:avLst>
              <a:gd name="adj" fmla="val 10958"/>
            </a:avLst>
          </a:prstGeom>
          <a:solidFill>
            <a:srgbClr val="EDF5F9"/>
          </a:solidFill>
          <a:ln w="12700">
            <a:solidFill>
              <a:srgbClr val="72ABC8"/>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l" marL="0" indent="0">
              <a:lnSpc>
                <a:spcPct val="110000"/>
              </a:lnSpc>
              <a:spcBef>
                <a:spcPts val="0"/>
              </a:spcBef>
              <a:spcAft>
                <a:spcPts val="300"/>
              </a:spcAft>
              <a:buNone/>
            </a:pPr>
            <a:r>
              <a:rPr sz="1500" b="1">
                <a:solidFill>
                  <a:srgbClr val="1B2A36"/>
                </a:solidFill>
                <a:latin typeface="맑은 고딕"/>
                <a:ea typeface="맑은 고딕"/>
                <a:cs typeface="맑은 고딕"/>
              </a:rPr>
              <a:t>고정 문맥 벡터</a:t>
            </a:r>
            <a:r>
              <a:rPr sz="1500" b="0">
                <a:solidFill>
                  <a:srgbClr val="1B2A36"/>
                </a:solidFill>
                <a:latin typeface="맑은 고딕"/>
                <a:ea typeface="맑은 고딕"/>
                <a:cs typeface="맑은 고딕"/>
              </a:rPr>
              <a:t>: 책을 읽고 요약문 하나만 남긴 뒤, 그 요약문으로 모든 질문에 답한다</a:t>
            </a:r>
          </a:p>
        </p:txBody>
      </p:sp>
      <p:sp>
        <p:nvSpPr>
          <p:cNvPr id="11" name="Rounded Rectangle 10"/>
          <p:cNvSpPr/>
          <p:nvPr/>
        </p:nvSpPr>
        <p:spPr>
          <a:xfrm>
            <a:off x="6277356" y="5020056"/>
            <a:ext cx="5454396" cy="1072515"/>
          </a:xfrm>
          <a:prstGeom prst="roundRect">
            <a:avLst>
              <a:gd name="adj" fmla="val 8525"/>
            </a:avLst>
          </a:prstGeom>
          <a:solidFill>
            <a:srgbClr val="EDF5F9"/>
          </a:solidFill>
          <a:ln w="12700">
            <a:solidFill>
              <a:srgbClr val="72ABC8"/>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l" marL="0" indent="0">
              <a:lnSpc>
                <a:spcPct val="110000"/>
              </a:lnSpc>
              <a:spcBef>
                <a:spcPts val="0"/>
              </a:spcBef>
              <a:spcAft>
                <a:spcPts val="300"/>
              </a:spcAft>
              <a:buNone/>
            </a:pPr>
            <a:r>
              <a:rPr sz="1500" b="1">
                <a:solidFill>
                  <a:srgbClr val="1B2A36"/>
                </a:solidFill>
                <a:latin typeface="맑은 고딕"/>
                <a:ea typeface="맑은 고딕"/>
                <a:cs typeface="맑은 고딕"/>
              </a:rPr>
              <a:t>Attention</a:t>
            </a:r>
            <a:r>
              <a:rPr sz="1500" b="0">
                <a:solidFill>
                  <a:srgbClr val="1B2A36"/>
                </a:solidFill>
                <a:latin typeface="맑은 고딕"/>
                <a:ea typeface="맑은 고딕"/>
                <a:cs typeface="맑은 고딕"/>
              </a:rPr>
              <a:t>: 답할 때마다 남겨 둔 원문의 여러 위치를 </a:t>
            </a:r>
            <a:r>
              <a:rPr sz="1500" b="1">
                <a:solidFill>
                  <a:srgbClr val="1B2A36"/>
                </a:solidFill>
                <a:latin typeface="맑은 고딕"/>
                <a:ea typeface="맑은 고딕"/>
                <a:cs typeface="맑은 고딕"/>
              </a:rPr>
              <a:t>다른 비중</a:t>
            </a:r>
            <a:r>
              <a:rPr sz="1500" b="0">
                <a:solidFill>
                  <a:srgbClr val="1B2A36"/>
                </a:solidFill>
                <a:latin typeface="맑은 고딕"/>
                <a:ea typeface="맑은 고딕"/>
                <a:cs typeface="맑은 고딕"/>
              </a:rPr>
              <a:t>으로 다시 본다 (비유일 뿐 — 실제는 점수 → softmax → 가중합)</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Attention의 세 단계</a:t>
            </a:r>
          </a:p>
        </p:txBody>
      </p:sp>
      <p:sp>
        <p:nvSpPr>
          <p:cNvPr id="3" name="Content Placeholder 2"/>
          <p:cNvSpPr>
            <a:spLocks noGrp="1"/>
          </p:cNvSpPr>
          <p:nvPr>
            <p:ph idx="1"/>
          </p:nvPr>
        </p:nvSpPr>
        <p:spPr>
          <a:xfrm>
            <a:off x="6495531" y="3099815"/>
            <a:ext cx="5236220" cy="3282696"/>
          </a:xfrm>
        </p:spPr>
        <p:txBody>
          <a:bodyPr wrap="square" lIns="73152" rIns="73152" tIns="36576" bIns="36576" anchor="t">
            <a:normAutofit/>
          </a:bodyPr>
          <a:lstStyle/>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하나의 c가 아니라 출력마다 </a:t>
            </a:r>
            <a:r>
              <a:rPr sz="1800" b="1">
                <a:solidFill>
                  <a:srgbClr val="1B2A36"/>
                </a:solidFill>
              </a:rPr>
              <a:t>다른 c_t</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가장 큰 것 하나를 </a:t>
            </a:r>
            <a:r>
              <a:rPr sz="1800" b="1">
                <a:solidFill>
                  <a:srgbClr val="1B2A36"/>
                </a:solidFill>
              </a:rPr>
              <a:t>복사하는 게 아니다</a:t>
            </a:r>
          </a:p>
          <a:p>
            <a:pPr algn="l" marL="566928" indent="-237744">
              <a:lnSpc>
                <a:spcPct val="110000"/>
              </a:lnSpc>
              <a:spcBef>
                <a:spcPts val="0"/>
              </a:spcBef>
              <a:spcAft>
                <a:spcPts val="775"/>
              </a:spcAft>
              <a:buClr>
                <a:srgbClr val="01688F"/>
              </a:buClr>
              <a:buFont typeface="Arial"/>
              <a:buChar char="-"/>
            </a:pPr>
            <a:r>
              <a:rPr sz="1550" b="0">
                <a:solidFill>
                  <a:srgbClr val="1B2A36"/>
                </a:solidFill>
              </a:rPr>
              <a:t>여러 위치를 비중대로 </a:t>
            </a:r>
            <a:r>
              <a:rPr sz="1550" b="1">
                <a:solidFill>
                  <a:srgbClr val="1B2A36"/>
                </a:solidFill>
              </a:rPr>
              <a:t>섞는다</a:t>
            </a:r>
            <a:r>
              <a:rPr sz="1550" b="0">
                <a:solidFill>
                  <a:srgbClr val="1B2A36"/>
                </a:solidFill>
              </a:rPr>
              <a:t> (soft)</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점수 함수 a: 작은 신경망, 내적 등 (다음 장)</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① 정렬 점수 → ② softmax로 비중 → ③ 값의 가중합</a:t>
            </a:r>
          </a:p>
        </p:txBody>
      </p:sp>
      <p:sp>
        <p:nvSpPr>
          <p:cNvPr id="8" name="Rounded Rectangle 7"/>
          <p:cNvSpPr/>
          <p:nvPr/>
        </p:nvSpPr>
        <p:spPr>
          <a:xfrm>
            <a:off x="10543032" y="914400"/>
            <a:ext cx="1188720" cy="365760"/>
          </a:xfrm>
          <a:prstGeom prst="roundRect">
            <a:avLst>
              <a:gd name="adj" fmla="val 50000"/>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계산</a:t>
            </a:r>
          </a:p>
        </p:txBody>
      </p:sp>
      <p:sp>
        <p:nvSpPr>
          <p:cNvPr id="9" name="Rounded Rectangle 8"/>
          <p:cNvSpPr/>
          <p:nvPr/>
        </p:nvSpPr>
        <p:spPr>
          <a:xfrm>
            <a:off x="457200" y="1408176"/>
            <a:ext cx="11274552" cy="1417320"/>
          </a:xfrm>
          <a:prstGeom prst="roundRect">
            <a:avLst>
              <a:gd name="adj" fmla="val 6451"/>
            </a:avLst>
          </a:prstGeom>
          <a:solidFill>
            <a:srgbClr val="F4F7F9"/>
          </a:solidFill>
          <a:ln w="12700">
            <a:solidFill>
              <a:srgbClr val="C5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408176"/>
            <a:ext cx="11000232" cy="1417320"/>
          </a:xfrm>
          <a:prstGeom prst="rect">
            <a:avLst/>
          </a:prstGeom>
          <a:noFill/>
        </p:spPr>
        <p:txBody>
          <a:bodyPr wrap="square" anchor="ctr">
            <a:spAutoFit/>
          </a:bodyPr>
          <a:lstStyle/>
          <a:p>
            <a:pPr algn="ctr" marL="0" indent="0">
              <a:buNone/>
            </a:pPr>
            <a:r>
              <a:rPr sz="2100" b="1">
                <a:solidFill>
                  <a:srgbClr val="1B2A36"/>
                </a:solidFill>
                <a:latin typeface="Courier New"/>
                <a:ea typeface="맑은 고딕"/>
                <a:cs typeface="Courier New"/>
              </a:rPr>
              <a:t>e[t, j] = a( s[t−1], h[j] )     α[t, j] = softmax_j( e[t, j] )</a:t>
            </a:r>
          </a:p>
          <a:p>
            <a:pPr algn="ctr" marL="0" indent="0">
              <a:buNone/>
            </a:pPr>
            <a:r>
              <a:rPr sz="2100" b="1">
                <a:solidFill>
                  <a:srgbClr val="1B2A36"/>
                </a:solidFill>
                <a:latin typeface="Courier New"/>
                <a:ea typeface="맑은 고딕"/>
                <a:cs typeface="Courier New"/>
              </a:rPr>
              <a:t>c[t] = Σ_j  α[t, j] · h[j]</a:t>
            </a:r>
          </a:p>
        </p:txBody>
      </p:sp>
      <p:graphicFrame>
        <p:nvGraphicFramePr>
          <p:cNvPr id="11" name="Table 10"/>
          <p:cNvGraphicFramePr>
            <a:graphicFrameLocks noGrp="1"/>
          </p:cNvGraphicFramePr>
          <p:nvPr/>
        </p:nvGraphicFramePr>
        <p:xfrm>
          <a:off x="457200" y="3099815"/>
          <a:ext cx="5672568" cy="1874520"/>
        </p:xfrm>
        <a:graphic>
          <a:graphicData uri="http://schemas.openxmlformats.org/drawingml/2006/table">
            <a:tbl>
              <a:tblPr firstRow="1" bandRow="0">
                <a:tableStyleId>{5940675A-B579-460E-94D1-54222C63F5DA}</a:tableStyleId>
              </a:tblPr>
              <a:tblGrid>
                <a:gridCol w="1418142"/>
                <a:gridCol w="1418142"/>
                <a:gridCol w="1418142"/>
                <a:gridCol w="1418142"/>
              </a:tblGrid>
              <a:tr h="374904">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위치 j</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α</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값 v_j</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α · v_j</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374904">
                <a:tc>
                  <a:txBody>
                    <a:bodyPr wrap="square" lIns="36576" rIns="36576" tIns="36576" bIns="36576" anchor="t"/>
                    <a:lstStyle/>
                    <a:p>
                      <a:pPr algn="ctr" marL="0" indent="0">
                        <a:lnSpc>
                          <a:spcPct val="110000"/>
                        </a:lnSpc>
                        <a:spcBef>
                          <a:spcPts val="0"/>
                        </a:spcBef>
                        <a:spcAft>
                          <a:spcPts val="0"/>
                        </a:spcAft>
                        <a:buNone/>
                      </a:pPr>
                      <a:r>
                        <a:rPr sz="1500" b="1">
                          <a:solidFill>
                            <a:srgbClr val="1B2A36"/>
                          </a:solidFill>
                          <a:latin typeface="맑은 고딕"/>
                          <a:ea typeface="맑은 고딕"/>
                          <a:cs typeface="맑은 고딕"/>
                        </a:rPr>
                        <a:t>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0.1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(1, 0)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(0.1, 0)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74904">
                <a:tc>
                  <a:txBody>
                    <a:bodyPr wrap="square" lIns="36576" rIns="36576" tIns="36576" bIns="36576" anchor="t"/>
                    <a:lstStyle/>
                    <a:p>
                      <a:pPr algn="ctr" marL="0" indent="0">
                        <a:lnSpc>
                          <a:spcPct val="110000"/>
                        </a:lnSpc>
                        <a:spcBef>
                          <a:spcPts val="0"/>
                        </a:spcBef>
                        <a:spcAft>
                          <a:spcPts val="0"/>
                        </a:spcAft>
                        <a:buNone/>
                      </a:pPr>
                      <a:r>
                        <a:rPr sz="1500" b="1">
                          <a:solidFill>
                            <a:srgbClr val="1B2A36"/>
                          </a:solidFill>
                          <a:latin typeface="맑은 고딕"/>
                          <a:ea typeface="맑은 고딕"/>
                          <a:cs typeface="맑은 고딕"/>
                        </a:rPr>
                        <a:t>2</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0.2</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(0, 1)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(0, 0.2)</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74904">
                <a:tc>
                  <a:txBody>
                    <a:bodyPr wrap="square" lIns="36576" rIns="36576" tIns="36576" bIns="36576" anchor="t"/>
                    <a:lstStyle/>
                    <a:p>
                      <a:pPr algn="ctr" marL="0" indent="0">
                        <a:lnSpc>
                          <a:spcPct val="110000"/>
                        </a:lnSpc>
                        <a:spcBef>
                          <a:spcPts val="0"/>
                        </a:spcBef>
                        <a:spcAft>
                          <a:spcPts val="0"/>
                        </a:spcAft>
                        <a:buNone/>
                      </a:pPr>
                      <a:r>
                        <a:rPr sz="1500" b="1">
                          <a:solidFill>
                            <a:srgbClr val="1B2A36"/>
                          </a:solidFill>
                          <a:latin typeface="맑은 고딕"/>
                          <a:ea typeface="맑은 고딕"/>
                          <a:cs typeface="맑은 고딕"/>
                        </a:rPr>
                        <a:t>3</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0.7</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(2, 2)</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(1.4, 1.4)</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74904">
                <a:tc>
                  <a:txBody>
                    <a:bodyPr wrap="square" lIns="36576" rIns="36576" tIns="36576" bIns="36576" anchor="t"/>
                    <a:lstStyle/>
                    <a:p>
                      <a:pPr algn="ctr" marL="0" indent="0">
                        <a:lnSpc>
                          <a:spcPct val="110000"/>
                        </a:lnSpc>
                        <a:spcBef>
                          <a:spcPts val="0"/>
                        </a:spcBef>
                        <a:spcAft>
                          <a:spcPts val="0"/>
                        </a:spcAft>
                        <a:buNone/>
                      </a:pPr>
                      <a:r>
                        <a:rPr sz="1500" b="1">
                          <a:solidFill>
                            <a:srgbClr val="1B2A36"/>
                          </a:solidFill>
                          <a:latin typeface="맑은 고딕"/>
                          <a:ea typeface="맑은 고딕"/>
                          <a:cs typeface="맑은 고딕"/>
                        </a:rPr>
                        <a:t>합</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DF1E9"/>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1.0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DF1E9"/>
                    </a:solidFill>
                  </a:tcPr>
                </a:tc>
                <a:tc>
                  <a:txBody>
                    <a:bodyPr wrap="square" lIns="36576" rIns="36576" tIns="36576" bIns="36576" anchor="t"/>
                    <a:lstStyle/>
                    <a:p>
                      <a:pPr algn="ctr" marL="0" indent="0">
                        <a:lnSpc>
                          <a:spcPct val="110000"/>
                        </a:lnSpc>
                        <a:spcBef>
                          <a:spcPts val="0"/>
                        </a:spcBef>
                        <a:spcAft>
                          <a:spcPts val="0"/>
                        </a:spcAft>
                        <a:buNone/>
                      </a:pP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DF1E9"/>
                    </a:solidFill>
                  </a:tcPr>
                </a:tc>
                <a:tc>
                  <a:txBody>
                    <a:bodyPr wrap="square" lIns="36576" rIns="36576" tIns="36576" bIns="36576" anchor="t"/>
                    <a:lstStyle/>
                    <a:p>
                      <a:pPr algn="ctr" marL="0" indent="0">
                        <a:lnSpc>
                          <a:spcPct val="110000"/>
                        </a:lnSpc>
                        <a:spcBef>
                          <a:spcPts val="0"/>
                        </a:spcBef>
                        <a:spcAft>
                          <a:spcPts val="0"/>
                        </a:spcAft>
                        <a:buNone/>
                      </a:pPr>
                      <a:r>
                        <a:rPr sz="1500" b="1">
                          <a:solidFill>
                            <a:srgbClr val="1B2A36"/>
                          </a:solidFill>
                          <a:latin typeface="맑은 고딕"/>
                          <a:ea typeface="맑은 고딕"/>
                          <a:cs typeface="맑은 고딕"/>
                        </a:rPr>
                        <a:t>(1.5, 1.6)</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DF1E9"/>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정렬(alignment)을 눈으로</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각 출력 단어가 어느 입력 단어에 비중을 두었는지 — 관찰 도구이지 증명은 아니다</a:t>
            </a:r>
          </a:p>
        </p:txBody>
      </p:sp>
      <p:sp>
        <p:nvSpPr>
          <p:cNvPr id="8" name="Rounded Rectangle 7"/>
          <p:cNvSpPr/>
          <p:nvPr/>
        </p:nvSpPr>
        <p:spPr>
          <a:xfrm>
            <a:off x="10543032" y="914400"/>
            <a:ext cx="1188720" cy="365760"/>
          </a:xfrm>
          <a:prstGeom prst="roundRect">
            <a:avLst>
              <a:gd name="adj" fmla="val 50000"/>
            </a:avLst>
          </a:prstGeom>
          <a:solidFill>
            <a:srgbClr val="2E8F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검증</a:t>
            </a:r>
          </a:p>
        </p:txBody>
      </p:sp>
      <p:pic>
        <p:nvPicPr>
          <p:cNvPr id="9" name="Picture 8" descr="alignment.png"/>
          <p:cNvPicPr>
            <a:picLocks noChangeAspect="1"/>
          </p:cNvPicPr>
          <p:nvPr/>
        </p:nvPicPr>
        <p:blipFill>
          <a:blip r:embed="rId3"/>
          <a:stretch>
            <a:fillRect/>
          </a:stretch>
        </p:blipFill>
        <p:spPr>
          <a:xfrm>
            <a:off x="457200" y="1602896"/>
            <a:ext cx="6353616" cy="4584894"/>
          </a:xfrm>
          <a:prstGeom prst="rect">
            <a:avLst/>
          </a:prstGeom>
        </p:spPr>
      </p:pic>
      <p:sp>
        <p:nvSpPr>
          <p:cNvPr id="10" name="Rounded Rectangle 9"/>
          <p:cNvSpPr/>
          <p:nvPr/>
        </p:nvSpPr>
        <p:spPr>
          <a:xfrm>
            <a:off x="7130856" y="1408176"/>
            <a:ext cx="4600895" cy="1715262"/>
          </a:xfrm>
          <a:prstGeom prst="roundRect">
            <a:avLst>
              <a:gd name="adj" fmla="val 5330"/>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295448" y="1536192"/>
            <a:ext cx="4271711"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400" b="1">
                <a:solidFill>
                  <a:srgbClr val="01688F"/>
                </a:solidFill>
                <a:latin typeface="맑은 고딕"/>
                <a:ea typeface="맑은 고딕"/>
                <a:cs typeface="맑은 고딕"/>
              </a:rPr>
              <a:t>보여주는 것</a:t>
            </a:r>
          </a:p>
        </p:txBody>
      </p:sp>
      <p:sp>
        <p:nvSpPr>
          <p:cNvPr id="12" name="TextBox 11"/>
          <p:cNvSpPr txBox="1"/>
          <p:nvPr/>
        </p:nvSpPr>
        <p:spPr>
          <a:xfrm>
            <a:off x="7295448" y="1993392"/>
            <a:ext cx="4271711" cy="1002029"/>
          </a:xfrm>
          <a:prstGeom prst="rect">
            <a:avLst/>
          </a:prstGeom>
          <a:noFill/>
        </p:spPr>
        <p:txBody>
          <a:bodyPr wrap="square" lIns="18288" rIns="18288" tIns="36576" bIns="36576" anchor="t">
            <a:spAutoFit/>
          </a:bodyPr>
          <a:lstStyle/>
          <a:p>
            <a:pPr algn="l" marL="256032" indent="-237744">
              <a:lnSpc>
                <a:spcPct val="110000"/>
              </a:lnSpc>
              <a:spcBef>
                <a:spcPts val="0"/>
              </a:spcBef>
              <a:spcAft>
                <a:spcPts val="525"/>
              </a:spcAft>
              <a:buClr>
                <a:srgbClr val="01688F"/>
              </a:buClr>
              <a:buFont typeface="Wingdings" pitchFamily="2" charset="2"/>
              <a:buChar char="§"/>
            </a:pPr>
            <a:r>
              <a:rPr sz="1500" b="0">
                <a:solidFill>
                  <a:srgbClr val="1B2A36"/>
                </a:solidFill>
                <a:latin typeface="맑은 고딕"/>
                <a:ea typeface="맑은 고딕"/>
                <a:cs typeface="맑은 고딕"/>
              </a:rPr>
              <a:t>출력 위치마다 </a:t>
            </a:r>
            <a:r>
              <a:rPr sz="1500" b="1">
                <a:solidFill>
                  <a:srgbClr val="1B2A36"/>
                </a:solidFill>
                <a:latin typeface="맑은 고딕"/>
                <a:ea typeface="맑은 고딕"/>
                <a:cs typeface="맑은 고딕"/>
              </a:rPr>
              <a:t>어느 입력에</a:t>
            </a:r>
            <a:r>
              <a:rPr sz="1500" b="0">
                <a:solidFill>
                  <a:srgbClr val="1B2A36"/>
                </a:solidFill>
                <a:latin typeface="맑은 고딕"/>
                <a:ea typeface="맑은 고딕"/>
                <a:cs typeface="맑은 고딕"/>
              </a:rPr>
              <a:t> 큰 비중을 두었나</a:t>
            </a:r>
          </a:p>
          <a:p>
            <a:pPr algn="l" marL="256032" indent="-237744">
              <a:lnSpc>
                <a:spcPct val="110000"/>
              </a:lnSpc>
              <a:spcBef>
                <a:spcPts val="0"/>
              </a:spcBef>
              <a:spcAft>
                <a:spcPts val="525"/>
              </a:spcAft>
              <a:buClr>
                <a:srgbClr val="01688F"/>
              </a:buClr>
              <a:buFont typeface="Wingdings" pitchFamily="2" charset="2"/>
              <a:buChar char="§"/>
            </a:pPr>
            <a:r>
              <a:rPr sz="1500" b="0">
                <a:solidFill>
                  <a:srgbClr val="1B2A36"/>
                </a:solidFill>
                <a:latin typeface="맑은 고딕"/>
                <a:ea typeface="맑은 고딕"/>
                <a:cs typeface="맑은 고딕"/>
              </a:rPr>
              <a:t>어순이 달라도 대응을 찾는다</a:t>
            </a:r>
          </a:p>
        </p:txBody>
      </p:sp>
      <p:sp>
        <p:nvSpPr>
          <p:cNvPr id="13" name="Rounded Rectangle 12"/>
          <p:cNvSpPr/>
          <p:nvPr/>
        </p:nvSpPr>
        <p:spPr>
          <a:xfrm>
            <a:off x="7130856" y="3352038"/>
            <a:ext cx="4600895" cy="2010537"/>
          </a:xfrm>
          <a:prstGeom prst="roundRect">
            <a:avLst>
              <a:gd name="adj" fmla="val 4548"/>
            </a:avLst>
          </a:prstGeom>
          <a:solidFill>
            <a:srgbClr val="FDF1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295448" y="3480054"/>
            <a:ext cx="4271711"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400" b="1">
                <a:solidFill>
                  <a:srgbClr val="E97132"/>
                </a:solidFill>
                <a:latin typeface="맑은 고딕"/>
                <a:ea typeface="맑은 고딕"/>
                <a:cs typeface="맑은 고딕"/>
              </a:rPr>
              <a:t>증명하지 않는 것</a:t>
            </a:r>
          </a:p>
        </p:txBody>
      </p:sp>
      <p:sp>
        <p:nvSpPr>
          <p:cNvPr id="15" name="TextBox 14"/>
          <p:cNvSpPr txBox="1"/>
          <p:nvPr/>
        </p:nvSpPr>
        <p:spPr>
          <a:xfrm>
            <a:off x="7295448" y="3937254"/>
            <a:ext cx="4271711" cy="1297304"/>
          </a:xfrm>
          <a:prstGeom prst="rect">
            <a:avLst/>
          </a:prstGeom>
          <a:noFill/>
        </p:spPr>
        <p:txBody>
          <a:bodyPr wrap="square" lIns="18288" rIns="18288" tIns="36576" bIns="36576" anchor="t">
            <a:spAutoFit/>
          </a:bodyPr>
          <a:lstStyle/>
          <a:p>
            <a:pPr algn="l" marL="256032" indent="-237744">
              <a:lnSpc>
                <a:spcPct val="110000"/>
              </a:lnSpc>
              <a:spcBef>
                <a:spcPts val="0"/>
              </a:spcBef>
              <a:spcAft>
                <a:spcPts val="525"/>
              </a:spcAft>
              <a:buClr>
                <a:srgbClr val="01688F"/>
              </a:buClr>
              <a:buFont typeface="Wingdings" pitchFamily="2" charset="2"/>
              <a:buChar char="§"/>
            </a:pPr>
            <a:r>
              <a:rPr sz="1500" b="0">
                <a:solidFill>
                  <a:srgbClr val="1B2A36"/>
                </a:solidFill>
                <a:latin typeface="맑은 고딕"/>
                <a:ea typeface="맑은 고딕"/>
                <a:cs typeface="맑은 고딕"/>
              </a:rPr>
              <a:t>그 단어가 예측의 </a:t>
            </a:r>
            <a:r>
              <a:rPr sz="1500" b="1">
                <a:solidFill>
                  <a:srgbClr val="1B2A36"/>
                </a:solidFill>
                <a:latin typeface="맑은 고딕"/>
                <a:ea typeface="맑은 고딕"/>
                <a:cs typeface="맑은 고딕"/>
              </a:rPr>
              <a:t>유일한 원인</a:t>
            </a:r>
            <a:r>
              <a:rPr sz="1500" b="0">
                <a:solidFill>
                  <a:srgbClr val="1B2A36"/>
                </a:solidFill>
                <a:latin typeface="맑은 고딕"/>
                <a:ea typeface="맑은 고딕"/>
                <a:cs typeface="맑은 고딕"/>
              </a:rPr>
              <a:t>이라는 것</a:t>
            </a:r>
          </a:p>
          <a:p>
            <a:pPr algn="l" marL="256032" indent="-237744">
              <a:lnSpc>
                <a:spcPct val="110000"/>
              </a:lnSpc>
              <a:spcBef>
                <a:spcPts val="0"/>
              </a:spcBef>
              <a:spcAft>
                <a:spcPts val="525"/>
              </a:spcAft>
              <a:buClr>
                <a:srgbClr val="01688F"/>
              </a:buClr>
              <a:buFont typeface="Wingdings" pitchFamily="2" charset="2"/>
              <a:buChar char="§"/>
            </a:pPr>
            <a:r>
              <a:rPr sz="1500" b="0">
                <a:solidFill>
                  <a:srgbClr val="1B2A36"/>
                </a:solidFill>
                <a:latin typeface="맑은 고딕"/>
                <a:ea typeface="맑은 고딕"/>
                <a:cs typeface="맑은 고딕"/>
              </a:rPr>
              <a:t>모델이 사람처럼 </a:t>
            </a:r>
            <a:r>
              <a:rPr sz="1500" b="1">
                <a:solidFill>
                  <a:srgbClr val="1B2A36"/>
                </a:solidFill>
                <a:latin typeface="맑은 고딕"/>
                <a:ea typeface="맑은 고딕"/>
                <a:cs typeface="맑은 고딕"/>
              </a:rPr>
              <a:t>이해</a:t>
            </a:r>
            <a:r>
              <a:rPr sz="1500" b="0">
                <a:solidFill>
                  <a:srgbClr val="1B2A36"/>
                </a:solidFill>
                <a:latin typeface="맑은 고딕"/>
                <a:ea typeface="맑은 고딕"/>
                <a:cs typeface="맑은 고딕"/>
              </a:rPr>
              <a:t>했다는 것</a:t>
            </a:r>
          </a:p>
          <a:p>
            <a:pPr algn="l" marL="256032" indent="-237744">
              <a:lnSpc>
                <a:spcPct val="110000"/>
              </a:lnSpc>
              <a:spcBef>
                <a:spcPts val="0"/>
              </a:spcBef>
              <a:spcAft>
                <a:spcPts val="525"/>
              </a:spcAft>
              <a:buClr>
                <a:srgbClr val="01688F"/>
              </a:buClr>
              <a:buFont typeface="Wingdings" pitchFamily="2" charset="2"/>
              <a:buChar char="§"/>
            </a:pPr>
            <a:r>
              <a:rPr sz="1500" b="0">
                <a:solidFill>
                  <a:srgbClr val="1B2A36"/>
                </a:solidFill>
                <a:latin typeface="맑은 고딕"/>
                <a:ea typeface="맑은 고딕"/>
                <a:cs typeface="맑은 고딕"/>
              </a:rPr>
              <a:t>→ 관찰과 인과 검증을 구분 (원자료 개념 확인 18)</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점수 함수: 어떻게 비교할까</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600" b="1">
                <a:solidFill>
                  <a:srgbClr val="01688F"/>
                </a:solidFill>
                <a:latin typeface="맑은 고딕"/>
                <a:ea typeface="맑은 고딕"/>
                <a:cs typeface="맑은 고딕"/>
              </a:rPr>
              <a:t>Bahdanau(2014)는 작은 신경망으로, Luong(2015)은 내적으로 — Transformer는 내적을 택한다</a:t>
            </a:r>
          </a:p>
        </p:txBody>
      </p:sp>
      <p:sp>
        <p:nvSpPr>
          <p:cNvPr id="8" name="Rounded Rectangle 7"/>
          <p:cNvSpPr/>
          <p:nvPr/>
        </p:nvSpPr>
        <p:spPr>
          <a:xfrm>
            <a:off x="10543032" y="914400"/>
            <a:ext cx="1188720" cy="365760"/>
          </a:xfrm>
          <a:prstGeom prst="roundRect">
            <a:avLst>
              <a:gd name="adj" fmla="val 50000"/>
            </a:avLst>
          </a:prstGeom>
          <a:solidFill>
            <a:srgbClr val="72ABC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역사</a:t>
            </a:r>
          </a:p>
        </p:txBody>
      </p:sp>
      <p:graphicFrame>
        <p:nvGraphicFramePr>
          <p:cNvPr id="9" name="Table 8"/>
          <p:cNvGraphicFramePr>
            <a:graphicFrameLocks noGrp="1"/>
          </p:cNvGraphicFramePr>
          <p:nvPr/>
        </p:nvGraphicFramePr>
        <p:xfrm>
          <a:off x="457200" y="1408176"/>
          <a:ext cx="11274551" cy="2194560"/>
        </p:xfrm>
        <a:graphic>
          <a:graphicData uri="http://schemas.openxmlformats.org/drawingml/2006/table">
            <a:tbl>
              <a:tblPr firstRow="1" bandRow="0">
                <a:tableStyleId>{5940675A-B579-460E-94D1-54222C63F5DA}</a:tableStyleId>
              </a:tblPr>
              <a:tblGrid>
                <a:gridCol w="2505456"/>
                <a:gridCol w="2505456"/>
                <a:gridCol w="3758183"/>
                <a:gridCol w="2505456"/>
              </a:tblGrid>
              <a:tr h="390144">
                <a:tc>
                  <a:txBody>
                    <a:bodyPr wrap="square" lIns="36576" rIns="36576" tIns="36576" bIns="36576" anchor="t"/>
                    <a:lstStyle/>
                    <a:p>
                      <a:pPr algn="ctr" marL="0" indent="0">
                        <a:lnSpc>
                          <a:spcPct val="110000"/>
                        </a:lnSpc>
                        <a:spcBef>
                          <a:spcPts val="0"/>
                        </a:spcBef>
                        <a:spcAft>
                          <a:spcPts val="0"/>
                        </a:spcAft>
                        <a:buNone/>
                      </a:pPr>
                      <a:r>
                        <a:rPr sz="1600" b="1">
                          <a:solidFill>
                            <a:srgbClr val="FFFFFF"/>
                          </a:solidFill>
                          <a:latin typeface="맑은 고딕"/>
                          <a:ea typeface="맑은 고딕"/>
                          <a:cs typeface="맑은 고딕"/>
                        </a:rPr>
                        <a:t>점수 함수</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600" b="1">
                          <a:solidFill>
                            <a:srgbClr val="FFFFFF"/>
                          </a:solidFill>
                          <a:latin typeface="맑은 고딕"/>
                          <a:ea typeface="맑은 고딕"/>
                          <a:cs typeface="맑은 고딕"/>
                        </a:rPr>
                        <a:t>식</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600" b="1">
                          <a:solidFill>
                            <a:srgbClr val="FFFFFF"/>
                          </a:solidFill>
                          <a:latin typeface="맑은 고딕"/>
                          <a:ea typeface="맑은 고딕"/>
                          <a:cs typeface="맑은 고딕"/>
                        </a:rPr>
                        <a:t>특징</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600" b="1">
                          <a:solidFill>
                            <a:srgbClr val="FFFFFF"/>
                          </a:solidFill>
                          <a:latin typeface="맑은 고딕"/>
                          <a:ea typeface="맑은 고딕"/>
                          <a:cs typeface="맑은 고딕"/>
                        </a:rPr>
                        <a:t>제안</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633984">
                <a:tc>
                  <a:txBody>
                    <a:bodyPr wrap="square" lIns="36576" rIns="36576" tIns="36576" bIns="36576" anchor="t"/>
                    <a:lstStyle/>
                    <a:p>
                      <a:pPr algn="l" marL="0" indent="0">
                        <a:lnSpc>
                          <a:spcPct val="110000"/>
                        </a:lnSpc>
                        <a:spcBef>
                          <a:spcPts val="0"/>
                        </a:spcBef>
                        <a:spcAft>
                          <a:spcPts val="0"/>
                        </a:spcAft>
                        <a:buNone/>
                      </a:pPr>
                      <a:r>
                        <a:rPr sz="1600" b="1">
                          <a:solidFill>
                            <a:srgbClr val="1B2A36"/>
                          </a:solidFill>
                          <a:latin typeface="맑은 고딕"/>
                          <a:ea typeface="맑은 고딕"/>
                          <a:cs typeface="맑은 고딕"/>
                        </a:rPr>
                        <a:t>Additive (작은 신경망)</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600" b="0">
                          <a:solidFill>
                            <a:srgbClr val="1B2A36"/>
                          </a:solidFill>
                          <a:latin typeface="맑은 고딕"/>
                          <a:ea typeface="맑은 고딕"/>
                          <a:cs typeface="맑은 고딕"/>
                        </a:rPr>
                        <a:t>vᵀ tanh(W s + U h)</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600" b="0">
                          <a:solidFill>
                            <a:srgbClr val="1B2A36"/>
                          </a:solidFill>
                          <a:latin typeface="맑은 고딕"/>
                          <a:ea typeface="맑은 고딕"/>
                          <a:cs typeface="맑은 고딕"/>
                        </a:rPr>
                        <a:t>유연하지만 쌍마다 계산</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600" b="0">
                          <a:solidFill>
                            <a:srgbClr val="1B2A36"/>
                          </a:solidFill>
                          <a:latin typeface="맑은 고딕"/>
                          <a:ea typeface="맑은 고딕"/>
                          <a:cs typeface="맑은 고딕"/>
                        </a:rPr>
                        <a:t>Bahdanau et al. 2014</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90144">
                <a:tc>
                  <a:txBody>
                    <a:bodyPr wrap="square" lIns="36576" rIns="36576" tIns="36576" bIns="36576" anchor="t"/>
                    <a:lstStyle/>
                    <a:p>
                      <a:pPr algn="l" marL="0" indent="0">
                        <a:lnSpc>
                          <a:spcPct val="110000"/>
                        </a:lnSpc>
                        <a:spcBef>
                          <a:spcPts val="0"/>
                        </a:spcBef>
                        <a:spcAft>
                          <a:spcPts val="0"/>
                        </a:spcAft>
                        <a:buNone/>
                      </a:pPr>
                      <a:r>
                        <a:rPr sz="1600" b="1">
                          <a:solidFill>
                            <a:srgbClr val="1B2A36"/>
                          </a:solidFill>
                          <a:latin typeface="맑은 고딕"/>
                          <a:ea typeface="맑은 고딕"/>
                          <a:cs typeface="맑은 고딕"/>
                        </a:rPr>
                        <a:t>Dot (내적)</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600" b="0">
                          <a:solidFill>
                            <a:srgbClr val="1B2A36"/>
                          </a:solidFill>
                          <a:latin typeface="맑은 고딕"/>
                          <a:ea typeface="맑은 고딕"/>
                          <a:cs typeface="맑은 고딕"/>
                        </a:rPr>
                        <a:t>sᵀ h</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600" b="0">
                          <a:solidFill>
                            <a:srgbClr val="1B2A36"/>
                          </a:solidFill>
                          <a:latin typeface="맑은 고딕"/>
                          <a:ea typeface="맑은 고딕"/>
                          <a:cs typeface="맑은 고딕"/>
                        </a:rPr>
                        <a:t>행렬곱 한 번으로 </a:t>
                      </a:r>
                      <a:r>
                        <a:rPr sz="1600" b="1">
                          <a:solidFill>
                            <a:srgbClr val="1B2A36"/>
                          </a:solidFill>
                          <a:latin typeface="맑은 고딕"/>
                          <a:ea typeface="맑은 고딕"/>
                          <a:cs typeface="맑은 고딕"/>
                        </a:rPr>
                        <a:t>모든 쌍</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600" b="0">
                          <a:solidFill>
                            <a:srgbClr val="1B2A36"/>
                          </a:solidFill>
                          <a:latin typeface="맑은 고딕"/>
                          <a:ea typeface="맑은 고딕"/>
                          <a:cs typeface="맑은 고딕"/>
                        </a:rPr>
                        <a:t>Luong et al. 2015</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90144">
                <a:tc>
                  <a:txBody>
                    <a:bodyPr wrap="square" lIns="36576" rIns="36576" tIns="36576" bIns="36576" anchor="t"/>
                    <a:lstStyle/>
                    <a:p>
                      <a:pPr algn="l" marL="0" indent="0">
                        <a:lnSpc>
                          <a:spcPct val="110000"/>
                        </a:lnSpc>
                        <a:spcBef>
                          <a:spcPts val="0"/>
                        </a:spcBef>
                        <a:spcAft>
                          <a:spcPts val="0"/>
                        </a:spcAft>
                        <a:buNone/>
                      </a:pPr>
                      <a:r>
                        <a:rPr sz="1600" b="1">
                          <a:solidFill>
                            <a:srgbClr val="1B2A36"/>
                          </a:solidFill>
                          <a:latin typeface="맑은 고딕"/>
                          <a:ea typeface="맑은 고딕"/>
                          <a:cs typeface="맑은 고딕"/>
                        </a:rPr>
                        <a:t>General (bilinear)</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600" b="0">
                          <a:solidFill>
                            <a:srgbClr val="1B2A36"/>
                          </a:solidFill>
                          <a:latin typeface="맑은 고딕"/>
                          <a:ea typeface="맑은 고딕"/>
                          <a:cs typeface="맑은 고딕"/>
                        </a:rPr>
                        <a:t>sᵀ W h</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600" b="0">
                          <a:solidFill>
                            <a:srgbClr val="1B2A36"/>
                          </a:solidFill>
                          <a:latin typeface="맑은 고딕"/>
                          <a:ea typeface="맑은 고딕"/>
                          <a:cs typeface="맑은 고딕"/>
                        </a:rPr>
                        <a:t>학습된 W로 비교 공간을 바꿈</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600" b="0">
                          <a:solidFill>
                            <a:srgbClr val="1B2A36"/>
                          </a:solidFill>
                          <a:latin typeface="맑은 고딕"/>
                          <a:ea typeface="맑은 고딕"/>
                          <a:cs typeface="맑은 고딕"/>
                        </a:rPr>
                        <a:t>Luong et al. 2015</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90144">
                <a:tc>
                  <a:txBody>
                    <a:bodyPr wrap="square" lIns="36576" rIns="36576" tIns="36576" bIns="36576" anchor="t"/>
                    <a:lstStyle/>
                    <a:p>
                      <a:pPr algn="l" marL="0" indent="0">
                        <a:lnSpc>
                          <a:spcPct val="110000"/>
                        </a:lnSpc>
                        <a:spcBef>
                          <a:spcPts val="0"/>
                        </a:spcBef>
                        <a:spcAft>
                          <a:spcPts val="0"/>
                        </a:spcAft>
                        <a:buNone/>
                      </a:pPr>
                      <a:r>
                        <a:rPr sz="1600" b="1">
                          <a:solidFill>
                            <a:srgbClr val="1B2A36"/>
                          </a:solidFill>
                          <a:latin typeface="맑은 고딕"/>
                          <a:ea typeface="맑은 고딕"/>
                          <a:cs typeface="맑은 고딕"/>
                        </a:rPr>
                        <a:t>Scaled dot</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DF1E9"/>
                    </a:solidFill>
                  </a:tcPr>
                </a:tc>
                <a:tc>
                  <a:txBody>
                    <a:bodyPr wrap="square" lIns="36576" rIns="36576" tIns="36576" bIns="36576" anchor="t"/>
                    <a:lstStyle/>
                    <a:p>
                      <a:pPr algn="l" marL="0" indent="0">
                        <a:lnSpc>
                          <a:spcPct val="110000"/>
                        </a:lnSpc>
                        <a:spcBef>
                          <a:spcPts val="0"/>
                        </a:spcBef>
                        <a:spcAft>
                          <a:spcPts val="0"/>
                        </a:spcAft>
                        <a:buNone/>
                      </a:pPr>
                      <a:r>
                        <a:rPr sz="1600" b="0">
                          <a:solidFill>
                            <a:srgbClr val="1B2A36"/>
                          </a:solidFill>
                          <a:latin typeface="맑은 고딕"/>
                          <a:ea typeface="맑은 고딕"/>
                          <a:cs typeface="맑은 고딕"/>
                        </a:rPr>
                        <a:t>qᵀ k / √d_h</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DF1E9"/>
                    </a:solidFill>
                  </a:tcPr>
                </a:tc>
                <a:tc>
                  <a:txBody>
                    <a:bodyPr wrap="square" lIns="36576" rIns="36576" tIns="36576" bIns="36576" anchor="t"/>
                    <a:lstStyle/>
                    <a:p>
                      <a:pPr algn="l" marL="0" indent="0">
                        <a:lnSpc>
                          <a:spcPct val="110000"/>
                        </a:lnSpc>
                        <a:spcBef>
                          <a:spcPts val="0"/>
                        </a:spcBef>
                        <a:spcAft>
                          <a:spcPts val="0"/>
                        </a:spcAft>
                        <a:buNone/>
                      </a:pPr>
                      <a:r>
                        <a:rPr sz="1600" b="0">
                          <a:solidFill>
                            <a:srgbClr val="1B2A36"/>
                          </a:solidFill>
                          <a:latin typeface="맑은 고딕"/>
                          <a:ea typeface="맑은 고딕"/>
                          <a:cs typeface="맑은 고딕"/>
                        </a:rPr>
                        <a:t>내적 + 크기 보정</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DF1E9"/>
                    </a:solidFill>
                  </a:tcPr>
                </a:tc>
                <a:tc>
                  <a:txBody>
                    <a:bodyPr wrap="square" lIns="36576" rIns="36576" tIns="36576" bIns="36576" anchor="t"/>
                    <a:lstStyle/>
                    <a:p>
                      <a:pPr algn="l" marL="0" indent="0">
                        <a:lnSpc>
                          <a:spcPct val="110000"/>
                        </a:lnSpc>
                        <a:spcBef>
                          <a:spcPts val="0"/>
                        </a:spcBef>
                        <a:spcAft>
                          <a:spcPts val="0"/>
                        </a:spcAft>
                        <a:buNone/>
                      </a:pPr>
                      <a:r>
                        <a:rPr sz="1600" b="1">
                          <a:solidFill>
                            <a:srgbClr val="1B2A36"/>
                          </a:solidFill>
                          <a:latin typeface="맑은 고딕"/>
                          <a:ea typeface="맑은 고딕"/>
                          <a:cs typeface="맑은 고딕"/>
                        </a:rPr>
                        <a:t>Transformer 2017</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DF1E9"/>
                    </a:solidFill>
                  </a:tcPr>
                </a:tc>
              </a:tr>
            </a:tbl>
          </a:graphicData>
        </a:graphic>
      </p:graphicFrame>
      <p:sp>
        <p:nvSpPr>
          <p:cNvPr id="10" name="Rounded Rectangle 9"/>
          <p:cNvSpPr/>
          <p:nvPr/>
        </p:nvSpPr>
        <p:spPr>
          <a:xfrm>
            <a:off x="457200" y="4425696"/>
            <a:ext cx="11274552" cy="614680"/>
          </a:xfrm>
          <a:prstGeom prst="roundRect">
            <a:avLst>
              <a:gd name="adj" fmla="val 14876"/>
            </a:avLst>
          </a:prstGeom>
          <a:solidFill>
            <a:srgbClr val="EDF5F9"/>
          </a:solidFill>
          <a:ln w="12700">
            <a:solidFill>
              <a:srgbClr val="72ABC8"/>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l" marL="0" indent="0">
              <a:lnSpc>
                <a:spcPct val="110000"/>
              </a:lnSpc>
              <a:spcBef>
                <a:spcPts val="0"/>
              </a:spcBef>
              <a:spcAft>
                <a:spcPts val="320"/>
              </a:spcAft>
              <a:buNone/>
            </a:pPr>
            <a:r>
              <a:rPr sz="1600" b="0">
                <a:solidFill>
                  <a:srgbClr val="1B2A36"/>
                </a:solidFill>
                <a:latin typeface="맑은 고딕"/>
                <a:ea typeface="맑은 고딕"/>
                <a:cs typeface="맑은 고딕"/>
              </a:rPr>
              <a:t>1주차 복습: 행렬곱 = 내적 여러 개를 </a:t>
            </a:r>
            <a:r>
              <a:rPr sz="1600" b="1">
                <a:solidFill>
                  <a:srgbClr val="1B2A36"/>
                </a:solidFill>
                <a:latin typeface="맑은 고딕"/>
                <a:ea typeface="맑은 고딕"/>
                <a:cs typeface="맑은 고딕"/>
              </a:rPr>
              <a:t>한 번에</a:t>
            </a:r>
            <a:r>
              <a:rPr sz="1600" b="0">
                <a:solidFill>
                  <a:srgbClr val="1B2A36"/>
                </a:solidFill>
                <a:latin typeface="맑은 고딕"/>
                <a:ea typeface="맑은 고딕"/>
                <a:cs typeface="맑은 고딕"/>
              </a:rPr>
              <a:t> → 모든 (출력, 입력) 쌍의 점수를 행렬곱 하나로.</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Attention을 본체로 쓰면?</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보조 장치였던 ‘참조 연산’으로 시퀀스의 표현 자체를 만들 수 있을까?</a:t>
            </a:r>
          </a:p>
        </p:txBody>
      </p:sp>
      <p:sp>
        <p:nvSpPr>
          <p:cNvPr id="8" name="Rounded Rectangle 7"/>
          <p:cNvSpPr/>
          <p:nvPr/>
        </p:nvSpPr>
        <p:spPr>
          <a:xfrm>
            <a:off x="10543032" y="914400"/>
            <a:ext cx="1188720" cy="365760"/>
          </a:xfrm>
          <a:prstGeom prst="roundRect">
            <a:avLst>
              <a:gd name="adj" fmla="val 50000"/>
            </a:avLst>
          </a:prstGeom>
          <a:solidFill>
            <a:srgbClr val="00A3C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아이디어</a:t>
            </a:r>
          </a:p>
        </p:txBody>
      </p:sp>
      <p:graphicFrame>
        <p:nvGraphicFramePr>
          <p:cNvPr id="9" name="Table 8"/>
          <p:cNvGraphicFramePr>
            <a:graphicFrameLocks noGrp="1"/>
          </p:cNvGraphicFramePr>
          <p:nvPr/>
        </p:nvGraphicFramePr>
        <p:xfrm>
          <a:off x="457200" y="1408176"/>
          <a:ext cx="11274551" cy="2048256"/>
        </p:xfrm>
        <a:graphic>
          <a:graphicData uri="http://schemas.openxmlformats.org/drawingml/2006/table">
            <a:tbl>
              <a:tblPr firstRow="1" bandRow="0">
                <a:tableStyleId>{5940675A-B579-460E-94D1-54222C63F5DA}</a:tableStyleId>
              </a:tblPr>
              <a:tblGrid>
                <a:gridCol w="2571389"/>
                <a:gridCol w="5538376"/>
                <a:gridCol w="3164786"/>
              </a:tblGrid>
              <a:tr h="390144">
                <a:tc>
                  <a:txBody>
                    <a:bodyPr wrap="square" lIns="36576" rIns="36576" tIns="36576" bIns="36576" anchor="t"/>
                    <a:lstStyle/>
                    <a:p>
                      <a:pPr algn="ctr" marL="0" indent="0">
                        <a:lnSpc>
                          <a:spcPct val="110000"/>
                        </a:lnSpc>
                        <a:spcBef>
                          <a:spcPts val="0"/>
                        </a:spcBef>
                        <a:spcAft>
                          <a:spcPts val="0"/>
                        </a:spcAft>
                        <a:buNone/>
                      </a:pPr>
                      <a:r>
                        <a:rPr sz="1600" b="1">
                          <a:solidFill>
                            <a:srgbClr val="FFFFFF"/>
                          </a:solidFill>
                          <a:latin typeface="맑은 고딕"/>
                          <a:ea typeface="맑은 고딕"/>
                          <a:cs typeface="맑은 고딕"/>
                        </a:rPr>
                        <a:t>구조</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600" b="1">
                          <a:solidFill>
                            <a:srgbClr val="FFFFFF"/>
                          </a:solidFill>
                          <a:latin typeface="맑은 고딕"/>
                          <a:ea typeface="맑은 고딕"/>
                          <a:cs typeface="맑은 고딕"/>
                        </a:rPr>
                        <a:t>중심 질문</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600" b="1">
                          <a:solidFill>
                            <a:srgbClr val="FFFFFF"/>
                          </a:solidFill>
                          <a:latin typeface="맑은 고딕"/>
                          <a:ea typeface="맑은 고딕"/>
                          <a:cs typeface="맑은 고딕"/>
                        </a:rPr>
                        <a:t>남는 문제</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390144">
                <a:tc>
                  <a:txBody>
                    <a:bodyPr wrap="square" lIns="36576" rIns="36576" tIns="36576" bIns="36576" anchor="t"/>
                    <a:lstStyle/>
                    <a:p>
                      <a:pPr algn="l" marL="0" indent="0">
                        <a:lnSpc>
                          <a:spcPct val="110000"/>
                        </a:lnSpc>
                        <a:spcBef>
                          <a:spcPts val="0"/>
                        </a:spcBef>
                        <a:spcAft>
                          <a:spcPts val="0"/>
                        </a:spcAft>
                        <a:buNone/>
                      </a:pPr>
                      <a:r>
                        <a:rPr sz="1600" b="1">
                          <a:solidFill>
                            <a:srgbClr val="1B2A36"/>
                          </a:solidFill>
                          <a:latin typeface="맑은 고딕"/>
                          <a:ea typeface="맑은 고딕"/>
                          <a:cs typeface="맑은 고딕"/>
                        </a:rPr>
                        <a:t>RNN / LSTM</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600" b="0">
                          <a:solidFill>
                            <a:srgbClr val="1B2A36"/>
                          </a:solidFill>
                          <a:latin typeface="맑은 고딕"/>
                          <a:ea typeface="맑은 고딕"/>
                          <a:cs typeface="맑은 고딕"/>
                        </a:rPr>
                        <a:t>정보를 어떻게 </a:t>
                      </a:r>
                      <a:r>
                        <a:rPr sz="1600" b="1">
                          <a:solidFill>
                            <a:srgbClr val="1B2A36"/>
                          </a:solidFill>
                          <a:latin typeface="맑은 고딕"/>
                          <a:ea typeface="맑은 고딕"/>
                          <a:cs typeface="맑은 고딕"/>
                        </a:rPr>
                        <a:t>보존·갱신</a:t>
                      </a:r>
                      <a:r>
                        <a:rPr sz="1600" b="0">
                          <a:solidFill>
                            <a:srgbClr val="1B2A36"/>
                          </a:solidFill>
                          <a:latin typeface="맑은 고딕"/>
                          <a:ea typeface="맑은 고딕"/>
                          <a:cs typeface="맑은 고딕"/>
                        </a:rPr>
                        <a:t>할까?</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600" b="0">
                          <a:solidFill>
                            <a:srgbClr val="1B2A36"/>
                          </a:solidFill>
                          <a:latin typeface="맑은 고딕"/>
                          <a:ea typeface="맑은 고딕"/>
                          <a:cs typeface="맑은 고딕"/>
                        </a:rPr>
                        <a:t>고정 크기 상태 · 순차 계산</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633984">
                <a:tc>
                  <a:txBody>
                    <a:bodyPr wrap="square" lIns="36576" rIns="36576" tIns="36576" bIns="36576" anchor="t"/>
                    <a:lstStyle/>
                    <a:p>
                      <a:pPr algn="l" marL="0" indent="0">
                        <a:lnSpc>
                          <a:spcPct val="110000"/>
                        </a:lnSpc>
                        <a:spcBef>
                          <a:spcPts val="0"/>
                        </a:spcBef>
                        <a:spcAft>
                          <a:spcPts val="0"/>
                        </a:spcAft>
                        <a:buNone/>
                      </a:pPr>
                      <a:r>
                        <a:rPr sz="1600" b="1">
                          <a:solidFill>
                            <a:srgbClr val="1B2A36"/>
                          </a:solidFill>
                          <a:latin typeface="맑은 고딕"/>
                          <a:ea typeface="맑은 고딕"/>
                          <a:cs typeface="맑은 고딕"/>
                        </a:rPr>
                        <a:t>RNN + Attention (2014)</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600" b="0">
                          <a:solidFill>
                            <a:srgbClr val="1B2A36"/>
                          </a:solidFill>
                          <a:latin typeface="맑은 고딕"/>
                          <a:ea typeface="맑은 고딕"/>
                          <a:cs typeface="맑은 고딕"/>
                        </a:rPr>
                        <a:t>현재 필요한 정보를 </a:t>
                      </a:r>
                      <a:r>
                        <a:rPr sz="1600" b="1">
                          <a:solidFill>
                            <a:srgbClr val="1B2A36"/>
                          </a:solidFill>
                          <a:latin typeface="맑은 고딕"/>
                          <a:ea typeface="맑은 고딕"/>
                          <a:cs typeface="맑은 고딕"/>
                        </a:rPr>
                        <a:t>어느 입력 위치</a:t>
                      </a:r>
                      <a:r>
                        <a:rPr sz="1600" b="0">
                          <a:solidFill>
                            <a:srgbClr val="1B2A36"/>
                          </a:solidFill>
                          <a:latin typeface="맑은 고딕"/>
                          <a:ea typeface="맑은 고딕"/>
                          <a:cs typeface="맑은 고딕"/>
                        </a:rPr>
                        <a:t>에서 가져올까?</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600" b="0">
                          <a:solidFill>
                            <a:srgbClr val="1B2A36"/>
                          </a:solidFill>
                          <a:latin typeface="맑은 고딕"/>
                          <a:ea typeface="맑은 고딕"/>
                          <a:cs typeface="맑은 고딕"/>
                        </a:rPr>
                        <a:t>순환은 여전히 순차적</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633984">
                <a:tc>
                  <a:txBody>
                    <a:bodyPr wrap="square" lIns="36576" rIns="36576" tIns="36576" bIns="36576" anchor="t"/>
                    <a:lstStyle/>
                    <a:p>
                      <a:pPr algn="l" marL="0" indent="0">
                        <a:lnSpc>
                          <a:spcPct val="110000"/>
                        </a:lnSpc>
                        <a:spcBef>
                          <a:spcPts val="0"/>
                        </a:spcBef>
                        <a:spcAft>
                          <a:spcPts val="0"/>
                        </a:spcAft>
                        <a:buNone/>
                      </a:pPr>
                      <a:r>
                        <a:rPr sz="1600" b="1">
                          <a:solidFill>
                            <a:srgbClr val="1B2A36"/>
                          </a:solidFill>
                          <a:latin typeface="맑은 고딕"/>
                          <a:ea typeface="맑은 고딕"/>
                          <a:cs typeface="맑은 고딕"/>
                        </a:rPr>
                        <a:t>Transformer (2017)</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DF1E9"/>
                    </a:solidFill>
                  </a:tcPr>
                </a:tc>
                <a:tc>
                  <a:txBody>
                    <a:bodyPr wrap="square" lIns="36576" rIns="36576" tIns="36576" bIns="36576" anchor="t"/>
                    <a:lstStyle/>
                    <a:p>
                      <a:pPr algn="l" marL="0" indent="0">
                        <a:lnSpc>
                          <a:spcPct val="110000"/>
                        </a:lnSpc>
                        <a:spcBef>
                          <a:spcPts val="0"/>
                        </a:spcBef>
                        <a:spcAft>
                          <a:spcPts val="0"/>
                        </a:spcAft>
                        <a:buNone/>
                      </a:pPr>
                      <a:r>
                        <a:rPr sz="1600" b="1">
                          <a:solidFill>
                            <a:srgbClr val="1B2A36"/>
                          </a:solidFill>
                          <a:latin typeface="맑은 고딕"/>
                          <a:ea typeface="맑은 고딕"/>
                          <a:cs typeface="맑은 고딕"/>
                        </a:rPr>
                        <a:t>참조 연산만으로</a:t>
                      </a:r>
                      <a:r>
                        <a:rPr sz="1600" b="0">
                          <a:solidFill>
                            <a:srgbClr val="1B2A36"/>
                          </a:solidFill>
                          <a:latin typeface="맑은 고딕"/>
                          <a:ea typeface="맑은 고딕"/>
                          <a:cs typeface="맑은 고딕"/>
                        </a:rPr>
                        <a:t> 시퀀스의 표현 자체를 만들 수 있을까?</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DF1E9"/>
                    </a:solidFill>
                  </a:tcPr>
                </a:tc>
                <a:tc>
                  <a:txBody>
                    <a:bodyPr wrap="square" lIns="36576" rIns="36576" tIns="36576" bIns="36576" anchor="t"/>
                    <a:lstStyle/>
                    <a:p>
                      <a:pPr algn="l" marL="0" indent="0">
                        <a:lnSpc>
                          <a:spcPct val="110000"/>
                        </a:lnSpc>
                        <a:spcBef>
                          <a:spcPts val="0"/>
                        </a:spcBef>
                        <a:spcAft>
                          <a:spcPts val="0"/>
                        </a:spcAft>
                        <a:buNone/>
                      </a:pPr>
                      <a:r>
                        <a:rPr sz="1600" b="0">
                          <a:solidFill>
                            <a:srgbClr val="1B2A36"/>
                          </a:solidFill>
                          <a:latin typeface="맑은 고딕"/>
                          <a:ea typeface="맑은 고딕"/>
                          <a:cs typeface="맑은 고딕"/>
                        </a:rPr>
                        <a:t>→ 오늘 · 다음 주</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DF1E9"/>
                    </a:solidFill>
                  </a:tcPr>
                </a:tc>
              </a:tr>
            </a:tbl>
          </a:graphicData>
        </a:graphic>
      </p:graphicFrame>
      <p:sp>
        <p:nvSpPr>
          <p:cNvPr id="10" name="Rounded Rectangle 9"/>
          <p:cNvSpPr/>
          <p:nvPr/>
        </p:nvSpPr>
        <p:spPr>
          <a:xfrm>
            <a:off x="457200" y="4059935"/>
            <a:ext cx="11274552" cy="868680"/>
          </a:xfrm>
          <a:prstGeom prst="roundRect">
            <a:avLst>
              <a:gd name="adj" fmla="val 10526"/>
            </a:avLst>
          </a:prstGeom>
          <a:solidFill>
            <a:srgbClr val="FDF1E9"/>
          </a:solidFill>
          <a:ln w="12700">
            <a:solidFill>
              <a:srgbClr val="E97132"/>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l" marL="0" indent="0">
              <a:lnSpc>
                <a:spcPct val="110000"/>
              </a:lnSpc>
              <a:spcBef>
                <a:spcPts val="0"/>
              </a:spcBef>
              <a:spcAft>
                <a:spcPts val="320"/>
              </a:spcAft>
              <a:buNone/>
            </a:pPr>
            <a:r>
              <a:rPr sz="1600" b="1">
                <a:solidFill>
                  <a:srgbClr val="E97132"/>
                </a:solidFill>
                <a:latin typeface="맑은 고딕"/>
                <a:ea typeface="맑은 고딕"/>
                <a:cs typeface="맑은 고딕"/>
              </a:rPr>
              <a:t>주의</a:t>
            </a:r>
            <a:r>
              <a:rPr sz="1600" b="0">
                <a:solidFill>
                  <a:srgbClr val="1B2A36"/>
                </a:solidFill>
                <a:latin typeface="맑은 고딕"/>
                <a:ea typeface="맑은 고딕"/>
                <a:cs typeface="맑은 고딕"/>
              </a:rPr>
              <a:t> self-attention은 2017년 전에도 있었다. Transformer = Attention + FFN + 잔차 + 정규화 + 위치 정보의 </a:t>
            </a:r>
            <a:r>
              <a:rPr sz="1600" b="1">
                <a:solidFill>
                  <a:srgbClr val="1B2A36"/>
                </a:solidFill>
                <a:latin typeface="맑은 고딕"/>
                <a:ea typeface="맑은 고딕"/>
                <a:cs typeface="맑은 고딕"/>
              </a:rPr>
              <a:t>조합</a:t>
            </a:r>
            <a:r>
              <a:rPr sz="1600" b="0">
                <a:solidFill>
                  <a:srgbClr val="1B2A36"/>
                </a:solidFill>
                <a:latin typeface="맑은 고딕"/>
                <a:ea typeface="맑은 고딕"/>
                <a:cs typeface="맑은 고딕"/>
              </a:rPr>
              <a:t>. ‘All You Need’는 ‘다른 계산이 없다’는 뜻이 아니다.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wrap="square" lIns="73152" rIns="73152" tIns="36576" bIns="36576" anchor="b"/>
          <a:lstStyle/>
          <a:p>
            <a:pPr algn="ctr" marL="0" indent="0">
              <a:lnSpc>
                <a:spcPct val="110000"/>
              </a:lnSpc>
              <a:spcBef>
                <a:spcPts val="0"/>
              </a:spcBef>
              <a:spcAft>
                <a:spcPts val="360"/>
              </a:spcAft>
              <a:buNone/>
            </a:pPr>
            <a:r>
              <a:rPr sz="2200" b="1">
                <a:solidFill>
                  <a:srgbClr val="01688F"/>
                </a:solidFill>
                <a:latin typeface="맑은 고딕"/>
                <a:ea typeface="맑은 고딕"/>
                <a:cs typeface="맑은 고딕"/>
              </a:rPr>
              <a:t>Part 2</a:t>
            </a:r>
          </a:p>
          <a:p>
            <a:pPr algn="ctr" marL="0" indent="0">
              <a:lnSpc>
                <a:spcPct val="110000"/>
              </a:lnSpc>
              <a:spcBef>
                <a:spcPts val="0"/>
              </a:spcBef>
              <a:spcAft>
                <a:spcPts val="360"/>
              </a:spcAft>
              <a:buNone/>
            </a:pPr>
            <a:r>
              <a:rPr sz="3600" b="1">
                <a:solidFill>
                  <a:srgbClr val="1B2A36"/>
                </a:solidFill>
                <a:latin typeface="맑은 고딕"/>
                <a:ea typeface="맑은 고딕"/>
                <a:cs typeface="맑은 고딕"/>
              </a:rPr>
              <a:t>Self-attention과 Q · K · V</a:t>
            </a:r>
          </a:p>
        </p:txBody>
      </p:sp>
      <p:sp>
        <p:nvSpPr>
          <p:cNvPr id="3" name="Subtitle 2"/>
          <p:cNvSpPr>
            <a:spLocks noGrp="1"/>
          </p:cNvSpPr>
          <p:nvPr>
            <p:ph type="subTitle" idx="1"/>
          </p:nvPr>
        </p:nvSpPr>
        <p:spPr/>
        <p:txBody>
          <a:bodyPr wrap="square" lIns="73152" rIns="73152" tIns="36576" bIns="36576" anchor="t"/>
          <a:lstStyle/>
          <a:p>
            <a:pPr algn="ctr" marL="0" indent="0">
              <a:lnSpc>
                <a:spcPct val="110000"/>
              </a:lnSpc>
              <a:spcBef>
                <a:spcPts val="0"/>
              </a:spcBef>
              <a:spcAft>
                <a:spcPts val="400"/>
              </a:spcAft>
              <a:buNone/>
            </a:pPr>
            <a:r>
              <a:rPr sz="2000" b="0">
                <a:solidFill>
                  <a:srgbClr val="5E6B75"/>
                </a:solidFill>
                <a:latin typeface="맑은 고딕"/>
                <a:ea typeface="맑은 고딕"/>
                <a:cs typeface="맑은 고딕"/>
              </a:rPr>
              <a:t>문장이 자기 자신의 모든 위치를 참조한다면?</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Self-attention: 문장이 스스로를 참조한다</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모든 토큰이 같은 문장의 모든 토큰을 보고, 필요한 정보를 섞어 새 표현을 만든다</a:t>
            </a:r>
          </a:p>
        </p:txBody>
      </p:sp>
      <p:sp>
        <p:nvSpPr>
          <p:cNvPr id="8" name="Rounded Rectangle 7"/>
          <p:cNvSpPr/>
          <p:nvPr/>
        </p:nvSpPr>
        <p:spPr>
          <a:xfrm>
            <a:off x="10543032" y="914400"/>
            <a:ext cx="1188720" cy="365760"/>
          </a:xfrm>
          <a:prstGeom prst="roundRect">
            <a:avLst>
              <a:gd name="adj" fmla="val 50000"/>
            </a:avLst>
          </a:prstGeom>
          <a:solidFill>
            <a:srgbClr val="00A3C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아이디어</a:t>
            </a:r>
          </a:p>
        </p:txBody>
      </p:sp>
      <p:sp>
        <p:nvSpPr>
          <p:cNvPr id="9" name="Rounded Rectangle 8"/>
          <p:cNvSpPr/>
          <p:nvPr/>
        </p:nvSpPr>
        <p:spPr>
          <a:xfrm>
            <a:off x="457200" y="1408176"/>
            <a:ext cx="3605784" cy="2501392"/>
          </a:xfrm>
          <a:prstGeom prst="roundRect">
            <a:avLst>
              <a:gd name="adj" fmla="val 3655"/>
            </a:avLst>
          </a:prstGeom>
          <a:solidFill>
            <a:srgbClr val="FFFFFF"/>
          </a:solidFill>
          <a:ln w="12700">
            <a:solidFill>
              <a:srgbClr val="C5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1792" y="1536192"/>
            <a:ext cx="3276600"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800" b="1">
                <a:solidFill>
                  <a:srgbClr val="01688F"/>
                </a:solidFill>
                <a:latin typeface="맑은 고딕"/>
                <a:ea typeface="맑은 고딕"/>
                <a:cs typeface="맑은 고딕"/>
              </a:rPr>
              <a:t>예시</a:t>
            </a:r>
          </a:p>
        </p:txBody>
      </p:sp>
      <p:sp>
        <p:nvSpPr>
          <p:cNvPr id="11" name="TextBox 10"/>
          <p:cNvSpPr txBox="1"/>
          <p:nvPr/>
        </p:nvSpPr>
        <p:spPr>
          <a:xfrm>
            <a:off x="621792" y="1993392"/>
            <a:ext cx="3276600" cy="1788159"/>
          </a:xfrm>
          <a:prstGeom prst="rect">
            <a:avLst/>
          </a:prstGeom>
          <a:noFill/>
        </p:spPr>
        <p:txBody>
          <a:bodyPr wrap="square" lIns="18288" rIns="18288" tIns="36576" bIns="36576" anchor="t">
            <a:spAutoFit/>
          </a:bodyPr>
          <a:lstStyle/>
          <a:p>
            <a:pPr algn="l" marL="256032" indent="-237744">
              <a:lnSpc>
                <a:spcPct val="110000"/>
              </a:lnSpc>
              <a:spcBef>
                <a:spcPts val="0"/>
              </a:spcBef>
              <a:spcAft>
                <a:spcPts val="560"/>
              </a:spcAft>
              <a:buClr>
                <a:srgbClr val="01688F"/>
              </a:buClr>
              <a:buFont typeface="Wingdings" pitchFamily="2" charset="2"/>
              <a:buChar char="§"/>
            </a:pPr>
            <a:r>
              <a:rPr sz="1600" b="0">
                <a:solidFill>
                  <a:srgbClr val="1B2A36"/>
                </a:solidFill>
                <a:latin typeface="맑은 고딕"/>
                <a:ea typeface="맑은 고딕"/>
                <a:cs typeface="맑은 고딕"/>
              </a:rPr>
              <a:t>“그 </a:t>
            </a:r>
            <a:r>
              <a:rPr sz="1600" b="1">
                <a:solidFill>
                  <a:srgbClr val="1B2A36"/>
                </a:solidFill>
                <a:latin typeface="맑은 고딕"/>
                <a:ea typeface="맑은 고딕"/>
                <a:cs typeface="맑은 고딕"/>
              </a:rPr>
              <a:t>동물</a:t>
            </a:r>
            <a:r>
              <a:rPr sz="1600" b="0">
                <a:solidFill>
                  <a:srgbClr val="1B2A36"/>
                </a:solidFill>
                <a:latin typeface="맑은 고딕"/>
                <a:ea typeface="맑은 고딕"/>
                <a:cs typeface="맑은 고딕"/>
              </a:rPr>
              <a:t>은 너무 피곤해서 길을 건너지 않았다. </a:t>
            </a:r>
            <a:r>
              <a:rPr sz="1600" b="1">
                <a:solidFill>
                  <a:srgbClr val="1B2A36"/>
                </a:solidFill>
                <a:latin typeface="맑은 고딕"/>
                <a:ea typeface="맑은 고딕"/>
                <a:cs typeface="맑은 고딕"/>
              </a:rPr>
              <a:t>그것</a:t>
            </a:r>
            <a:r>
              <a:rPr sz="1600" b="0">
                <a:solidFill>
                  <a:srgbClr val="1B2A36"/>
                </a:solidFill>
                <a:latin typeface="맑은 고딕"/>
                <a:ea typeface="맑은 고딕"/>
                <a:cs typeface="맑은 고딕"/>
              </a:rPr>
              <a:t>은 …”</a:t>
            </a:r>
          </a:p>
          <a:p>
            <a:pPr algn="l" marL="256032" indent="-237744">
              <a:lnSpc>
                <a:spcPct val="110000"/>
              </a:lnSpc>
              <a:spcBef>
                <a:spcPts val="0"/>
              </a:spcBef>
              <a:spcAft>
                <a:spcPts val="560"/>
              </a:spcAft>
              <a:buClr>
                <a:srgbClr val="01688F"/>
              </a:buClr>
              <a:buFont typeface="Wingdings" pitchFamily="2" charset="2"/>
              <a:buChar char="§"/>
            </a:pPr>
            <a:r>
              <a:rPr sz="1600" b="0">
                <a:solidFill>
                  <a:srgbClr val="1B2A36"/>
                </a:solidFill>
                <a:latin typeface="맑은 고딕"/>
                <a:ea typeface="맑은 고딕"/>
                <a:cs typeface="맑은 고딕"/>
              </a:rPr>
              <a:t>‘그것’의 표현을 만들 때 ‘동물’을 많이 참고하면 좋다</a:t>
            </a:r>
          </a:p>
        </p:txBody>
      </p:sp>
      <p:sp>
        <p:nvSpPr>
          <p:cNvPr id="12" name="Rounded Rectangle 11"/>
          <p:cNvSpPr/>
          <p:nvPr/>
        </p:nvSpPr>
        <p:spPr>
          <a:xfrm>
            <a:off x="4291584" y="1408176"/>
            <a:ext cx="3605784" cy="2501392"/>
          </a:xfrm>
          <a:prstGeom prst="roundRect">
            <a:avLst>
              <a:gd name="adj" fmla="val 3655"/>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56176" y="1536192"/>
            <a:ext cx="3276600"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800" b="1">
                <a:solidFill>
                  <a:srgbClr val="01688F"/>
                </a:solidFill>
                <a:latin typeface="맑은 고딕"/>
                <a:ea typeface="맑은 고딕"/>
                <a:cs typeface="맑은 고딕"/>
              </a:rPr>
              <a:t>RNN</a:t>
            </a:r>
          </a:p>
        </p:txBody>
      </p:sp>
      <p:sp>
        <p:nvSpPr>
          <p:cNvPr id="14" name="TextBox 13"/>
          <p:cNvSpPr txBox="1"/>
          <p:nvPr/>
        </p:nvSpPr>
        <p:spPr>
          <a:xfrm>
            <a:off x="4456176" y="1993392"/>
            <a:ext cx="3276600" cy="1788159"/>
          </a:xfrm>
          <a:prstGeom prst="rect">
            <a:avLst/>
          </a:prstGeom>
          <a:noFill/>
        </p:spPr>
        <p:txBody>
          <a:bodyPr wrap="square" lIns="18288" rIns="18288" tIns="36576" bIns="36576" anchor="t">
            <a:spAutoFit/>
          </a:bodyPr>
          <a:lstStyle/>
          <a:p>
            <a:pPr algn="l" marL="256032" indent="-237744">
              <a:lnSpc>
                <a:spcPct val="110000"/>
              </a:lnSpc>
              <a:spcBef>
                <a:spcPts val="0"/>
              </a:spcBef>
              <a:spcAft>
                <a:spcPts val="560"/>
              </a:spcAft>
              <a:buClr>
                <a:srgbClr val="01688F"/>
              </a:buClr>
              <a:buFont typeface="Wingdings" pitchFamily="2" charset="2"/>
              <a:buChar char="§"/>
            </a:pPr>
            <a:r>
              <a:rPr sz="1600" b="0">
                <a:solidFill>
                  <a:srgbClr val="1B2A36"/>
                </a:solidFill>
                <a:latin typeface="맑은 고딕"/>
                <a:ea typeface="맑은 고딕"/>
                <a:cs typeface="맑은 고딕"/>
              </a:rPr>
              <a:t>먼 두 토큰이 만나려면 </a:t>
            </a:r>
            <a:r>
              <a:rPr sz="1600" b="1">
                <a:solidFill>
                  <a:srgbClr val="1B2A36"/>
                </a:solidFill>
                <a:latin typeface="맑은 고딕"/>
                <a:ea typeface="맑은 고딕"/>
                <a:cs typeface="맑은 고딕"/>
              </a:rPr>
              <a:t>N단계</a:t>
            </a:r>
            <a:r>
              <a:rPr sz="1600" b="0">
                <a:solidFill>
                  <a:srgbClr val="1B2A36"/>
                </a:solidFill>
                <a:latin typeface="맑은 고딕"/>
                <a:ea typeface="맑은 고딕"/>
                <a:cs typeface="맑은 고딕"/>
              </a:rPr>
              <a:t>를 거친다</a:t>
            </a:r>
          </a:p>
          <a:p>
            <a:pPr algn="l" marL="256032" indent="-237744">
              <a:lnSpc>
                <a:spcPct val="110000"/>
              </a:lnSpc>
              <a:spcBef>
                <a:spcPts val="0"/>
              </a:spcBef>
              <a:spcAft>
                <a:spcPts val="560"/>
              </a:spcAft>
              <a:buClr>
                <a:srgbClr val="01688F"/>
              </a:buClr>
              <a:buFont typeface="Wingdings" pitchFamily="2" charset="2"/>
              <a:buChar char="§"/>
            </a:pPr>
            <a:r>
              <a:rPr sz="1600" b="0">
                <a:solidFill>
                  <a:srgbClr val="1B2A36"/>
                </a:solidFill>
                <a:latin typeface="맑은 고딕"/>
                <a:ea typeface="맑은 고딕"/>
                <a:cs typeface="맑은 고딕"/>
              </a:rPr>
              <a:t>h_t는 h_(t−1)이 필요 → </a:t>
            </a:r>
            <a:r>
              <a:rPr sz="1600" b="1">
                <a:solidFill>
                  <a:srgbClr val="1B2A36"/>
                </a:solidFill>
                <a:latin typeface="맑은 고딕"/>
                <a:ea typeface="맑은 고딕"/>
                <a:cs typeface="맑은 고딕"/>
              </a:rPr>
              <a:t>순차</a:t>
            </a:r>
          </a:p>
        </p:txBody>
      </p:sp>
      <p:sp>
        <p:nvSpPr>
          <p:cNvPr id="15" name="Rounded Rectangle 14"/>
          <p:cNvSpPr/>
          <p:nvPr/>
        </p:nvSpPr>
        <p:spPr>
          <a:xfrm>
            <a:off x="8125968" y="1408176"/>
            <a:ext cx="3605784" cy="2501392"/>
          </a:xfrm>
          <a:prstGeom prst="roundRect">
            <a:avLst>
              <a:gd name="adj" fmla="val 3655"/>
            </a:avLst>
          </a:prstGeom>
          <a:solidFill>
            <a:srgbClr val="FDF1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90560" y="1536192"/>
            <a:ext cx="3276600"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800" b="1">
                <a:solidFill>
                  <a:srgbClr val="E97132"/>
                </a:solidFill>
                <a:latin typeface="맑은 고딕"/>
                <a:ea typeface="맑은 고딕"/>
                <a:cs typeface="맑은 고딕"/>
              </a:rPr>
              <a:t>Self-attention</a:t>
            </a:r>
          </a:p>
        </p:txBody>
      </p:sp>
      <p:sp>
        <p:nvSpPr>
          <p:cNvPr id="17" name="TextBox 16"/>
          <p:cNvSpPr txBox="1"/>
          <p:nvPr/>
        </p:nvSpPr>
        <p:spPr>
          <a:xfrm>
            <a:off x="8290560" y="1993392"/>
            <a:ext cx="3276600" cy="1788159"/>
          </a:xfrm>
          <a:prstGeom prst="rect">
            <a:avLst/>
          </a:prstGeom>
          <a:noFill/>
        </p:spPr>
        <p:txBody>
          <a:bodyPr wrap="square" lIns="18288" rIns="18288" tIns="36576" bIns="36576" anchor="t">
            <a:spAutoFit/>
          </a:bodyPr>
          <a:lstStyle/>
          <a:p>
            <a:pPr algn="l" marL="256032" indent="-237744">
              <a:lnSpc>
                <a:spcPct val="110000"/>
              </a:lnSpc>
              <a:spcBef>
                <a:spcPts val="0"/>
              </a:spcBef>
              <a:spcAft>
                <a:spcPts val="560"/>
              </a:spcAft>
              <a:buClr>
                <a:srgbClr val="01688F"/>
              </a:buClr>
              <a:buFont typeface="Wingdings" pitchFamily="2" charset="2"/>
              <a:buChar char="§"/>
            </a:pPr>
            <a:r>
              <a:rPr sz="1600" b="0">
                <a:solidFill>
                  <a:srgbClr val="1B2A36"/>
                </a:solidFill>
                <a:latin typeface="맑은 고딕"/>
                <a:ea typeface="맑은 고딕"/>
                <a:cs typeface="맑은 고딕"/>
              </a:rPr>
              <a:t>한 층에서 </a:t>
            </a:r>
            <a:r>
              <a:rPr sz="1600" b="1">
                <a:solidFill>
                  <a:srgbClr val="1B2A36"/>
                </a:solidFill>
                <a:latin typeface="맑은 고딕"/>
                <a:ea typeface="맑은 고딕"/>
                <a:cs typeface="맑은 고딕"/>
              </a:rPr>
              <a:t>직접</a:t>
            </a:r>
            <a:r>
              <a:rPr sz="1600" b="0">
                <a:solidFill>
                  <a:srgbClr val="1B2A36"/>
                </a:solidFill>
                <a:latin typeface="맑은 고딕"/>
                <a:ea typeface="맑은 고딕"/>
                <a:cs typeface="맑은 고딕"/>
              </a:rPr>
              <a:t> 만난다 (경로 1)</a:t>
            </a:r>
          </a:p>
          <a:p>
            <a:pPr algn="l" marL="256032" indent="-237744">
              <a:lnSpc>
                <a:spcPct val="110000"/>
              </a:lnSpc>
              <a:spcBef>
                <a:spcPts val="0"/>
              </a:spcBef>
              <a:spcAft>
                <a:spcPts val="560"/>
              </a:spcAft>
              <a:buClr>
                <a:srgbClr val="01688F"/>
              </a:buClr>
              <a:buFont typeface="Wingdings" pitchFamily="2" charset="2"/>
              <a:buChar char="§"/>
            </a:pPr>
            <a:r>
              <a:rPr sz="1600" b="0">
                <a:solidFill>
                  <a:srgbClr val="1B2A36"/>
                </a:solidFill>
                <a:latin typeface="맑은 고딕"/>
                <a:ea typeface="맑은 고딕"/>
                <a:cs typeface="맑은 고딕"/>
              </a:rPr>
              <a:t>모든 위치를 </a:t>
            </a:r>
            <a:r>
              <a:rPr sz="1600" b="1">
                <a:solidFill>
                  <a:srgbClr val="1B2A36"/>
                </a:solidFill>
                <a:latin typeface="맑은 고딕"/>
                <a:ea typeface="맑은 고딕"/>
                <a:cs typeface="맑은 고딕"/>
              </a:rPr>
              <a:t>동시에</a:t>
            </a:r>
            <a:r>
              <a:rPr sz="1600" b="0">
                <a:solidFill>
                  <a:srgbClr val="1B2A36"/>
                </a:solidFill>
                <a:latin typeface="맑은 고딕"/>
                <a:ea typeface="맑은 고딕"/>
                <a:cs typeface="맑은 고딕"/>
              </a:rPr>
              <a:t> 계산</a:t>
            </a:r>
          </a:p>
        </p:txBody>
      </p:sp>
      <p:sp>
        <p:nvSpPr>
          <p:cNvPr id="18" name="Rounded Rectangle 17"/>
          <p:cNvSpPr/>
          <p:nvPr/>
        </p:nvSpPr>
        <p:spPr>
          <a:xfrm>
            <a:off x="457200" y="4275328"/>
            <a:ext cx="11274552" cy="633095"/>
          </a:xfrm>
          <a:prstGeom prst="roundRect">
            <a:avLst>
              <a:gd name="adj" fmla="val 14443"/>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ctr" marL="0" indent="0">
              <a:lnSpc>
                <a:spcPct val="110000"/>
              </a:lnSpc>
              <a:spcBef>
                <a:spcPts val="0"/>
              </a:spcBef>
              <a:spcAft>
                <a:spcPts val="340"/>
              </a:spcAft>
              <a:buNone/>
            </a:pPr>
            <a:r>
              <a:rPr sz="1700" b="1">
                <a:solidFill>
                  <a:srgbClr val="FFFFFF"/>
                </a:solidFill>
                <a:latin typeface="맑은 고딕"/>
                <a:ea typeface="맑은 고딕"/>
                <a:cs typeface="맑은 고딕"/>
              </a:rPr>
              <a:t>질문: 같은 입력 X에서 ‘비교할 기준’과 ‘가져올 내용’을 어떻게 만들까? → </a:t>
            </a:r>
            <a:r>
              <a:rPr sz="1700" b="1">
                <a:solidFill>
                  <a:srgbClr val="FFFFFF"/>
                </a:solidFill>
                <a:latin typeface="맑은 고딕"/>
                <a:ea typeface="맑은 고딕"/>
                <a:cs typeface="맑은 고딕"/>
              </a:rPr>
              <a:t>Q · K · V</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 · K · V의 역할과 비유의 한계</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Query는 비교의 기준, Key는 비교 대상, Value는 실제로 전달될 내용</a:t>
            </a:r>
          </a:p>
        </p:txBody>
      </p:sp>
      <p:sp>
        <p:nvSpPr>
          <p:cNvPr id="8" name="Rounded Rectangle 7"/>
          <p:cNvSpPr/>
          <p:nvPr/>
        </p:nvSpPr>
        <p:spPr>
          <a:xfrm>
            <a:off x="10543032" y="914400"/>
            <a:ext cx="1188720" cy="365760"/>
          </a:xfrm>
          <a:prstGeom prst="roundRect">
            <a:avLst>
              <a:gd name="adj" fmla="val 50000"/>
            </a:avLst>
          </a:prstGeom>
          <a:solidFill>
            <a:srgbClr val="00A3C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아이디어</a:t>
            </a:r>
          </a:p>
        </p:txBody>
      </p:sp>
      <p:graphicFrame>
        <p:nvGraphicFramePr>
          <p:cNvPr id="9" name="Table 8"/>
          <p:cNvGraphicFramePr>
            <a:graphicFrameLocks noGrp="1"/>
          </p:cNvGraphicFramePr>
          <p:nvPr/>
        </p:nvGraphicFramePr>
        <p:xfrm>
          <a:off x="457200" y="1408176"/>
          <a:ext cx="11274549" cy="2048256"/>
        </p:xfrm>
        <a:graphic>
          <a:graphicData uri="http://schemas.openxmlformats.org/drawingml/2006/table">
            <a:tbl>
              <a:tblPr firstRow="1" bandRow="0">
                <a:tableStyleId>{5940675A-B579-460E-94D1-54222C63F5DA}</a:tableStyleId>
              </a:tblPr>
              <a:tblGrid>
                <a:gridCol w="1434942"/>
                <a:gridCol w="3279869"/>
                <a:gridCol w="1844926"/>
                <a:gridCol w="4714812"/>
              </a:tblGrid>
              <a:tr h="390144">
                <a:tc>
                  <a:txBody>
                    <a:bodyPr wrap="square" lIns="36576" rIns="36576" tIns="36576" bIns="36576" anchor="t"/>
                    <a:lstStyle/>
                    <a:p>
                      <a:pPr algn="ctr" marL="0" indent="0">
                        <a:lnSpc>
                          <a:spcPct val="110000"/>
                        </a:lnSpc>
                        <a:spcBef>
                          <a:spcPts val="0"/>
                        </a:spcBef>
                        <a:spcAft>
                          <a:spcPts val="0"/>
                        </a:spcAft>
                        <a:buNone/>
                      </a:pP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600" b="1">
                          <a:solidFill>
                            <a:srgbClr val="FFFFFF"/>
                          </a:solidFill>
                          <a:latin typeface="맑은 고딕"/>
                          <a:ea typeface="맑은 고딕"/>
                          <a:cs typeface="맑은 고딕"/>
                        </a:rPr>
                        <a:t>계산에서의 역할</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600" b="1">
                          <a:solidFill>
                            <a:srgbClr val="FFFFFF"/>
                          </a:solidFill>
                          <a:latin typeface="맑은 고딕"/>
                          <a:ea typeface="맑은 고딕"/>
                          <a:cs typeface="맑은 고딕"/>
                        </a:rPr>
                        <a:t>도서관 비유</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600" b="1">
                          <a:solidFill>
                            <a:srgbClr val="FFFFFF"/>
                          </a:solidFill>
                          <a:latin typeface="맑은 고딕"/>
                          <a:ea typeface="맑은 고딕"/>
                          <a:cs typeface="맑은 고딕"/>
                        </a:rPr>
                        <a:t>비유의 한계</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633984">
                <a:tc>
                  <a:txBody>
                    <a:bodyPr wrap="square" lIns="36576" rIns="36576" tIns="36576" bIns="36576" anchor="t"/>
                    <a:lstStyle/>
                    <a:p>
                      <a:pPr algn="l" marL="0" indent="0">
                        <a:lnSpc>
                          <a:spcPct val="110000"/>
                        </a:lnSpc>
                        <a:spcBef>
                          <a:spcPts val="0"/>
                        </a:spcBef>
                        <a:spcAft>
                          <a:spcPts val="0"/>
                        </a:spcAft>
                        <a:buNone/>
                      </a:pPr>
                      <a:r>
                        <a:rPr sz="1600" b="1">
                          <a:solidFill>
                            <a:srgbClr val="1B2A36"/>
                          </a:solidFill>
                          <a:latin typeface="맑은 고딕"/>
                          <a:ea typeface="맑은 고딕"/>
                          <a:cs typeface="맑은 고딕"/>
                        </a:rPr>
                        <a:t>Query (Q)</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600" b="0">
                          <a:solidFill>
                            <a:srgbClr val="1B2A36"/>
                          </a:solidFill>
                          <a:latin typeface="맑은 고딕"/>
                          <a:ea typeface="맑은 고딕"/>
                          <a:cs typeface="맑은 고딕"/>
                        </a:rPr>
                        <a:t>현재 위치가 Key들과 비교할 벡터</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600" b="0">
                          <a:solidFill>
                            <a:srgbClr val="1B2A36"/>
                          </a:solidFill>
                          <a:latin typeface="맑은 고딕"/>
                          <a:ea typeface="맑은 고딕"/>
                          <a:cs typeface="맑은 고딕"/>
                        </a:rPr>
                        <a:t>찾고 싶은 것</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600" b="0">
                          <a:solidFill>
                            <a:srgbClr val="1B2A36"/>
                          </a:solidFill>
                          <a:latin typeface="맑은 고딕"/>
                          <a:ea typeface="맑은 고딕"/>
                          <a:cs typeface="맑은 고딕"/>
                        </a:rPr>
                        <a:t>사용자가 입력한 </a:t>
                      </a:r>
                      <a:r>
                        <a:rPr sz="1600" b="1">
                          <a:solidFill>
                            <a:srgbClr val="1B2A36"/>
                          </a:solidFill>
                          <a:latin typeface="맑은 고딕"/>
                          <a:ea typeface="맑은 고딕"/>
                          <a:cs typeface="맑은 고딕"/>
                        </a:rPr>
                        <a:t>질문이 아니다</a:t>
                      </a:r>
                      <a:r>
                        <a:rPr sz="1600" b="0">
                          <a:solidFill>
                            <a:srgbClr val="1B2A36"/>
                          </a:solidFill>
                          <a:latin typeface="맑은 고딕"/>
                          <a:ea typeface="맑은 고딕"/>
                          <a:cs typeface="맑은 고딕"/>
                        </a:rPr>
                        <a:t> — 이미지 모델에도 있다</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633984">
                <a:tc>
                  <a:txBody>
                    <a:bodyPr wrap="square" lIns="36576" rIns="36576" tIns="36576" bIns="36576" anchor="t"/>
                    <a:lstStyle/>
                    <a:p>
                      <a:pPr algn="l" marL="0" indent="0">
                        <a:lnSpc>
                          <a:spcPct val="110000"/>
                        </a:lnSpc>
                        <a:spcBef>
                          <a:spcPts val="0"/>
                        </a:spcBef>
                        <a:spcAft>
                          <a:spcPts val="0"/>
                        </a:spcAft>
                        <a:buNone/>
                      </a:pPr>
                      <a:r>
                        <a:rPr sz="1600" b="1">
                          <a:solidFill>
                            <a:srgbClr val="1B2A36"/>
                          </a:solidFill>
                          <a:latin typeface="맑은 고딕"/>
                          <a:ea typeface="맑은 고딕"/>
                          <a:cs typeface="맑은 고딕"/>
                        </a:rPr>
                        <a:t>Key (K)</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600" b="0">
                          <a:solidFill>
                            <a:srgbClr val="1B2A36"/>
                          </a:solidFill>
                          <a:latin typeface="맑은 고딕"/>
                          <a:ea typeface="맑은 고딕"/>
                          <a:cs typeface="맑은 고딕"/>
                        </a:rPr>
                        <a:t>각 위치를 비교하기 위한 벡터</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600" b="0">
                          <a:solidFill>
                            <a:srgbClr val="1B2A36"/>
                          </a:solidFill>
                          <a:latin typeface="맑은 고딕"/>
                          <a:ea typeface="맑은 고딕"/>
                          <a:cs typeface="맑은 고딕"/>
                        </a:rPr>
                        <a:t>책의 색인</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600" b="0">
                          <a:solidFill>
                            <a:srgbClr val="1B2A36"/>
                          </a:solidFill>
                          <a:latin typeface="맑은 고딕"/>
                          <a:ea typeface="맑은 고딕"/>
                          <a:cs typeface="맑은 고딕"/>
                        </a:rPr>
                        <a:t>단어 문자열이나 DB key가 </a:t>
                      </a:r>
                      <a:r>
                        <a:rPr sz="1600" b="1">
                          <a:solidFill>
                            <a:srgbClr val="1B2A36"/>
                          </a:solidFill>
                          <a:latin typeface="맑은 고딕"/>
                          <a:ea typeface="맑은 고딕"/>
                          <a:cs typeface="맑은 고딕"/>
                        </a:rPr>
                        <a:t>아니다</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90144">
                <a:tc>
                  <a:txBody>
                    <a:bodyPr wrap="square" lIns="36576" rIns="36576" tIns="36576" bIns="36576" anchor="t"/>
                    <a:lstStyle/>
                    <a:p>
                      <a:pPr algn="l" marL="0" indent="0">
                        <a:lnSpc>
                          <a:spcPct val="110000"/>
                        </a:lnSpc>
                        <a:spcBef>
                          <a:spcPts val="0"/>
                        </a:spcBef>
                        <a:spcAft>
                          <a:spcPts val="0"/>
                        </a:spcAft>
                        <a:buNone/>
                      </a:pPr>
                      <a:r>
                        <a:rPr sz="1600" b="1">
                          <a:solidFill>
                            <a:srgbClr val="1B2A36"/>
                          </a:solidFill>
                          <a:latin typeface="맑은 고딕"/>
                          <a:ea typeface="맑은 고딕"/>
                          <a:cs typeface="맑은 고딕"/>
                        </a:rPr>
                        <a:t>Value (V)</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600" b="0">
                          <a:solidFill>
                            <a:srgbClr val="1B2A36"/>
                          </a:solidFill>
                          <a:latin typeface="맑은 고딕"/>
                          <a:ea typeface="맑은 고딕"/>
                          <a:cs typeface="맑은 고딕"/>
                        </a:rPr>
                        <a:t>가중합으로 실제 결합될 벡터</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600" b="0">
                          <a:solidFill>
                            <a:srgbClr val="1B2A36"/>
                          </a:solidFill>
                          <a:latin typeface="맑은 고딕"/>
                          <a:ea typeface="맑은 고딕"/>
                          <a:cs typeface="맑은 고딕"/>
                        </a:rPr>
                        <a:t>책의 내용</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600" b="0">
                          <a:solidFill>
                            <a:srgbClr val="1B2A36"/>
                          </a:solidFill>
                          <a:latin typeface="맑은 고딕"/>
                          <a:ea typeface="맑은 고딕"/>
                          <a:cs typeface="맑은 고딕"/>
                        </a:rPr>
                        <a:t>원래 임베딩을 그대로 </a:t>
                      </a:r>
                      <a:r>
                        <a:rPr sz="1600" b="1">
                          <a:solidFill>
                            <a:srgbClr val="1B2A36"/>
                          </a:solidFill>
                          <a:latin typeface="맑은 고딕"/>
                          <a:ea typeface="맑은 고딕"/>
                          <a:cs typeface="맑은 고딕"/>
                        </a:rPr>
                        <a:t>복사하지 않는다</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bl>
          </a:graphicData>
        </a:graphic>
      </p:graphicFrame>
      <p:sp>
        <p:nvSpPr>
          <p:cNvPr id="10" name="Rounded Rectangle 9"/>
          <p:cNvSpPr/>
          <p:nvPr/>
        </p:nvSpPr>
        <p:spPr>
          <a:xfrm>
            <a:off x="457200" y="4334256"/>
            <a:ext cx="11274552" cy="868680"/>
          </a:xfrm>
          <a:prstGeom prst="roundRect">
            <a:avLst>
              <a:gd name="adj" fmla="val 10526"/>
            </a:avLst>
          </a:prstGeom>
          <a:solidFill>
            <a:srgbClr val="FDF1E9"/>
          </a:solidFill>
          <a:ln w="12700">
            <a:solidFill>
              <a:srgbClr val="E97132"/>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l" marL="0" indent="0">
              <a:lnSpc>
                <a:spcPct val="110000"/>
              </a:lnSpc>
              <a:spcBef>
                <a:spcPts val="0"/>
              </a:spcBef>
              <a:spcAft>
                <a:spcPts val="320"/>
              </a:spcAft>
              <a:buNone/>
            </a:pPr>
            <a:r>
              <a:rPr sz="1600" b="0">
                <a:solidFill>
                  <a:srgbClr val="1B2A36"/>
                </a:solidFill>
                <a:latin typeface="맑은 고딕"/>
                <a:ea typeface="맑은 고딕"/>
                <a:cs typeface="맑은 고딕"/>
              </a:rPr>
              <a:t>모두 </a:t>
            </a:r>
            <a:r>
              <a:rPr sz="1600" b="1">
                <a:solidFill>
                  <a:srgbClr val="1B2A36"/>
                </a:solidFill>
                <a:latin typeface="맑은 고딕"/>
                <a:ea typeface="맑은 고딕"/>
                <a:cs typeface="맑은 고딕"/>
              </a:rPr>
              <a:t>학습된 투영</a:t>
            </a:r>
            <a:r>
              <a:rPr sz="1600" b="0">
                <a:solidFill>
                  <a:srgbClr val="1B2A36"/>
                </a:solidFill>
                <a:latin typeface="맑은 고딕"/>
                <a:ea typeface="맑은 고딕"/>
                <a:cs typeface="맑은 고딕"/>
              </a:rPr>
              <a:t>으로 만든 벡터다. ‘중요도’라는 말은 어떤 기준의 중요도인지 정한 뒤에 쓴다 — 실제로는 loss를 줄이도록 학습된 내적 점수일 뿐.</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학습되는 것은 투영 행렬</a:t>
            </a:r>
          </a:p>
        </p:txBody>
      </p:sp>
      <p:sp>
        <p:nvSpPr>
          <p:cNvPr id="3" name="Content Placeholder 2"/>
          <p:cNvSpPr>
            <a:spLocks noGrp="1"/>
          </p:cNvSpPr>
          <p:nvPr>
            <p:ph idx="1"/>
          </p:nvPr>
        </p:nvSpPr>
        <p:spPr>
          <a:xfrm>
            <a:off x="6802221" y="3191256"/>
            <a:ext cx="4929530" cy="3191256"/>
          </a:xfrm>
        </p:spPr>
        <p:txBody>
          <a:bodyPr wrap="square" lIns="73152" rIns="73152" tIns="36576" bIns="36576" anchor="t">
            <a:normAutofit/>
          </a:bodyPr>
          <a:lstStyle/>
          <a:p>
            <a:pPr algn="l" marL="256032" indent="-237744">
              <a:lnSpc>
                <a:spcPct val="110000"/>
              </a:lnSpc>
              <a:spcBef>
                <a:spcPts val="0"/>
              </a:spcBef>
              <a:spcAft>
                <a:spcPts val="800"/>
              </a:spcAft>
              <a:buClr>
                <a:srgbClr val="01688F"/>
              </a:buClr>
              <a:buFont typeface="Wingdings" pitchFamily="2" charset="2"/>
              <a:buChar char="§"/>
            </a:pPr>
            <a:r>
              <a:rPr sz="1600" b="0">
                <a:solidFill>
                  <a:srgbClr val="1B2A36"/>
                </a:solidFill>
              </a:rPr>
              <a:t>X: (N, d) · W: (d, d_h) → (N, d_h)</a:t>
            </a:r>
          </a:p>
          <a:p>
            <a:pPr algn="l" marL="256032" indent="-237744">
              <a:lnSpc>
                <a:spcPct val="110000"/>
              </a:lnSpc>
              <a:spcBef>
                <a:spcPts val="0"/>
              </a:spcBef>
              <a:spcAft>
                <a:spcPts val="800"/>
              </a:spcAft>
              <a:buClr>
                <a:srgbClr val="01688F"/>
              </a:buClr>
              <a:buFont typeface="Wingdings" pitchFamily="2" charset="2"/>
              <a:buChar char="§"/>
            </a:pPr>
            <a:r>
              <a:rPr sz="1600" b="1">
                <a:solidFill>
                  <a:srgbClr val="1B2A36"/>
                </a:solidFill>
              </a:rPr>
              <a:t>W_Q, W_K, W_V</a:t>
            </a:r>
            <a:r>
              <a:rPr sz="1600" b="0">
                <a:solidFill>
                  <a:srgbClr val="1B2A36"/>
                </a:solidFill>
              </a:rPr>
              <a:t>: 학습되는 파라미터</a:t>
            </a:r>
          </a:p>
          <a:p>
            <a:pPr algn="l" marL="256032" indent="-237744">
              <a:lnSpc>
                <a:spcPct val="110000"/>
              </a:lnSpc>
              <a:spcBef>
                <a:spcPts val="0"/>
              </a:spcBef>
              <a:spcAft>
                <a:spcPts val="800"/>
              </a:spcAft>
              <a:buClr>
                <a:srgbClr val="01688F"/>
              </a:buClr>
              <a:buFont typeface="Wingdings" pitchFamily="2" charset="2"/>
              <a:buChar char="§"/>
            </a:pPr>
            <a:r>
              <a:rPr sz="1600" b="1">
                <a:solidFill>
                  <a:srgbClr val="1B2A36"/>
                </a:solidFill>
              </a:rPr>
              <a:t>Q, K, V</a:t>
            </a:r>
            <a:r>
              <a:rPr sz="1600" b="0">
                <a:solidFill>
                  <a:srgbClr val="1B2A36"/>
                </a:solidFill>
              </a:rPr>
              <a:t>: 입력마다 계산되는 활성값</a:t>
            </a:r>
          </a:p>
          <a:p>
            <a:pPr algn="l" marL="256032" indent="-237744">
              <a:lnSpc>
                <a:spcPct val="110000"/>
              </a:lnSpc>
              <a:spcBef>
                <a:spcPts val="0"/>
              </a:spcBef>
              <a:spcAft>
                <a:spcPts val="800"/>
              </a:spcAft>
              <a:buClr>
                <a:srgbClr val="01688F"/>
              </a:buClr>
              <a:buFont typeface="Wingdings" pitchFamily="2" charset="2"/>
              <a:buChar char="§"/>
            </a:pPr>
            <a:r>
              <a:rPr sz="1600" b="0">
                <a:solidFill>
                  <a:srgbClr val="1B2A36"/>
                </a:solidFill>
              </a:rPr>
              <a:t>2주차 선형층과 같은 계산</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Q = X W_Q,  K = X W_K,  V = X W_V — 같은 X에서 세 가지 다른 벡터</a:t>
            </a:r>
          </a:p>
        </p:txBody>
      </p:sp>
      <p:sp>
        <p:nvSpPr>
          <p:cNvPr id="8" name="Rounded Rectangle 7"/>
          <p:cNvSpPr/>
          <p:nvPr/>
        </p:nvSpPr>
        <p:spPr>
          <a:xfrm>
            <a:off x="10543032" y="914400"/>
            <a:ext cx="1188720" cy="365760"/>
          </a:xfrm>
          <a:prstGeom prst="roundRect">
            <a:avLst>
              <a:gd name="adj" fmla="val 50000"/>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계산</a:t>
            </a:r>
          </a:p>
        </p:txBody>
      </p:sp>
      <p:pic>
        <p:nvPicPr>
          <p:cNvPr id="9" name="Picture 8" descr="qkv_proj.png"/>
          <p:cNvPicPr>
            <a:picLocks noChangeAspect="1"/>
          </p:cNvPicPr>
          <p:nvPr/>
        </p:nvPicPr>
        <p:blipFill>
          <a:blip r:embed="rId3"/>
          <a:stretch>
            <a:fillRect/>
          </a:stretch>
        </p:blipFill>
        <p:spPr>
          <a:xfrm>
            <a:off x="457200" y="2390993"/>
            <a:ext cx="6024981" cy="3008701"/>
          </a:xfrm>
          <a:prstGeom prst="rect">
            <a:avLst/>
          </a:prstGeom>
        </p:spPr>
      </p:pic>
      <p:sp>
        <p:nvSpPr>
          <p:cNvPr id="10" name="Rounded Rectangle 9"/>
          <p:cNvSpPr/>
          <p:nvPr/>
        </p:nvSpPr>
        <p:spPr>
          <a:xfrm>
            <a:off x="6802221" y="1408176"/>
            <a:ext cx="4929530" cy="1554480"/>
          </a:xfrm>
          <a:prstGeom prst="roundRect">
            <a:avLst>
              <a:gd name="adj" fmla="val 5882"/>
            </a:avLst>
          </a:prstGeom>
          <a:solidFill>
            <a:srgbClr val="F4F7F9"/>
          </a:solidFill>
          <a:ln w="12700">
            <a:solidFill>
              <a:srgbClr val="C5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939381" y="1408176"/>
            <a:ext cx="4655210" cy="1554480"/>
          </a:xfrm>
          <a:prstGeom prst="rect">
            <a:avLst/>
          </a:prstGeom>
          <a:noFill/>
        </p:spPr>
        <p:txBody>
          <a:bodyPr wrap="square" anchor="ctr">
            <a:spAutoFit/>
          </a:bodyPr>
          <a:lstStyle/>
          <a:p>
            <a:pPr algn="ctr" marL="0" indent="0">
              <a:buNone/>
            </a:pPr>
            <a:r>
              <a:rPr sz="2200" b="1">
                <a:solidFill>
                  <a:srgbClr val="1B2A36"/>
                </a:solidFill>
                <a:latin typeface="Courier New"/>
                <a:ea typeface="맑은 고딕"/>
                <a:cs typeface="Courier New"/>
              </a:rPr>
              <a:t>Q = X · W_Q</a:t>
            </a:r>
          </a:p>
          <a:p>
            <a:pPr algn="ctr" marL="0" indent="0">
              <a:buNone/>
            </a:pPr>
            <a:r>
              <a:rPr sz="2200" b="1">
                <a:solidFill>
                  <a:srgbClr val="1B2A36"/>
                </a:solidFill>
                <a:latin typeface="Courier New"/>
                <a:ea typeface="맑은 고딕"/>
                <a:cs typeface="Courier New"/>
              </a:rPr>
              <a:t>K = X · W_K</a:t>
            </a:r>
          </a:p>
          <a:p>
            <a:pPr algn="ctr" marL="0" indent="0">
              <a:buNone/>
            </a:pPr>
            <a:r>
              <a:rPr sz="2200" b="1">
                <a:solidFill>
                  <a:srgbClr val="1B2A36"/>
                </a:solidFill>
                <a:latin typeface="Courier New"/>
                <a:ea typeface="맑은 고딕"/>
                <a:cs typeface="Courier New"/>
              </a:rPr>
              <a:t>V = X · W_V</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Self-attention이라고 Q = K = V는 아니다</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650" b="1">
                <a:solidFill>
                  <a:srgbClr val="01688F"/>
                </a:solidFill>
                <a:latin typeface="맑은 고딕"/>
                <a:ea typeface="맑은 고딕"/>
                <a:cs typeface="맑은 고딕"/>
              </a:rPr>
              <a:t>원본 X가 같아도 투영이 다르면 값이 다르다 — ‘A가 B를 보는 비중’ ≠ ‘B가 A를 보는 비중’</a:t>
            </a:r>
          </a:p>
        </p:txBody>
      </p:sp>
      <p:sp>
        <p:nvSpPr>
          <p:cNvPr id="8" name="Rounded Rectangle 7"/>
          <p:cNvSpPr/>
          <p:nvPr/>
        </p:nvSpPr>
        <p:spPr>
          <a:xfrm>
            <a:off x="10543032" y="914400"/>
            <a:ext cx="1188720" cy="365760"/>
          </a:xfrm>
          <a:prstGeom prst="roundRect">
            <a:avLst>
              <a:gd name="adj" fmla="val 50000"/>
            </a:avLst>
          </a:prstGeom>
          <a:solidFill>
            <a:srgbClr val="2E8F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검증</a:t>
            </a:r>
          </a:p>
        </p:txBody>
      </p:sp>
      <p:sp>
        <p:nvSpPr>
          <p:cNvPr id="9" name="Rounded Rectangle 8"/>
          <p:cNvSpPr/>
          <p:nvPr/>
        </p:nvSpPr>
        <p:spPr>
          <a:xfrm>
            <a:off x="457200" y="1408176"/>
            <a:ext cx="3605784" cy="2084832"/>
          </a:xfrm>
          <a:prstGeom prst="roundRect">
            <a:avLst>
              <a:gd name="adj" fmla="val 4385"/>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1792" y="1536192"/>
            <a:ext cx="3276600"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800" b="1">
                <a:solidFill>
                  <a:srgbClr val="01688F"/>
                </a:solidFill>
                <a:latin typeface="맑은 고딕"/>
                <a:ea typeface="맑은 고딕"/>
                <a:cs typeface="맑은 고딕"/>
              </a:rPr>
              <a:t>Q ≠ K ≠ V</a:t>
            </a:r>
          </a:p>
        </p:txBody>
      </p:sp>
      <p:sp>
        <p:nvSpPr>
          <p:cNvPr id="11" name="TextBox 10"/>
          <p:cNvSpPr txBox="1"/>
          <p:nvPr/>
        </p:nvSpPr>
        <p:spPr>
          <a:xfrm>
            <a:off x="621792" y="1993392"/>
            <a:ext cx="3276600" cy="1371600"/>
          </a:xfrm>
          <a:prstGeom prst="rect">
            <a:avLst/>
          </a:prstGeom>
          <a:noFill/>
        </p:spPr>
        <p:txBody>
          <a:bodyPr wrap="square" lIns="18288" rIns="18288" tIns="36576" bIns="36576" anchor="t">
            <a:spAutoFit/>
          </a:bodyPr>
          <a:lstStyle/>
          <a:p>
            <a:pPr algn="l" marL="256032" indent="-237744">
              <a:lnSpc>
                <a:spcPct val="110000"/>
              </a:lnSpc>
              <a:spcBef>
                <a:spcPts val="0"/>
              </a:spcBef>
              <a:spcAft>
                <a:spcPts val="560"/>
              </a:spcAft>
              <a:buClr>
                <a:srgbClr val="01688F"/>
              </a:buClr>
              <a:buFont typeface="Wingdings" pitchFamily="2" charset="2"/>
              <a:buChar char="§"/>
            </a:pPr>
            <a:r>
              <a:rPr sz="1600" b="0">
                <a:solidFill>
                  <a:srgbClr val="1B2A36"/>
                </a:solidFill>
                <a:latin typeface="맑은 고딕"/>
                <a:ea typeface="맑은 고딕"/>
                <a:cs typeface="맑은 고딕"/>
              </a:rPr>
              <a:t>같은 X, 다른 W_Q · W_K · W_V</a:t>
            </a:r>
          </a:p>
          <a:p>
            <a:pPr algn="l" marL="256032" indent="-237744">
              <a:lnSpc>
                <a:spcPct val="110000"/>
              </a:lnSpc>
              <a:spcBef>
                <a:spcPts val="0"/>
              </a:spcBef>
              <a:spcAft>
                <a:spcPts val="560"/>
              </a:spcAft>
              <a:buClr>
                <a:srgbClr val="01688F"/>
              </a:buClr>
              <a:buFont typeface="Wingdings" pitchFamily="2" charset="2"/>
              <a:buChar char="§"/>
            </a:pPr>
            <a:r>
              <a:rPr sz="1600" b="0">
                <a:solidFill>
                  <a:srgbClr val="1B2A36"/>
                </a:solidFill>
                <a:latin typeface="맑은 고딕"/>
                <a:ea typeface="맑은 고딕"/>
                <a:cs typeface="맑은 고딕"/>
              </a:rPr>
              <a:t>→ 값이 일반적으로 </a:t>
            </a:r>
            <a:r>
              <a:rPr sz="1600" b="1">
                <a:solidFill>
                  <a:srgbClr val="1B2A36"/>
                </a:solidFill>
                <a:latin typeface="맑은 고딕"/>
                <a:ea typeface="맑은 고딕"/>
                <a:cs typeface="맑은 고딕"/>
              </a:rPr>
              <a:t>다르다</a:t>
            </a:r>
          </a:p>
        </p:txBody>
      </p:sp>
      <p:sp>
        <p:nvSpPr>
          <p:cNvPr id="12" name="Rounded Rectangle 11"/>
          <p:cNvSpPr/>
          <p:nvPr/>
        </p:nvSpPr>
        <p:spPr>
          <a:xfrm>
            <a:off x="4291584" y="1408176"/>
            <a:ext cx="3605784" cy="2084832"/>
          </a:xfrm>
          <a:prstGeom prst="roundRect">
            <a:avLst>
              <a:gd name="adj" fmla="val 4385"/>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56176" y="1536192"/>
            <a:ext cx="3276600"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800" b="1">
                <a:solidFill>
                  <a:srgbClr val="01688F"/>
                </a:solidFill>
                <a:latin typeface="맑은 고딕"/>
                <a:ea typeface="맑은 고딕"/>
                <a:cs typeface="맑은 고딕"/>
              </a:rPr>
              <a:t>점수는 비대칭</a:t>
            </a:r>
          </a:p>
        </p:txBody>
      </p:sp>
      <p:sp>
        <p:nvSpPr>
          <p:cNvPr id="14" name="TextBox 13"/>
          <p:cNvSpPr txBox="1"/>
          <p:nvPr/>
        </p:nvSpPr>
        <p:spPr>
          <a:xfrm>
            <a:off x="4456176" y="1993392"/>
            <a:ext cx="3276600" cy="1371600"/>
          </a:xfrm>
          <a:prstGeom prst="rect">
            <a:avLst/>
          </a:prstGeom>
          <a:noFill/>
        </p:spPr>
        <p:txBody>
          <a:bodyPr wrap="square" lIns="18288" rIns="18288" tIns="36576" bIns="36576" anchor="t">
            <a:spAutoFit/>
          </a:bodyPr>
          <a:lstStyle/>
          <a:p>
            <a:pPr algn="l" marL="256032" indent="-237744">
              <a:lnSpc>
                <a:spcPct val="110000"/>
              </a:lnSpc>
              <a:spcBef>
                <a:spcPts val="0"/>
              </a:spcBef>
              <a:spcAft>
                <a:spcPts val="560"/>
              </a:spcAft>
              <a:buClr>
                <a:srgbClr val="01688F"/>
              </a:buClr>
              <a:buFont typeface="Wingdings" pitchFamily="2" charset="2"/>
              <a:buChar char="§"/>
            </a:pPr>
            <a:r>
              <a:rPr sz="1600" b="0">
                <a:solidFill>
                  <a:srgbClr val="1B2A36"/>
                </a:solidFill>
                <a:latin typeface="맑은 고딕"/>
                <a:ea typeface="맑은 고딕"/>
                <a:cs typeface="맑은 고딕"/>
              </a:rPr>
              <a:t>q_A · k_B ≠ q_B · k_A</a:t>
            </a:r>
          </a:p>
          <a:p>
            <a:pPr algn="l" marL="256032" indent="-237744">
              <a:lnSpc>
                <a:spcPct val="110000"/>
              </a:lnSpc>
              <a:spcBef>
                <a:spcPts val="0"/>
              </a:spcBef>
              <a:spcAft>
                <a:spcPts val="560"/>
              </a:spcAft>
              <a:buClr>
                <a:srgbClr val="01688F"/>
              </a:buClr>
              <a:buFont typeface="Wingdings" pitchFamily="2" charset="2"/>
              <a:buChar char="§"/>
            </a:pPr>
            <a:r>
              <a:rPr sz="1600" b="0">
                <a:solidFill>
                  <a:srgbClr val="1B2A36"/>
                </a:solidFill>
                <a:latin typeface="맑은 고딕"/>
                <a:ea typeface="맑은 고딕"/>
                <a:cs typeface="맑은 고딕"/>
              </a:rPr>
              <a:t>‘A가 B를 봄’ ≠ ‘B가 A를 봄’</a:t>
            </a:r>
          </a:p>
          <a:p>
            <a:pPr algn="l" marL="256032" indent="-237744">
              <a:lnSpc>
                <a:spcPct val="110000"/>
              </a:lnSpc>
              <a:spcBef>
                <a:spcPts val="0"/>
              </a:spcBef>
              <a:spcAft>
                <a:spcPts val="560"/>
              </a:spcAft>
              <a:buClr>
                <a:srgbClr val="01688F"/>
              </a:buClr>
              <a:buFont typeface="Wingdings" pitchFamily="2" charset="2"/>
              <a:buChar char="§"/>
            </a:pPr>
            <a:r>
              <a:rPr sz="1600" b="0">
                <a:solidFill>
                  <a:srgbClr val="1B2A36"/>
                </a:solidFill>
                <a:latin typeface="맑은 고딕"/>
                <a:ea typeface="맑은 고딕"/>
                <a:cs typeface="맑은 고딕"/>
              </a:rPr>
              <a:t>softmax 후에도 비대칭</a:t>
            </a:r>
          </a:p>
        </p:txBody>
      </p:sp>
      <p:sp>
        <p:nvSpPr>
          <p:cNvPr id="15" name="Rounded Rectangle 14"/>
          <p:cNvSpPr/>
          <p:nvPr/>
        </p:nvSpPr>
        <p:spPr>
          <a:xfrm>
            <a:off x="8125968" y="1408176"/>
            <a:ext cx="3605784" cy="2084832"/>
          </a:xfrm>
          <a:prstGeom prst="roundRect">
            <a:avLst>
              <a:gd name="adj" fmla="val 4385"/>
            </a:avLst>
          </a:prstGeom>
          <a:solidFill>
            <a:srgbClr val="FDF1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90560" y="1536192"/>
            <a:ext cx="3276600"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800" b="1">
                <a:solidFill>
                  <a:srgbClr val="E97132"/>
                </a:solidFill>
                <a:latin typeface="맑은 고딕"/>
                <a:ea typeface="맑은 고딕"/>
                <a:cs typeface="맑은 고딕"/>
              </a:rPr>
              <a:t>왜 나누나?</a:t>
            </a:r>
          </a:p>
        </p:txBody>
      </p:sp>
      <p:sp>
        <p:nvSpPr>
          <p:cNvPr id="17" name="TextBox 16"/>
          <p:cNvSpPr txBox="1"/>
          <p:nvPr/>
        </p:nvSpPr>
        <p:spPr>
          <a:xfrm>
            <a:off x="8290560" y="1993392"/>
            <a:ext cx="3276600" cy="1371600"/>
          </a:xfrm>
          <a:prstGeom prst="rect">
            <a:avLst/>
          </a:prstGeom>
          <a:noFill/>
        </p:spPr>
        <p:txBody>
          <a:bodyPr wrap="square" lIns="18288" rIns="18288" tIns="36576" bIns="36576" anchor="t">
            <a:spAutoFit/>
          </a:bodyPr>
          <a:lstStyle/>
          <a:p>
            <a:pPr algn="l" marL="256032" indent="-237744">
              <a:lnSpc>
                <a:spcPct val="110000"/>
              </a:lnSpc>
              <a:spcBef>
                <a:spcPts val="0"/>
              </a:spcBef>
              <a:spcAft>
                <a:spcPts val="560"/>
              </a:spcAft>
              <a:buClr>
                <a:srgbClr val="01688F"/>
              </a:buClr>
              <a:buFont typeface="Wingdings" pitchFamily="2" charset="2"/>
              <a:buChar char="§"/>
            </a:pPr>
            <a:r>
              <a:rPr sz="1600" b="1">
                <a:solidFill>
                  <a:srgbClr val="1B2A36"/>
                </a:solidFill>
                <a:latin typeface="맑은 고딕"/>
                <a:ea typeface="맑은 고딕"/>
                <a:cs typeface="맑은 고딕"/>
              </a:rPr>
              <a:t>찾는 기준</a:t>
            </a:r>
            <a:r>
              <a:rPr sz="1600" b="0">
                <a:solidFill>
                  <a:srgbClr val="1B2A36"/>
                </a:solidFill>
                <a:latin typeface="맑은 고딕"/>
                <a:ea typeface="맑은 고딕"/>
                <a:cs typeface="맑은 고딕"/>
              </a:rPr>
              <a:t>(Q·K)과 </a:t>
            </a:r>
            <a:r>
              <a:rPr sz="1600" b="1">
                <a:solidFill>
                  <a:srgbClr val="1B2A36"/>
                </a:solidFill>
                <a:latin typeface="맑은 고딕"/>
                <a:ea typeface="맑은 고딕"/>
                <a:cs typeface="맑은 고딕"/>
              </a:rPr>
              <a:t>가져올 내용</a:t>
            </a:r>
            <a:r>
              <a:rPr sz="1600" b="0">
                <a:solidFill>
                  <a:srgbClr val="1B2A36"/>
                </a:solidFill>
                <a:latin typeface="맑은 고딕"/>
                <a:ea typeface="맑은 고딕"/>
                <a:cs typeface="맑은 고딕"/>
              </a:rPr>
              <a:t>(V)을 따로 학습</a:t>
            </a:r>
          </a:p>
          <a:p>
            <a:pPr algn="l" marL="256032" indent="-237744">
              <a:lnSpc>
                <a:spcPct val="110000"/>
              </a:lnSpc>
              <a:spcBef>
                <a:spcPts val="0"/>
              </a:spcBef>
              <a:spcAft>
                <a:spcPts val="560"/>
              </a:spcAft>
              <a:buClr>
                <a:srgbClr val="01688F"/>
              </a:buClr>
              <a:buFont typeface="Wingdings" pitchFamily="2" charset="2"/>
              <a:buChar char="§"/>
            </a:pPr>
            <a:r>
              <a:rPr sz="1600" b="0">
                <a:solidFill>
                  <a:srgbClr val="1B2A36"/>
                </a:solidFill>
                <a:latin typeface="맑은 고딕"/>
                <a:ea typeface="맑은 고딕"/>
                <a:cs typeface="맑은 고딕"/>
              </a:rPr>
              <a:t>축마다 미리 정해진 의미는 </a:t>
            </a:r>
            <a:r>
              <a:rPr sz="1600" b="1">
                <a:solidFill>
                  <a:srgbClr val="1B2A36"/>
                </a:solidFill>
                <a:latin typeface="맑은 고딕"/>
                <a:ea typeface="맑은 고딕"/>
                <a:cs typeface="맑은 고딕"/>
              </a:rPr>
              <a:t>없다</a:t>
            </a:r>
          </a:p>
        </p:txBody>
      </p:sp>
      <p:sp>
        <p:nvSpPr>
          <p:cNvPr id="18" name="Rounded Rectangle 17"/>
          <p:cNvSpPr/>
          <p:nvPr/>
        </p:nvSpPr>
        <p:spPr>
          <a:xfrm>
            <a:off x="457200" y="3858768"/>
            <a:ext cx="11274552" cy="614680"/>
          </a:xfrm>
          <a:prstGeom prst="roundRect">
            <a:avLst>
              <a:gd name="adj" fmla="val 14876"/>
            </a:avLst>
          </a:prstGeom>
          <a:solidFill>
            <a:srgbClr val="EDF5F9"/>
          </a:solidFill>
          <a:ln w="12700">
            <a:solidFill>
              <a:srgbClr val="72ABC8"/>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l" marL="0" indent="0">
              <a:lnSpc>
                <a:spcPct val="110000"/>
              </a:lnSpc>
              <a:spcBef>
                <a:spcPts val="0"/>
              </a:spcBef>
              <a:spcAft>
                <a:spcPts val="320"/>
              </a:spcAft>
              <a:buNone/>
            </a:pPr>
            <a:r>
              <a:rPr sz="1600" b="0">
                <a:solidFill>
                  <a:srgbClr val="1B2A36"/>
                </a:solidFill>
                <a:latin typeface="맑은 고딕"/>
                <a:ea typeface="맑은 고딕"/>
                <a:cs typeface="맑은 고딕"/>
              </a:rPr>
              <a:t>원자료 개념 확인 04: Self-attention의 Q, K, V는 같은 원본에서 </a:t>
            </a:r>
            <a:r>
              <a:rPr sz="1600" b="1">
                <a:solidFill>
                  <a:srgbClr val="1B2A36"/>
                </a:solidFill>
                <a:latin typeface="맑은 고딕"/>
                <a:ea typeface="맑은 고딕"/>
                <a:cs typeface="맑은 고딕"/>
              </a:rPr>
              <a:t>서로 다른 투영</a:t>
            </a:r>
            <a:r>
              <a:rPr sz="1600" b="0">
                <a:solidFill>
                  <a:srgbClr val="1B2A36"/>
                </a:solidFill>
                <a:latin typeface="맑은 고딕"/>
                <a:ea typeface="맑은 고딕"/>
                <a:cs typeface="맑은 고딕"/>
              </a:rPr>
              <a:t>으로 만들 수 있다.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파라미터 vs 활성값</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700" b="1">
                <a:solidFill>
                  <a:srgbClr val="01688F"/>
                </a:solidFill>
                <a:latin typeface="맑은 고딕"/>
                <a:ea typeface="맑은 고딕"/>
                <a:cs typeface="맑은 고딕"/>
              </a:rPr>
              <a:t>정적인 파라미터로 동적인 정보 결합을 계산한다 — Attention 가중치 A는 학습 표가 아니다</a:t>
            </a:r>
          </a:p>
        </p:txBody>
      </p:sp>
      <p:sp>
        <p:nvSpPr>
          <p:cNvPr id="8" name="Rounded Rectangle 7"/>
          <p:cNvSpPr/>
          <p:nvPr/>
        </p:nvSpPr>
        <p:spPr>
          <a:xfrm>
            <a:off x="10543032" y="914400"/>
            <a:ext cx="1188720" cy="365760"/>
          </a:xfrm>
          <a:prstGeom prst="roundRect">
            <a:avLst>
              <a:gd name="adj" fmla="val 50000"/>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정리</a:t>
            </a:r>
          </a:p>
        </p:txBody>
      </p:sp>
      <p:graphicFrame>
        <p:nvGraphicFramePr>
          <p:cNvPr id="9" name="Table 8"/>
          <p:cNvGraphicFramePr>
            <a:graphicFrameLocks noGrp="1"/>
          </p:cNvGraphicFramePr>
          <p:nvPr/>
        </p:nvGraphicFramePr>
        <p:xfrm>
          <a:off x="457200" y="1408176"/>
          <a:ext cx="11274550" cy="2048256"/>
        </p:xfrm>
        <a:graphic>
          <a:graphicData uri="http://schemas.openxmlformats.org/drawingml/2006/table">
            <a:tbl>
              <a:tblPr firstRow="1" bandRow="0">
                <a:tableStyleId>{5940675A-B579-460E-94D1-54222C63F5DA}</a:tableStyleId>
              </a:tblPr>
              <a:tblGrid>
                <a:gridCol w="1977991"/>
                <a:gridCol w="2966987"/>
                <a:gridCol w="3362585"/>
                <a:gridCol w="2966987"/>
              </a:tblGrid>
              <a:tr h="390144">
                <a:tc>
                  <a:txBody>
                    <a:bodyPr wrap="square" lIns="36576" rIns="36576" tIns="36576" bIns="36576" anchor="t"/>
                    <a:lstStyle/>
                    <a:p>
                      <a:pPr algn="ctr" marL="0" indent="0">
                        <a:lnSpc>
                          <a:spcPct val="110000"/>
                        </a:lnSpc>
                        <a:spcBef>
                          <a:spcPts val="0"/>
                        </a:spcBef>
                        <a:spcAft>
                          <a:spcPts val="0"/>
                        </a:spcAft>
                        <a:buNone/>
                      </a:pP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600" b="1">
                          <a:solidFill>
                            <a:srgbClr val="FFFFFF"/>
                          </a:solidFill>
                          <a:latin typeface="맑은 고딕"/>
                          <a:ea typeface="맑은 고딕"/>
                          <a:cs typeface="맑은 고딕"/>
                        </a:rPr>
                        <a:t>예</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600" b="1">
                          <a:solidFill>
                            <a:srgbClr val="FFFFFF"/>
                          </a:solidFill>
                          <a:latin typeface="맑은 고딕"/>
                          <a:ea typeface="맑은 고딕"/>
                          <a:cs typeface="맑은 고딕"/>
                        </a:rPr>
                        <a:t>입력마다 바뀌나?</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600" b="1">
                          <a:solidFill>
                            <a:srgbClr val="FFFFFF"/>
                          </a:solidFill>
                          <a:latin typeface="맑은 고딕"/>
                          <a:ea typeface="맑은 고딕"/>
                          <a:cs typeface="맑은 고딕"/>
                        </a:rPr>
                        <a:t>optimizer가 갱신하나?</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390144">
                <a:tc>
                  <a:txBody>
                    <a:bodyPr wrap="square" lIns="36576" rIns="36576" tIns="36576" bIns="36576" anchor="t"/>
                    <a:lstStyle/>
                    <a:p>
                      <a:pPr algn="l" marL="0" indent="0">
                        <a:lnSpc>
                          <a:spcPct val="110000"/>
                        </a:lnSpc>
                        <a:spcBef>
                          <a:spcPts val="0"/>
                        </a:spcBef>
                        <a:spcAft>
                          <a:spcPts val="0"/>
                        </a:spcAft>
                        <a:buNone/>
                      </a:pPr>
                      <a:r>
                        <a:rPr sz="1600" b="1">
                          <a:solidFill>
                            <a:srgbClr val="1B2A36"/>
                          </a:solidFill>
                          <a:latin typeface="맑은 고딕"/>
                          <a:ea typeface="맑은 고딕"/>
                          <a:cs typeface="맑은 고딕"/>
                        </a:rPr>
                        <a:t>파라미터</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600" b="0">
                          <a:solidFill>
                            <a:srgbClr val="1B2A36"/>
                          </a:solidFill>
                          <a:latin typeface="맑은 고딕"/>
                          <a:ea typeface="맑은 고딕"/>
                          <a:cs typeface="맑은 고딕"/>
                        </a:rPr>
                        <a:t>W_Q, W_K, W_V, W_O</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600" b="0">
                          <a:solidFill>
                            <a:srgbClr val="1B2A36"/>
                          </a:solidFill>
                          <a:latin typeface="맑은 고딕"/>
                          <a:ea typeface="맑은 고딕"/>
                          <a:cs typeface="맑은 고딕"/>
                        </a:rPr>
                        <a:t>아니오 — 모든 입력에 </a:t>
                      </a:r>
                      <a:r>
                        <a:rPr sz="1600" b="1">
                          <a:solidFill>
                            <a:srgbClr val="1B2A36"/>
                          </a:solidFill>
                          <a:latin typeface="맑은 고딕"/>
                          <a:ea typeface="맑은 고딕"/>
                          <a:cs typeface="맑은 고딕"/>
                        </a:rPr>
                        <a:t>공유</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600" b="1">
                          <a:solidFill>
                            <a:srgbClr val="1B2A36"/>
                          </a:solidFill>
                          <a:latin typeface="맑은 고딕"/>
                          <a:ea typeface="맑은 고딕"/>
                          <a:cs typeface="맑은 고딕"/>
                        </a:rPr>
                        <a:t>예</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633984">
                <a:tc>
                  <a:txBody>
                    <a:bodyPr wrap="square" lIns="36576" rIns="36576" tIns="36576" bIns="36576" anchor="t"/>
                    <a:lstStyle/>
                    <a:p>
                      <a:pPr algn="l" marL="0" indent="0">
                        <a:lnSpc>
                          <a:spcPct val="110000"/>
                        </a:lnSpc>
                        <a:spcBef>
                          <a:spcPts val="0"/>
                        </a:spcBef>
                        <a:spcAft>
                          <a:spcPts val="0"/>
                        </a:spcAft>
                        <a:buNone/>
                      </a:pPr>
                      <a:r>
                        <a:rPr sz="1600" b="1">
                          <a:solidFill>
                            <a:srgbClr val="1B2A36"/>
                          </a:solidFill>
                          <a:latin typeface="맑은 고딕"/>
                          <a:ea typeface="맑은 고딕"/>
                          <a:cs typeface="맑은 고딕"/>
                        </a:rPr>
                        <a:t>활성값</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600" b="0">
                          <a:solidFill>
                            <a:srgbClr val="1B2A36"/>
                          </a:solidFill>
                          <a:latin typeface="맑은 고딕"/>
                          <a:ea typeface="맑은 고딕"/>
                          <a:cs typeface="맑은 고딕"/>
                        </a:rPr>
                        <a:t>Q, K, V</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600" b="1">
                          <a:solidFill>
                            <a:srgbClr val="1B2A36"/>
                          </a:solidFill>
                          <a:latin typeface="맑은 고딕"/>
                          <a:ea typeface="맑은 고딕"/>
                          <a:cs typeface="맑은 고딕"/>
                        </a:rPr>
                        <a:t>예</a:t>
                      </a:r>
                      <a:r>
                        <a:rPr sz="1600" b="0">
                          <a:solidFill>
                            <a:srgbClr val="1B2A36"/>
                          </a:solidFill>
                          <a:latin typeface="맑은 고딕"/>
                          <a:ea typeface="맑은 고딕"/>
                          <a:cs typeface="맑은 고딕"/>
                        </a:rPr>
                        <a:t> — 입력·이전 층에 따라 계산</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600" b="0">
                          <a:solidFill>
                            <a:srgbClr val="1B2A36"/>
                          </a:solidFill>
                          <a:latin typeface="맑은 고딕"/>
                          <a:ea typeface="맑은 고딕"/>
                          <a:cs typeface="맑은 고딕"/>
                        </a:rPr>
                        <a:t>아니오</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633984">
                <a:tc>
                  <a:txBody>
                    <a:bodyPr wrap="square" lIns="36576" rIns="36576" tIns="36576" bIns="36576" anchor="t"/>
                    <a:lstStyle/>
                    <a:p>
                      <a:pPr algn="l" marL="0" indent="0">
                        <a:lnSpc>
                          <a:spcPct val="110000"/>
                        </a:lnSpc>
                        <a:spcBef>
                          <a:spcPts val="0"/>
                        </a:spcBef>
                        <a:spcAft>
                          <a:spcPts val="0"/>
                        </a:spcAft>
                        <a:buNone/>
                      </a:pPr>
                      <a:r>
                        <a:rPr sz="1600" b="1">
                          <a:solidFill>
                            <a:srgbClr val="1B2A36"/>
                          </a:solidFill>
                          <a:latin typeface="맑은 고딕"/>
                          <a:ea typeface="맑은 고딕"/>
                          <a:cs typeface="맑은 고딕"/>
                        </a:rPr>
                        <a:t>Attention 가중치</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600" b="0">
                          <a:solidFill>
                            <a:srgbClr val="1B2A36"/>
                          </a:solidFill>
                          <a:latin typeface="맑은 고딕"/>
                          <a:ea typeface="맑은 고딕"/>
                          <a:cs typeface="맑은 고딕"/>
                        </a:rPr>
                        <a:t>A = softmax(QKᵀ / √d_h)</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600" b="1">
                          <a:solidFill>
                            <a:srgbClr val="1B2A36"/>
                          </a:solidFill>
                          <a:latin typeface="맑은 고딕"/>
                          <a:ea typeface="맑은 고딕"/>
                          <a:cs typeface="맑은 고딕"/>
                        </a:rPr>
                        <a:t>예</a:t>
                      </a:r>
                      <a:r>
                        <a:rPr sz="1600" b="0">
                          <a:solidFill>
                            <a:srgbClr val="1B2A36"/>
                          </a:solidFill>
                          <a:latin typeface="맑은 고딕"/>
                          <a:ea typeface="맑은 고딕"/>
                          <a:cs typeface="맑은 고딕"/>
                        </a:rPr>
                        <a:t> — 문장마다 다르다</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600" b="0">
                          <a:solidFill>
                            <a:srgbClr val="1B2A36"/>
                          </a:solidFill>
                          <a:latin typeface="맑은 고딕"/>
                          <a:ea typeface="맑은 고딕"/>
                          <a:cs typeface="맑은 고딕"/>
                        </a:rPr>
                        <a:t>아니오 (gradient 경로에는 포함)</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bl>
          </a:graphicData>
        </a:graphic>
      </p:graphicFrame>
      <p:sp>
        <p:nvSpPr>
          <p:cNvPr id="10" name="Rounded Rectangle 9"/>
          <p:cNvSpPr/>
          <p:nvPr/>
        </p:nvSpPr>
        <p:spPr>
          <a:xfrm>
            <a:off x="457200" y="3968496"/>
            <a:ext cx="11274552" cy="633095"/>
          </a:xfrm>
          <a:prstGeom prst="roundRect">
            <a:avLst>
              <a:gd name="adj" fmla="val 14443"/>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ctr" marL="0" indent="0">
              <a:lnSpc>
                <a:spcPct val="110000"/>
              </a:lnSpc>
              <a:spcBef>
                <a:spcPts val="0"/>
              </a:spcBef>
              <a:spcAft>
                <a:spcPts val="340"/>
              </a:spcAft>
              <a:buNone/>
            </a:pPr>
            <a:r>
              <a:rPr sz="1700" b="1">
                <a:solidFill>
                  <a:srgbClr val="FFFFFF"/>
                </a:solidFill>
                <a:latin typeface="맑은 고딕"/>
                <a:ea typeface="맑은 고딕"/>
                <a:cs typeface="맑은 고딕"/>
              </a:rPr>
              <a:t>추론 때 모델 가중치는 고정되어 있어도 </a:t>
            </a:r>
            <a:r>
              <a:rPr sz="1700" b="1">
                <a:solidFill>
                  <a:srgbClr val="FFFFFF"/>
                </a:solidFill>
                <a:latin typeface="맑은 고딕"/>
                <a:ea typeface="맑은 고딕"/>
                <a:cs typeface="맑은 고딕"/>
              </a:rPr>
              <a:t>A는 입력마다 다르다</a:t>
            </a:r>
            <a:r>
              <a:rPr sz="1700" b="1">
                <a:solidFill>
                  <a:srgbClr val="FFFFFF"/>
                </a:solidFill>
                <a:latin typeface="맑은 고딕"/>
                <a:ea typeface="맑은 고딕"/>
                <a:cs typeface="맑은 고딕"/>
              </a:rPr>
              <a:t> → ‘정적인 파라미터로 동적인 결합’</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wrap="square" lIns="73152" rIns="73152" tIns="36576" bIns="36576" anchor="b"/>
          <a:lstStyle/>
          <a:p>
            <a:pPr algn="ctr" marL="0" indent="0">
              <a:lnSpc>
                <a:spcPct val="110000"/>
              </a:lnSpc>
              <a:spcBef>
                <a:spcPts val="0"/>
              </a:spcBef>
              <a:spcAft>
                <a:spcPts val="360"/>
              </a:spcAft>
              <a:buNone/>
            </a:pPr>
            <a:r>
              <a:rPr sz="2200" b="1">
                <a:solidFill>
                  <a:srgbClr val="01688F"/>
                </a:solidFill>
                <a:latin typeface="맑은 고딕"/>
                <a:ea typeface="맑은 고딕"/>
                <a:cs typeface="맑은 고딕"/>
              </a:rPr>
              <a:t>Part 3</a:t>
            </a:r>
          </a:p>
          <a:p>
            <a:pPr algn="ctr" marL="0" indent="0">
              <a:lnSpc>
                <a:spcPct val="110000"/>
              </a:lnSpc>
              <a:spcBef>
                <a:spcPts val="0"/>
              </a:spcBef>
              <a:spcAft>
                <a:spcPts val="360"/>
              </a:spcAft>
              <a:buNone/>
            </a:pPr>
            <a:r>
              <a:rPr sz="3600" b="1">
                <a:solidFill>
                  <a:srgbClr val="1B2A36"/>
                </a:solidFill>
                <a:latin typeface="맑은 고딕"/>
                <a:ea typeface="맑은 고딕"/>
                <a:cs typeface="맑은 고딕"/>
              </a:rPr>
              <a:t>Scaled dot-product를 숫자로</a:t>
            </a:r>
          </a:p>
        </p:txBody>
      </p:sp>
      <p:sp>
        <p:nvSpPr>
          <p:cNvPr id="3" name="Subtitle 2"/>
          <p:cNvSpPr>
            <a:spLocks noGrp="1"/>
          </p:cNvSpPr>
          <p:nvPr>
            <p:ph type="subTitle" idx="1"/>
          </p:nvPr>
        </p:nvSpPr>
        <p:spPr/>
        <p:txBody>
          <a:bodyPr wrap="square" lIns="73152" rIns="73152" tIns="36576" bIns="36576" anchor="t"/>
          <a:lstStyle/>
          <a:p>
            <a:pPr algn="ctr" marL="0" indent="0">
              <a:lnSpc>
                <a:spcPct val="110000"/>
              </a:lnSpc>
              <a:spcBef>
                <a:spcPts val="0"/>
              </a:spcBef>
              <a:spcAft>
                <a:spcPts val="400"/>
              </a:spcAft>
              <a:buNone/>
            </a:pPr>
            <a:r>
              <a:rPr sz="2000" b="0">
                <a:solidFill>
                  <a:srgbClr val="5E6B75"/>
                </a:solidFill>
                <a:latin typeface="맑은 고딕"/>
                <a:ea typeface="맑은 고딕"/>
                <a:cs typeface="맑은 고딕"/>
              </a:rPr>
              <a:t>공식은 한 줄 — 점수, 스케일, mask, 확률, 가중합의 다섯 단계로 나눠 읽는다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공식을 다섯 단계로</a:t>
            </a:r>
          </a:p>
        </p:txBody>
      </p:sp>
      <p:sp>
        <p:nvSpPr>
          <p:cNvPr id="3" name="Content Placeholder 2"/>
          <p:cNvSpPr>
            <a:spLocks noGrp="1"/>
          </p:cNvSpPr>
          <p:nvPr>
            <p:ph idx="1"/>
          </p:nvPr>
        </p:nvSpPr>
        <p:spPr>
          <a:xfrm>
            <a:off x="457200" y="4608576"/>
            <a:ext cx="11274552" cy="1773936"/>
          </a:xfrm>
        </p:spPr>
        <p:txBody>
          <a:bodyPr wrap="square" lIns="73152" rIns="73152" tIns="36576" bIns="36576" anchor="t">
            <a:normAutofit/>
          </a:bodyPr>
          <a:lstStyle/>
          <a:p>
            <a:pPr algn="l" marL="256032" indent="-237744">
              <a:lnSpc>
                <a:spcPct val="110000"/>
              </a:lnSpc>
              <a:spcBef>
                <a:spcPts val="0"/>
              </a:spcBef>
              <a:spcAft>
                <a:spcPts val="850"/>
              </a:spcAft>
              <a:buClr>
                <a:srgbClr val="01688F"/>
              </a:buClr>
              <a:buFont typeface="Wingdings" pitchFamily="2" charset="2"/>
              <a:buChar char="§"/>
            </a:pPr>
            <a:r>
              <a:rPr sz="1700" b="1">
                <a:solidFill>
                  <a:srgbClr val="1B2A36"/>
                </a:solidFill>
              </a:rPr>
              <a:t>행 = Query</a:t>
            </a:r>
            <a:r>
              <a:rPr sz="1700" b="0">
                <a:solidFill>
                  <a:srgbClr val="1B2A36"/>
                </a:solidFill>
              </a:rPr>
              <a:t>, </a:t>
            </a:r>
            <a:r>
              <a:rPr sz="1700" b="1">
                <a:solidFill>
                  <a:srgbClr val="1B2A36"/>
                </a:solidFill>
              </a:rPr>
              <a:t>열 = Key</a:t>
            </a:r>
            <a:r>
              <a:rPr sz="1700" b="0">
                <a:solidFill>
                  <a:srgbClr val="1B2A36"/>
                </a:solidFill>
              </a:rPr>
              <a:t> — softmax는 </a:t>
            </a:r>
            <a:r>
              <a:rPr sz="1700" b="1">
                <a:solidFill>
                  <a:srgbClr val="1B2A36"/>
                </a:solidFill>
              </a:rPr>
              <a:t>Key 축</a:t>
            </a:r>
            <a:r>
              <a:rPr sz="1700" b="0">
                <a:solidFill>
                  <a:srgbClr val="1B2A36"/>
                </a:solidFill>
              </a:rPr>
              <a:t>(원자료 개념 확인 06)</a:t>
            </a:r>
          </a:p>
          <a:p>
            <a:pPr algn="l" marL="256032" indent="-237744">
              <a:lnSpc>
                <a:spcPct val="110000"/>
              </a:lnSpc>
              <a:spcBef>
                <a:spcPts val="0"/>
              </a:spcBef>
              <a:spcAft>
                <a:spcPts val="850"/>
              </a:spcAft>
              <a:buClr>
                <a:srgbClr val="01688F"/>
              </a:buClr>
              <a:buFont typeface="Wingdings" pitchFamily="2" charset="2"/>
              <a:buChar char="§"/>
            </a:pPr>
            <a:r>
              <a:rPr sz="1700" b="0">
                <a:solidFill>
                  <a:srgbClr val="1B2A36"/>
                </a:solidFill>
              </a:rPr>
              <a:t>shape: Q (N, d_h) · Kᵀ (d_h, N) → </a:t>
            </a:r>
            <a:r>
              <a:rPr sz="1700" b="1">
                <a:solidFill>
                  <a:srgbClr val="1B2A36"/>
                </a:solidFill>
              </a:rPr>
              <a:t>(N, N)</a:t>
            </a:r>
            <a:r>
              <a:rPr sz="1700" b="0">
                <a:solidFill>
                  <a:srgbClr val="1B2A36"/>
                </a:solidFill>
              </a:rPr>
              <a:t> → A V → </a:t>
            </a:r>
            <a:r>
              <a:rPr sz="1700" b="1">
                <a:solidFill>
                  <a:srgbClr val="1B2A36"/>
                </a:solidFill>
              </a:rPr>
              <a:t>(N, d_h)</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Attention(Q, K, V) = softmax(QKᵀ / √d_h + M) V</a:t>
            </a:r>
          </a:p>
        </p:txBody>
      </p:sp>
      <p:sp>
        <p:nvSpPr>
          <p:cNvPr id="8" name="Rounded Rectangle 7"/>
          <p:cNvSpPr/>
          <p:nvPr/>
        </p:nvSpPr>
        <p:spPr>
          <a:xfrm>
            <a:off x="10543032" y="914400"/>
            <a:ext cx="1188720" cy="365760"/>
          </a:xfrm>
          <a:prstGeom prst="roundRect">
            <a:avLst>
              <a:gd name="adj" fmla="val 50000"/>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계산</a:t>
            </a:r>
          </a:p>
        </p:txBody>
      </p:sp>
      <p:sp>
        <p:nvSpPr>
          <p:cNvPr id="9" name="Rounded Rectangle 8"/>
          <p:cNvSpPr/>
          <p:nvPr/>
        </p:nvSpPr>
        <p:spPr>
          <a:xfrm>
            <a:off x="457200" y="1408176"/>
            <a:ext cx="11274552" cy="914400"/>
          </a:xfrm>
          <a:prstGeom prst="roundRect">
            <a:avLst>
              <a:gd name="adj" fmla="val 10000"/>
            </a:avLst>
          </a:prstGeom>
          <a:solidFill>
            <a:srgbClr val="F4F7F9"/>
          </a:solidFill>
          <a:ln w="12700">
            <a:solidFill>
              <a:srgbClr val="C5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408176"/>
            <a:ext cx="11000232" cy="914400"/>
          </a:xfrm>
          <a:prstGeom prst="rect">
            <a:avLst/>
          </a:prstGeom>
          <a:noFill/>
        </p:spPr>
        <p:txBody>
          <a:bodyPr wrap="square" anchor="ctr">
            <a:spAutoFit/>
          </a:bodyPr>
          <a:lstStyle/>
          <a:p>
            <a:pPr algn="ctr" marL="0" indent="0">
              <a:buNone/>
            </a:pPr>
            <a:r>
              <a:rPr sz="2400" b="1">
                <a:solidFill>
                  <a:srgbClr val="1B2A36"/>
                </a:solidFill>
                <a:latin typeface="Courier New"/>
                <a:ea typeface="맑은 고딕"/>
                <a:cs typeface="Courier New"/>
              </a:rPr>
              <a:t>Attention(Q, K, V) = softmax( Q Kᵀ / √d_h + M ) · V</a:t>
            </a:r>
          </a:p>
        </p:txBody>
      </p:sp>
      <p:sp>
        <p:nvSpPr>
          <p:cNvPr id="11" name="Rounded Rectangle 10"/>
          <p:cNvSpPr/>
          <p:nvPr/>
        </p:nvSpPr>
        <p:spPr>
          <a:xfrm>
            <a:off x="457200" y="2596896"/>
            <a:ext cx="1998878" cy="1737360"/>
          </a:xfrm>
          <a:prstGeom prst="roundRect">
            <a:avLst>
              <a:gd name="adj" fmla="val 5263"/>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2688336"/>
            <a:ext cx="1815998" cy="36576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300" b="1">
                <a:solidFill>
                  <a:srgbClr val="01688F"/>
                </a:solidFill>
                <a:latin typeface="맑은 고딕"/>
                <a:ea typeface="맑은 고딕"/>
                <a:cs typeface="맑은 고딕"/>
              </a:rPr>
              <a:t>① 점수</a:t>
            </a:r>
          </a:p>
        </p:txBody>
      </p:sp>
      <p:sp>
        <p:nvSpPr>
          <p:cNvPr id="13" name="TextBox 12"/>
          <p:cNvSpPr txBox="1"/>
          <p:nvPr/>
        </p:nvSpPr>
        <p:spPr>
          <a:xfrm>
            <a:off x="548640" y="3099815"/>
            <a:ext cx="1815998" cy="1142999"/>
          </a:xfrm>
          <a:prstGeom prst="rect">
            <a:avLst/>
          </a:prstGeom>
          <a:noFill/>
        </p:spPr>
        <p:txBody>
          <a:bodyPr wrap="square" lIns="18288" rIns="18288" tIns="36576" bIns="36576" anchor="t">
            <a:spAutoFit/>
          </a:bodyPr>
          <a:lstStyle/>
          <a:p>
            <a:pPr algn="ctr" marL="0" indent="0">
              <a:lnSpc>
                <a:spcPct val="110000"/>
              </a:lnSpc>
              <a:spcBef>
                <a:spcPts val="0"/>
              </a:spcBef>
              <a:spcAft>
                <a:spcPts val="350"/>
              </a:spcAft>
              <a:buNone/>
            </a:pPr>
            <a:r>
              <a:rPr sz="1400" b="0">
                <a:solidFill>
                  <a:srgbClr val="1B2A36"/>
                </a:solidFill>
                <a:latin typeface="맑은 고딕"/>
                <a:ea typeface="맑은 고딕"/>
                <a:cs typeface="맑은 고딕"/>
              </a:rPr>
              <a:t>Q Kᵀ</a:t>
            </a:r>
          </a:p>
          <a:p>
            <a:pPr algn="ctr" marL="0" indent="0">
              <a:lnSpc>
                <a:spcPct val="110000"/>
              </a:lnSpc>
              <a:spcBef>
                <a:spcPts val="0"/>
              </a:spcBef>
              <a:spcAft>
                <a:spcPts val="350"/>
              </a:spcAft>
              <a:buNone/>
            </a:pPr>
            <a:r>
              <a:rPr sz="1400" b="0">
                <a:solidFill>
                  <a:srgbClr val="1B2A36"/>
                </a:solidFill>
                <a:latin typeface="맑은 고딕"/>
                <a:ea typeface="맑은 고딕"/>
                <a:cs typeface="맑은 고딕"/>
              </a:rPr>
              <a:t>(N, N)</a:t>
            </a:r>
          </a:p>
        </p:txBody>
      </p:sp>
      <p:cxnSp>
        <p:nvCxnSpPr>
          <p:cNvPr id="14" name="Connector 13"/>
          <p:cNvCxnSpPr/>
          <p:nvPr/>
        </p:nvCxnSpPr>
        <p:spPr>
          <a:xfrm>
            <a:off x="2501798" y="3465576"/>
            <a:ext cx="228600" cy="0"/>
          </a:xfrm>
          <a:prstGeom prst="line">
            <a:avLst/>
          </a:prstGeom>
          <a:ln w="2540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2776118" y="2596896"/>
            <a:ext cx="1998878" cy="1737360"/>
          </a:xfrm>
          <a:prstGeom prst="roundRect">
            <a:avLst>
              <a:gd name="adj" fmla="val 5263"/>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867558" y="2688336"/>
            <a:ext cx="1815998" cy="36576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300" b="1">
                <a:solidFill>
                  <a:srgbClr val="01688F"/>
                </a:solidFill>
                <a:latin typeface="맑은 고딕"/>
                <a:ea typeface="맑은 고딕"/>
                <a:cs typeface="맑은 고딕"/>
              </a:rPr>
              <a:t>② 스케일</a:t>
            </a:r>
          </a:p>
        </p:txBody>
      </p:sp>
      <p:sp>
        <p:nvSpPr>
          <p:cNvPr id="17" name="TextBox 16"/>
          <p:cNvSpPr txBox="1"/>
          <p:nvPr/>
        </p:nvSpPr>
        <p:spPr>
          <a:xfrm>
            <a:off x="2867558" y="3099815"/>
            <a:ext cx="1815998" cy="1142999"/>
          </a:xfrm>
          <a:prstGeom prst="rect">
            <a:avLst/>
          </a:prstGeom>
          <a:noFill/>
        </p:spPr>
        <p:txBody>
          <a:bodyPr wrap="square" lIns="18288" rIns="18288" tIns="36576" bIns="36576" anchor="t">
            <a:spAutoFit/>
          </a:bodyPr>
          <a:lstStyle/>
          <a:p>
            <a:pPr algn="ctr" marL="0" indent="0">
              <a:lnSpc>
                <a:spcPct val="110000"/>
              </a:lnSpc>
              <a:spcBef>
                <a:spcPts val="0"/>
              </a:spcBef>
              <a:spcAft>
                <a:spcPts val="350"/>
              </a:spcAft>
              <a:buNone/>
            </a:pPr>
            <a:r>
              <a:rPr sz="1400" b="0">
                <a:solidFill>
                  <a:srgbClr val="1B2A36"/>
                </a:solidFill>
                <a:latin typeface="맑은 고딕"/>
                <a:ea typeface="맑은 고딕"/>
                <a:cs typeface="맑은 고딕"/>
              </a:rPr>
              <a:t>÷ √d_h</a:t>
            </a:r>
          </a:p>
        </p:txBody>
      </p:sp>
      <p:cxnSp>
        <p:nvCxnSpPr>
          <p:cNvPr id="18" name="Connector 17"/>
          <p:cNvCxnSpPr/>
          <p:nvPr/>
        </p:nvCxnSpPr>
        <p:spPr>
          <a:xfrm>
            <a:off x="4820716" y="3465576"/>
            <a:ext cx="228600" cy="0"/>
          </a:xfrm>
          <a:prstGeom prst="line">
            <a:avLst/>
          </a:prstGeom>
          <a:ln w="2540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5095036" y="2596896"/>
            <a:ext cx="1998878" cy="1737360"/>
          </a:xfrm>
          <a:prstGeom prst="roundRect">
            <a:avLst>
              <a:gd name="adj" fmla="val 5263"/>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186476" y="2688336"/>
            <a:ext cx="1815998" cy="36576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300" b="1">
                <a:solidFill>
                  <a:srgbClr val="01688F"/>
                </a:solidFill>
                <a:latin typeface="맑은 고딕"/>
                <a:ea typeface="맑은 고딕"/>
                <a:cs typeface="맑은 고딕"/>
              </a:rPr>
              <a:t>③ mask</a:t>
            </a:r>
          </a:p>
        </p:txBody>
      </p:sp>
      <p:sp>
        <p:nvSpPr>
          <p:cNvPr id="21" name="TextBox 20"/>
          <p:cNvSpPr txBox="1"/>
          <p:nvPr/>
        </p:nvSpPr>
        <p:spPr>
          <a:xfrm>
            <a:off x="5186476" y="3099815"/>
            <a:ext cx="1815998" cy="1142999"/>
          </a:xfrm>
          <a:prstGeom prst="rect">
            <a:avLst/>
          </a:prstGeom>
          <a:noFill/>
        </p:spPr>
        <p:txBody>
          <a:bodyPr wrap="square" lIns="18288" rIns="18288" tIns="36576" bIns="36576" anchor="t">
            <a:spAutoFit/>
          </a:bodyPr>
          <a:lstStyle/>
          <a:p>
            <a:pPr algn="ctr" marL="0" indent="0">
              <a:lnSpc>
                <a:spcPct val="110000"/>
              </a:lnSpc>
              <a:spcBef>
                <a:spcPts val="0"/>
              </a:spcBef>
              <a:spcAft>
                <a:spcPts val="350"/>
              </a:spcAft>
              <a:buNone/>
            </a:pPr>
            <a:r>
              <a:rPr sz="1400" b="0">
                <a:solidFill>
                  <a:srgbClr val="1B2A36"/>
                </a:solidFill>
                <a:latin typeface="맑은 고딕"/>
                <a:ea typeface="맑은 고딕"/>
                <a:cs typeface="맑은 고딕"/>
              </a:rPr>
              <a:t>+ M (−∞)</a:t>
            </a:r>
          </a:p>
          <a:p>
            <a:pPr algn="ctr" marL="0" indent="0">
              <a:lnSpc>
                <a:spcPct val="110000"/>
              </a:lnSpc>
              <a:spcBef>
                <a:spcPts val="0"/>
              </a:spcBef>
              <a:spcAft>
                <a:spcPts val="350"/>
              </a:spcAft>
              <a:buNone/>
            </a:pPr>
            <a:r>
              <a:rPr sz="1400" b="0">
                <a:solidFill>
                  <a:srgbClr val="1B2A36"/>
                </a:solidFill>
                <a:latin typeface="맑은 고딕"/>
                <a:ea typeface="맑은 고딕"/>
                <a:cs typeface="맑은 고딕"/>
              </a:rPr>
              <a:t>6주차</a:t>
            </a:r>
          </a:p>
        </p:txBody>
      </p:sp>
      <p:cxnSp>
        <p:nvCxnSpPr>
          <p:cNvPr id="22" name="Connector 21"/>
          <p:cNvCxnSpPr/>
          <p:nvPr/>
        </p:nvCxnSpPr>
        <p:spPr>
          <a:xfrm>
            <a:off x="7139635" y="3465576"/>
            <a:ext cx="228600" cy="0"/>
          </a:xfrm>
          <a:prstGeom prst="line">
            <a:avLst/>
          </a:prstGeom>
          <a:ln w="2540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7413955" y="2596896"/>
            <a:ext cx="1998878" cy="1737360"/>
          </a:xfrm>
          <a:prstGeom prst="roundRect">
            <a:avLst>
              <a:gd name="adj" fmla="val 5263"/>
            </a:avLst>
          </a:prstGeom>
          <a:solidFill>
            <a:srgbClr val="FDF1E9"/>
          </a:solidFill>
          <a:ln w="12700">
            <a:solidFill>
              <a:srgbClr val="E9713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505395" y="2688336"/>
            <a:ext cx="1815998" cy="36576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300" b="1">
                <a:solidFill>
                  <a:srgbClr val="E97132"/>
                </a:solidFill>
                <a:latin typeface="맑은 고딕"/>
                <a:ea typeface="맑은 고딕"/>
                <a:cs typeface="맑은 고딕"/>
              </a:rPr>
              <a:t>④ softmax</a:t>
            </a:r>
          </a:p>
        </p:txBody>
      </p:sp>
      <p:sp>
        <p:nvSpPr>
          <p:cNvPr id="25" name="TextBox 24"/>
          <p:cNvSpPr txBox="1"/>
          <p:nvPr/>
        </p:nvSpPr>
        <p:spPr>
          <a:xfrm>
            <a:off x="7505395" y="3099815"/>
            <a:ext cx="1815998" cy="1142999"/>
          </a:xfrm>
          <a:prstGeom prst="rect">
            <a:avLst/>
          </a:prstGeom>
          <a:noFill/>
        </p:spPr>
        <p:txBody>
          <a:bodyPr wrap="square" lIns="18288" rIns="18288" tIns="36576" bIns="36576" anchor="t">
            <a:spAutoFit/>
          </a:bodyPr>
          <a:lstStyle/>
          <a:p>
            <a:pPr algn="ctr" marL="0" indent="0">
              <a:lnSpc>
                <a:spcPct val="110000"/>
              </a:lnSpc>
              <a:spcBef>
                <a:spcPts val="0"/>
              </a:spcBef>
              <a:spcAft>
                <a:spcPts val="350"/>
              </a:spcAft>
              <a:buNone/>
            </a:pPr>
            <a:r>
              <a:rPr sz="1400" b="0">
                <a:solidFill>
                  <a:srgbClr val="1B2A36"/>
                </a:solidFill>
                <a:latin typeface="맑은 고딕"/>
                <a:ea typeface="맑은 고딕"/>
                <a:cs typeface="맑은 고딕"/>
              </a:rPr>
              <a:t>행마다 Key 축</a:t>
            </a:r>
          </a:p>
          <a:p>
            <a:pPr algn="ctr" marL="0" indent="0">
              <a:lnSpc>
                <a:spcPct val="110000"/>
              </a:lnSpc>
              <a:spcBef>
                <a:spcPts val="0"/>
              </a:spcBef>
              <a:spcAft>
                <a:spcPts val="350"/>
              </a:spcAft>
              <a:buNone/>
            </a:pPr>
            <a:r>
              <a:rPr sz="1400" b="0">
                <a:solidFill>
                  <a:srgbClr val="1B2A36"/>
                </a:solidFill>
                <a:latin typeface="맑은 고딕"/>
                <a:ea typeface="맑은 고딕"/>
                <a:cs typeface="맑은 고딕"/>
              </a:rPr>
              <a:t>합 = 1</a:t>
            </a:r>
          </a:p>
        </p:txBody>
      </p:sp>
      <p:cxnSp>
        <p:nvCxnSpPr>
          <p:cNvPr id="26" name="Connector 25"/>
          <p:cNvCxnSpPr/>
          <p:nvPr/>
        </p:nvCxnSpPr>
        <p:spPr>
          <a:xfrm>
            <a:off x="9458553" y="3465576"/>
            <a:ext cx="228600" cy="0"/>
          </a:xfrm>
          <a:prstGeom prst="line">
            <a:avLst/>
          </a:prstGeom>
          <a:ln w="2540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9732873" y="2596896"/>
            <a:ext cx="1998878" cy="1737360"/>
          </a:xfrm>
          <a:prstGeom prst="roundRect">
            <a:avLst>
              <a:gd name="adj" fmla="val 5263"/>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824313" y="2688336"/>
            <a:ext cx="1815998" cy="36576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⑤ 가중합</a:t>
            </a:r>
          </a:p>
        </p:txBody>
      </p:sp>
      <p:sp>
        <p:nvSpPr>
          <p:cNvPr id="29" name="TextBox 28"/>
          <p:cNvSpPr txBox="1"/>
          <p:nvPr/>
        </p:nvSpPr>
        <p:spPr>
          <a:xfrm>
            <a:off x="9824313" y="3099815"/>
            <a:ext cx="1815998" cy="1142999"/>
          </a:xfrm>
          <a:prstGeom prst="rect">
            <a:avLst/>
          </a:prstGeom>
          <a:noFill/>
        </p:spPr>
        <p:txBody>
          <a:bodyPr wrap="square" lIns="18288" rIns="18288" tIns="36576" bIns="36576" anchor="t">
            <a:spAutoFit/>
          </a:bodyPr>
          <a:lstStyle/>
          <a:p>
            <a:pPr algn="ctr" marL="0" indent="0">
              <a:lnSpc>
                <a:spcPct val="110000"/>
              </a:lnSpc>
              <a:spcBef>
                <a:spcPts val="0"/>
              </a:spcBef>
              <a:spcAft>
                <a:spcPts val="350"/>
              </a:spcAft>
              <a:buNone/>
            </a:pPr>
            <a:r>
              <a:rPr sz="1400" b="0">
                <a:solidFill>
                  <a:srgbClr val="FFFFFF"/>
                </a:solidFill>
                <a:latin typeface="맑은 고딕"/>
                <a:ea typeface="맑은 고딕"/>
                <a:cs typeface="맑은 고딕"/>
              </a:rPr>
              <a:t>A V</a:t>
            </a:r>
          </a:p>
          <a:p>
            <a:pPr algn="ctr" marL="0" indent="0">
              <a:lnSpc>
                <a:spcPct val="110000"/>
              </a:lnSpc>
              <a:spcBef>
                <a:spcPts val="0"/>
              </a:spcBef>
              <a:spcAft>
                <a:spcPts val="350"/>
              </a:spcAft>
              <a:buNone/>
            </a:pPr>
            <a:r>
              <a:rPr sz="1400" b="0">
                <a:solidFill>
                  <a:srgbClr val="FFFFFF"/>
                </a:solidFill>
                <a:latin typeface="맑은 고딕"/>
                <a:ea typeface="맑은 고딕"/>
                <a:cs typeface="맑은 고딕"/>
              </a:rPr>
              <a:t>(N, d_h)</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4토큰 예제: 설정</a:t>
            </a:r>
          </a:p>
        </p:txBody>
      </p:sp>
      <p:sp>
        <p:nvSpPr>
          <p:cNvPr id="3" name="Content Placeholder 2"/>
          <p:cNvSpPr>
            <a:spLocks noGrp="1"/>
          </p:cNvSpPr>
          <p:nvPr>
            <p:ph idx="1"/>
          </p:nvPr>
        </p:nvSpPr>
        <p:spPr>
          <a:xfrm>
            <a:off x="7569037" y="3831335"/>
            <a:ext cx="4162714" cy="2551176"/>
          </a:xfrm>
        </p:spPr>
        <p:txBody>
          <a:bodyPr wrap="square" lIns="73152" rIns="73152" tIns="36576" bIns="36576" anchor="t">
            <a:normAutofit/>
          </a:bodyPr>
          <a:lstStyle/>
          <a:p>
            <a:pPr algn="l" marL="256032" indent="-237744">
              <a:lnSpc>
                <a:spcPct val="110000"/>
              </a:lnSpc>
              <a:spcBef>
                <a:spcPts val="0"/>
              </a:spcBef>
              <a:spcAft>
                <a:spcPts val="800"/>
              </a:spcAft>
              <a:buClr>
                <a:srgbClr val="01688F"/>
              </a:buClr>
              <a:buFont typeface="Wingdings" pitchFamily="2" charset="2"/>
              <a:buChar char="§"/>
            </a:pPr>
            <a:r>
              <a:rPr sz="1600" b="0">
                <a:solidFill>
                  <a:srgbClr val="1B2A36"/>
                </a:solidFill>
              </a:rPr>
              <a:t>d_h = 2 → 스케일 </a:t>
            </a:r>
            <a:r>
              <a:rPr sz="1600" b="1">
                <a:solidFill>
                  <a:srgbClr val="1B2A36"/>
                </a:solidFill>
              </a:rPr>
              <a:t>√2</a:t>
            </a:r>
          </a:p>
          <a:p>
            <a:pPr algn="l" marL="256032" indent="-237744">
              <a:lnSpc>
                <a:spcPct val="110000"/>
              </a:lnSpc>
              <a:spcBef>
                <a:spcPts val="0"/>
              </a:spcBef>
              <a:spcAft>
                <a:spcPts val="800"/>
              </a:spcAft>
              <a:buClr>
                <a:srgbClr val="01688F"/>
              </a:buClr>
              <a:buFont typeface="Wingdings" pitchFamily="2" charset="2"/>
              <a:buChar char="§"/>
            </a:pPr>
            <a:r>
              <a:rPr sz="1600" b="0">
                <a:solidFill>
                  <a:srgbClr val="1B2A36"/>
                </a:solidFill>
              </a:rPr>
              <a:t>먼저 </a:t>
            </a:r>
            <a:r>
              <a:rPr sz="1600" b="1">
                <a:solidFill>
                  <a:srgbClr val="1B2A36"/>
                </a:solidFill>
              </a:rPr>
              <a:t>Query A</a:t>
            </a:r>
            <a:r>
              <a:rPr sz="1600" b="0">
                <a:solidFill>
                  <a:srgbClr val="1B2A36"/>
                </a:solidFill>
              </a:rPr>
              <a:t>의 행 하나를 손으로</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토큰 A · B · C · D, 특징 2개 — 숫자는 설명용이며 학습 결과가 아니다</a:t>
            </a:r>
          </a:p>
        </p:txBody>
      </p:sp>
      <p:sp>
        <p:nvSpPr>
          <p:cNvPr id="8" name="Rounded Rectangle 7"/>
          <p:cNvSpPr/>
          <p:nvPr/>
        </p:nvSpPr>
        <p:spPr>
          <a:xfrm>
            <a:off x="10543032" y="914400"/>
            <a:ext cx="1188720" cy="365760"/>
          </a:xfrm>
          <a:prstGeom prst="roundRect">
            <a:avLst>
              <a:gd name="adj" fmla="val 50000"/>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계산</a:t>
            </a:r>
          </a:p>
        </p:txBody>
      </p:sp>
      <p:pic>
        <p:nvPicPr>
          <p:cNvPr id="9" name="Picture 8" descr="attn_setup.png"/>
          <p:cNvPicPr>
            <a:picLocks noChangeAspect="1"/>
          </p:cNvPicPr>
          <p:nvPr/>
        </p:nvPicPr>
        <p:blipFill>
          <a:blip r:embed="rId3"/>
          <a:stretch>
            <a:fillRect/>
          </a:stretch>
        </p:blipFill>
        <p:spPr>
          <a:xfrm>
            <a:off x="457200" y="1466349"/>
            <a:ext cx="6791797" cy="4857989"/>
          </a:xfrm>
          <a:prstGeom prst="rect">
            <a:avLst/>
          </a:prstGeom>
        </p:spPr>
      </p:pic>
      <p:graphicFrame>
        <p:nvGraphicFramePr>
          <p:cNvPr id="10" name="Table 9"/>
          <p:cNvGraphicFramePr>
            <a:graphicFrameLocks noGrp="1"/>
          </p:cNvGraphicFramePr>
          <p:nvPr/>
        </p:nvGraphicFramePr>
        <p:xfrm>
          <a:off x="7569037" y="1408176"/>
          <a:ext cx="4162712" cy="2103119"/>
        </p:xfrm>
        <a:graphic>
          <a:graphicData uri="http://schemas.openxmlformats.org/drawingml/2006/table">
            <a:tbl>
              <a:tblPr firstRow="1" bandRow="0">
                <a:tableStyleId>{5940675A-B579-460E-94D1-54222C63F5DA}</a:tableStyleId>
              </a:tblPr>
              <a:tblGrid>
                <a:gridCol w="1040678"/>
                <a:gridCol w="1040678"/>
                <a:gridCol w="1040678"/>
                <a:gridCol w="1040678"/>
              </a:tblGrid>
              <a:tr h="374904">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토큰</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q</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k</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v</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374904">
                <a:tc>
                  <a:txBody>
                    <a:bodyPr wrap="square" lIns="36576" rIns="36576" tIns="36576" bIns="36576" anchor="t"/>
                    <a:lstStyle/>
                    <a:p>
                      <a:pPr algn="ctr" marL="0" indent="0">
                        <a:lnSpc>
                          <a:spcPct val="110000"/>
                        </a:lnSpc>
                        <a:spcBef>
                          <a:spcPts val="0"/>
                        </a:spcBef>
                        <a:spcAft>
                          <a:spcPts val="0"/>
                        </a:spcAft>
                        <a:buNone/>
                      </a:pPr>
                      <a:r>
                        <a:rPr sz="1500" b="1">
                          <a:solidFill>
                            <a:srgbClr val="1B2A36"/>
                          </a:solidFill>
                          <a:latin typeface="맑은 고딕"/>
                          <a:ea typeface="맑은 고딕"/>
                          <a:cs typeface="맑은 고딕"/>
                        </a:rPr>
                        <a:t>A</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(1, 0)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(1, 0)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(1, 0)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74904">
                <a:tc>
                  <a:txBody>
                    <a:bodyPr wrap="square" lIns="36576" rIns="36576" tIns="36576" bIns="36576" anchor="t"/>
                    <a:lstStyle/>
                    <a:p>
                      <a:pPr algn="ctr" marL="0" indent="0">
                        <a:lnSpc>
                          <a:spcPct val="110000"/>
                        </a:lnSpc>
                        <a:spcBef>
                          <a:spcPts val="0"/>
                        </a:spcBef>
                        <a:spcAft>
                          <a:spcPts val="0"/>
                        </a:spcAft>
                        <a:buNone/>
                      </a:pPr>
                      <a:r>
                        <a:rPr sz="1500" b="1">
                          <a:solidFill>
                            <a:srgbClr val="1B2A36"/>
                          </a:solidFill>
                          <a:latin typeface="맑은 고딕"/>
                          <a:ea typeface="맑은 고딕"/>
                          <a:cs typeface="맑은 고딕"/>
                        </a:rPr>
                        <a:t>B</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(0, 1)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(0, 1)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(0, 1)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74904">
                <a:tc>
                  <a:txBody>
                    <a:bodyPr wrap="square" lIns="36576" rIns="36576" tIns="36576" bIns="36576" anchor="t"/>
                    <a:lstStyle/>
                    <a:p>
                      <a:pPr algn="ctr" marL="0" indent="0">
                        <a:lnSpc>
                          <a:spcPct val="110000"/>
                        </a:lnSpc>
                        <a:spcBef>
                          <a:spcPts val="0"/>
                        </a:spcBef>
                        <a:spcAft>
                          <a:spcPts val="0"/>
                        </a:spcAft>
                        <a:buNone/>
                      </a:pPr>
                      <a:r>
                        <a:rPr sz="1500" b="1">
                          <a:solidFill>
                            <a:srgbClr val="1B2A36"/>
                          </a:solidFill>
                          <a:latin typeface="맑은 고딕"/>
                          <a:ea typeface="맑은 고딕"/>
                          <a:cs typeface="맑은 고딕"/>
                        </a:rPr>
                        <a:t>C</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(1, 1)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(1, 1)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(2, 2)</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603503">
                <a:tc>
                  <a:txBody>
                    <a:bodyPr wrap="square" lIns="36576" rIns="36576" tIns="36576" bIns="36576" anchor="t"/>
                    <a:lstStyle/>
                    <a:p>
                      <a:pPr algn="ctr" marL="0" indent="0">
                        <a:lnSpc>
                          <a:spcPct val="110000"/>
                        </a:lnSpc>
                        <a:spcBef>
                          <a:spcPts val="0"/>
                        </a:spcBef>
                        <a:spcAft>
                          <a:spcPts val="0"/>
                        </a:spcAft>
                        <a:buNone/>
                      </a:pPr>
                      <a:r>
                        <a:rPr sz="1500" b="1">
                          <a:solidFill>
                            <a:srgbClr val="1B2A36"/>
                          </a:solidFill>
                          <a:latin typeface="맑은 고딕"/>
                          <a:ea typeface="맑은 고딕"/>
                          <a:cs typeface="맑은 고딕"/>
                        </a:rPr>
                        <a:t>D</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(−1, 0.5)</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(−1, 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(−1, 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bl>
          </a:graphicData>
        </a:graphic>
      </p:graphicFrame>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Query A를 손으로 계산</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점수 → ÷√2 → exp → 합으로 나누기 → Value 가중합</a:t>
            </a:r>
          </a:p>
        </p:txBody>
      </p:sp>
      <p:sp>
        <p:nvSpPr>
          <p:cNvPr id="8" name="Rounded Rectangle 7"/>
          <p:cNvSpPr/>
          <p:nvPr/>
        </p:nvSpPr>
        <p:spPr>
          <a:xfrm>
            <a:off x="10543032" y="914400"/>
            <a:ext cx="1188720" cy="365760"/>
          </a:xfrm>
          <a:prstGeom prst="roundRect">
            <a:avLst>
              <a:gd name="adj" fmla="val 50000"/>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계산</a:t>
            </a:r>
          </a:p>
        </p:txBody>
      </p:sp>
      <p:sp>
        <p:nvSpPr>
          <p:cNvPr id="9" name="Rounded Rectangle 8"/>
          <p:cNvSpPr/>
          <p:nvPr/>
        </p:nvSpPr>
        <p:spPr>
          <a:xfrm>
            <a:off x="457200" y="5852160"/>
            <a:ext cx="11274552" cy="530352"/>
          </a:xfrm>
          <a:prstGeom prst="roundRect">
            <a:avLst>
              <a:gd name="adj" fmla="val 17241"/>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ctr" marL="0" indent="0">
              <a:lnSpc>
                <a:spcPct val="110000"/>
              </a:lnSpc>
              <a:spcBef>
                <a:spcPts val="0"/>
              </a:spcBef>
              <a:spcAft>
                <a:spcPts val="320"/>
              </a:spcAft>
              <a:buNone/>
            </a:pPr>
            <a:r>
              <a:rPr sz="1600" b="1">
                <a:solidFill>
                  <a:srgbClr val="FFFFFF"/>
                </a:solidFill>
                <a:latin typeface="맑은 고딕"/>
                <a:ea typeface="맑은 고딕"/>
                <a:cs typeface="맑은 고딕"/>
              </a:rPr>
              <a:t>o_A = 0.365·v_A + 0.180·v_B + 0.365·v_C + 0.089·v_D = (1.008, 1.000)</a:t>
            </a:r>
          </a:p>
        </p:txBody>
      </p:sp>
      <p:graphicFrame>
        <p:nvGraphicFramePr>
          <p:cNvPr id="10" name="Table 9"/>
          <p:cNvGraphicFramePr>
            <a:graphicFrameLocks noGrp="1"/>
          </p:cNvGraphicFramePr>
          <p:nvPr/>
        </p:nvGraphicFramePr>
        <p:xfrm>
          <a:off x="457200" y="1408176"/>
          <a:ext cx="11274549" cy="2340864"/>
        </p:xfrm>
        <a:graphic>
          <a:graphicData uri="http://schemas.openxmlformats.org/drawingml/2006/table">
            <a:tbl>
              <a:tblPr firstRow="1" bandRow="0">
                <a:tableStyleId>{5940675A-B579-460E-94D1-54222C63F5DA}</a:tableStyleId>
              </a:tblPr>
              <a:tblGrid>
                <a:gridCol w="1982338"/>
                <a:gridCol w="1610650"/>
                <a:gridCol w="1486754"/>
                <a:gridCol w="1486754"/>
                <a:gridCol w="1982338"/>
                <a:gridCol w="2725715"/>
              </a:tblGrid>
              <a:tr h="390144">
                <a:tc>
                  <a:txBody>
                    <a:bodyPr wrap="square" lIns="36576" rIns="36576" tIns="36576" bIns="36576" anchor="t"/>
                    <a:lstStyle/>
                    <a:p>
                      <a:pPr algn="ctr" marL="0" indent="0">
                        <a:lnSpc>
                          <a:spcPct val="110000"/>
                        </a:lnSpc>
                        <a:spcBef>
                          <a:spcPts val="0"/>
                        </a:spcBef>
                        <a:spcAft>
                          <a:spcPts val="0"/>
                        </a:spcAft>
                        <a:buNone/>
                      </a:pPr>
                      <a:r>
                        <a:rPr sz="1600" b="1">
                          <a:solidFill>
                            <a:srgbClr val="FFFFFF"/>
                          </a:solidFill>
                          <a:latin typeface="맑은 고딕"/>
                          <a:ea typeface="맑은 고딕"/>
                          <a:cs typeface="맑은 고딕"/>
                        </a:rPr>
                        <a:t>Key</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600" b="1">
                          <a:solidFill>
                            <a:srgbClr val="FFFFFF"/>
                          </a:solidFill>
                          <a:latin typeface="맑은 고딕"/>
                          <a:ea typeface="맑은 고딕"/>
                          <a:cs typeface="맑은 고딕"/>
                        </a:rPr>
                        <a:t>q_A · k</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600" b="1">
                          <a:solidFill>
                            <a:srgbClr val="FFFFFF"/>
                          </a:solidFill>
                          <a:latin typeface="맑은 고딕"/>
                          <a:ea typeface="맑은 고딕"/>
                          <a:cs typeface="맑은 고딕"/>
                        </a:rPr>
                        <a:t>÷ √2</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600" b="1">
                          <a:solidFill>
                            <a:srgbClr val="FFFFFF"/>
                          </a:solidFill>
                          <a:latin typeface="맑은 고딕"/>
                          <a:ea typeface="맑은 고딕"/>
                          <a:cs typeface="맑은 고딕"/>
                        </a:rPr>
                        <a:t>exp</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600" b="1">
                          <a:solidFill>
                            <a:srgbClr val="FFFFFF"/>
                          </a:solidFill>
                          <a:latin typeface="맑은 고딕"/>
                          <a:ea typeface="맑은 고딕"/>
                          <a:cs typeface="맑은 고딕"/>
                        </a:rPr>
                        <a:t>softmax α</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600" b="1">
                          <a:solidFill>
                            <a:srgbClr val="FFFFFF"/>
                          </a:solidFill>
                          <a:latin typeface="맑은 고딕"/>
                          <a:ea typeface="맑은 고딕"/>
                          <a:cs typeface="맑은 고딕"/>
                        </a:rPr>
                        <a:t>α · v</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390144">
                <a:tc>
                  <a:txBody>
                    <a:bodyPr wrap="square" lIns="36576" rIns="36576" tIns="36576" bIns="36576" anchor="t"/>
                    <a:lstStyle/>
                    <a:p>
                      <a:pPr algn="ctr" marL="0" indent="0">
                        <a:lnSpc>
                          <a:spcPct val="110000"/>
                        </a:lnSpc>
                        <a:spcBef>
                          <a:spcPts val="0"/>
                        </a:spcBef>
                        <a:spcAft>
                          <a:spcPts val="0"/>
                        </a:spcAft>
                        <a:buNone/>
                      </a:pPr>
                      <a:r>
                        <a:rPr sz="1600" b="1">
                          <a:solidFill>
                            <a:srgbClr val="1B2A36"/>
                          </a:solidFill>
                          <a:latin typeface="맑은 고딕"/>
                          <a:ea typeface="맑은 고딕"/>
                          <a:cs typeface="맑은 고딕"/>
                        </a:rPr>
                        <a:t>A (1, 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600" b="0">
                          <a:solidFill>
                            <a:srgbClr val="1B2A36"/>
                          </a:solidFill>
                          <a:latin typeface="맑은 고딕"/>
                          <a:ea typeface="맑은 고딕"/>
                          <a:cs typeface="맑은 고딕"/>
                        </a:rPr>
                        <a:t>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600" b="0">
                          <a:solidFill>
                            <a:srgbClr val="1B2A36"/>
                          </a:solidFill>
                          <a:latin typeface="맑은 고딕"/>
                          <a:ea typeface="맑은 고딕"/>
                          <a:cs typeface="맑은 고딕"/>
                        </a:rPr>
                        <a:t>0.707</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600" b="0">
                          <a:solidFill>
                            <a:srgbClr val="1B2A36"/>
                          </a:solidFill>
                          <a:latin typeface="맑은 고딕"/>
                          <a:ea typeface="맑은 고딕"/>
                          <a:cs typeface="맑은 고딕"/>
                        </a:rPr>
                        <a:t>2.028</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600" b="1">
                          <a:solidFill>
                            <a:srgbClr val="1B2A36"/>
                          </a:solidFill>
                          <a:latin typeface="맑은 고딕"/>
                          <a:ea typeface="맑은 고딕"/>
                          <a:cs typeface="맑은 고딕"/>
                        </a:rPr>
                        <a:t>0.365</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600" b="0">
                          <a:solidFill>
                            <a:srgbClr val="1B2A36"/>
                          </a:solidFill>
                          <a:latin typeface="맑은 고딕"/>
                          <a:ea typeface="맑은 고딕"/>
                          <a:cs typeface="맑은 고딕"/>
                        </a:rPr>
                        <a:t>(0.365, 0)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90144">
                <a:tc>
                  <a:txBody>
                    <a:bodyPr wrap="square" lIns="36576" rIns="36576" tIns="36576" bIns="36576" anchor="t"/>
                    <a:lstStyle/>
                    <a:p>
                      <a:pPr algn="ctr" marL="0" indent="0">
                        <a:lnSpc>
                          <a:spcPct val="110000"/>
                        </a:lnSpc>
                        <a:spcBef>
                          <a:spcPts val="0"/>
                        </a:spcBef>
                        <a:spcAft>
                          <a:spcPts val="0"/>
                        </a:spcAft>
                        <a:buNone/>
                      </a:pPr>
                      <a:r>
                        <a:rPr sz="1600" b="1">
                          <a:solidFill>
                            <a:srgbClr val="1B2A36"/>
                          </a:solidFill>
                          <a:latin typeface="맑은 고딕"/>
                          <a:ea typeface="맑은 고딕"/>
                          <a:cs typeface="맑은 고딕"/>
                        </a:rPr>
                        <a:t>B (0, 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600" b="0">
                          <a:solidFill>
                            <a:srgbClr val="1B2A36"/>
                          </a:solidFill>
                          <a:latin typeface="맑은 고딕"/>
                          <a:ea typeface="맑은 고딕"/>
                          <a:cs typeface="맑은 고딕"/>
                        </a:rPr>
                        <a:t>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600" b="0">
                          <a:solidFill>
                            <a:srgbClr val="1B2A36"/>
                          </a:solidFill>
                          <a:latin typeface="맑은 고딕"/>
                          <a:ea typeface="맑은 고딕"/>
                          <a:cs typeface="맑은 고딕"/>
                        </a:rPr>
                        <a:t>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600" b="0">
                          <a:solidFill>
                            <a:srgbClr val="1B2A36"/>
                          </a:solidFill>
                          <a:latin typeface="맑은 고딕"/>
                          <a:ea typeface="맑은 고딕"/>
                          <a:cs typeface="맑은 고딕"/>
                        </a:rPr>
                        <a:t>1.000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600" b="1">
                          <a:solidFill>
                            <a:srgbClr val="1B2A36"/>
                          </a:solidFill>
                          <a:latin typeface="맑은 고딕"/>
                          <a:ea typeface="맑은 고딕"/>
                          <a:cs typeface="맑은 고딕"/>
                        </a:rPr>
                        <a:t>0.180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600" b="0">
                          <a:solidFill>
                            <a:srgbClr val="1B2A36"/>
                          </a:solidFill>
                          <a:latin typeface="맑은 고딕"/>
                          <a:ea typeface="맑은 고딕"/>
                          <a:cs typeface="맑은 고딕"/>
                        </a:rPr>
                        <a:t>(0, 0.180)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90144">
                <a:tc>
                  <a:txBody>
                    <a:bodyPr wrap="square" lIns="36576" rIns="36576" tIns="36576" bIns="36576" anchor="t"/>
                    <a:lstStyle/>
                    <a:p>
                      <a:pPr algn="ctr" marL="0" indent="0">
                        <a:lnSpc>
                          <a:spcPct val="110000"/>
                        </a:lnSpc>
                        <a:spcBef>
                          <a:spcPts val="0"/>
                        </a:spcBef>
                        <a:spcAft>
                          <a:spcPts val="0"/>
                        </a:spcAft>
                        <a:buNone/>
                      </a:pPr>
                      <a:r>
                        <a:rPr sz="1600" b="1">
                          <a:solidFill>
                            <a:srgbClr val="1B2A36"/>
                          </a:solidFill>
                          <a:latin typeface="맑은 고딕"/>
                          <a:ea typeface="맑은 고딕"/>
                          <a:cs typeface="맑은 고딕"/>
                        </a:rPr>
                        <a:t>C (1, 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600" b="0">
                          <a:solidFill>
                            <a:srgbClr val="1B2A36"/>
                          </a:solidFill>
                          <a:latin typeface="맑은 고딕"/>
                          <a:ea typeface="맑은 고딕"/>
                          <a:cs typeface="맑은 고딕"/>
                        </a:rPr>
                        <a:t>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600" b="0">
                          <a:solidFill>
                            <a:srgbClr val="1B2A36"/>
                          </a:solidFill>
                          <a:latin typeface="맑은 고딕"/>
                          <a:ea typeface="맑은 고딕"/>
                          <a:cs typeface="맑은 고딕"/>
                        </a:rPr>
                        <a:t>0.707</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600" b="0">
                          <a:solidFill>
                            <a:srgbClr val="1B2A36"/>
                          </a:solidFill>
                          <a:latin typeface="맑은 고딕"/>
                          <a:ea typeface="맑은 고딕"/>
                          <a:cs typeface="맑은 고딕"/>
                        </a:rPr>
                        <a:t>2.028</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600" b="1">
                          <a:solidFill>
                            <a:srgbClr val="1B2A36"/>
                          </a:solidFill>
                          <a:latin typeface="맑은 고딕"/>
                          <a:ea typeface="맑은 고딕"/>
                          <a:cs typeface="맑은 고딕"/>
                        </a:rPr>
                        <a:t>0.365</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600" b="0">
                          <a:solidFill>
                            <a:srgbClr val="1B2A36"/>
                          </a:solidFill>
                          <a:latin typeface="맑은 고딕"/>
                          <a:ea typeface="맑은 고딕"/>
                          <a:cs typeface="맑은 고딕"/>
                        </a:rPr>
                        <a:t>(0.731, 0.731)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90144">
                <a:tc>
                  <a:txBody>
                    <a:bodyPr wrap="square" lIns="36576" rIns="36576" tIns="36576" bIns="36576" anchor="t"/>
                    <a:lstStyle/>
                    <a:p>
                      <a:pPr algn="ctr" marL="0" indent="0">
                        <a:lnSpc>
                          <a:spcPct val="110000"/>
                        </a:lnSpc>
                        <a:spcBef>
                          <a:spcPts val="0"/>
                        </a:spcBef>
                        <a:spcAft>
                          <a:spcPts val="0"/>
                        </a:spcAft>
                        <a:buNone/>
                      </a:pPr>
                      <a:r>
                        <a:rPr sz="1600" b="1">
                          <a:solidFill>
                            <a:srgbClr val="1B2A36"/>
                          </a:solidFill>
                          <a:latin typeface="맑은 고딕"/>
                          <a:ea typeface="맑은 고딕"/>
                          <a:cs typeface="맑은 고딕"/>
                        </a:rPr>
                        <a:t>D (−1, 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600" b="0">
                          <a:solidFill>
                            <a:srgbClr val="1B2A36"/>
                          </a:solidFill>
                          <a:latin typeface="맑은 고딕"/>
                          <a:ea typeface="맑은 고딕"/>
                          <a:cs typeface="맑은 고딕"/>
                        </a:rPr>
                        <a:t>−1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600" b="0">
                          <a:solidFill>
                            <a:srgbClr val="1B2A36"/>
                          </a:solidFill>
                          <a:latin typeface="맑은 고딕"/>
                          <a:ea typeface="맑은 고딕"/>
                          <a:cs typeface="맑은 고딕"/>
                        </a:rPr>
                        <a:t>−0.707</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600" b="0">
                          <a:solidFill>
                            <a:srgbClr val="1B2A36"/>
                          </a:solidFill>
                          <a:latin typeface="맑은 고딕"/>
                          <a:ea typeface="맑은 고딕"/>
                          <a:cs typeface="맑은 고딕"/>
                        </a:rPr>
                        <a:t>0.493</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600" b="1">
                          <a:solidFill>
                            <a:srgbClr val="1B2A36"/>
                          </a:solidFill>
                          <a:latin typeface="맑은 고딕"/>
                          <a:ea typeface="맑은 고딕"/>
                          <a:cs typeface="맑은 고딕"/>
                        </a:rPr>
                        <a:t>0.089</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600" b="0">
                          <a:solidFill>
                            <a:srgbClr val="1B2A36"/>
                          </a:solidFill>
                          <a:latin typeface="맑은 고딕"/>
                          <a:ea typeface="맑은 고딕"/>
                          <a:cs typeface="맑은 고딕"/>
                        </a:rPr>
                        <a:t>(−0.089, 0.089)</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90144">
                <a:tc>
                  <a:txBody>
                    <a:bodyPr wrap="square" lIns="36576" rIns="36576" tIns="36576" bIns="36576" anchor="t"/>
                    <a:lstStyle/>
                    <a:p>
                      <a:pPr algn="ctr" marL="0" indent="0">
                        <a:lnSpc>
                          <a:spcPct val="110000"/>
                        </a:lnSpc>
                        <a:spcBef>
                          <a:spcPts val="0"/>
                        </a:spcBef>
                        <a:spcAft>
                          <a:spcPts val="0"/>
                        </a:spcAft>
                        <a:buNone/>
                      </a:pPr>
                      <a:r>
                        <a:rPr sz="1600" b="1">
                          <a:solidFill>
                            <a:srgbClr val="1B2A36"/>
                          </a:solidFill>
                          <a:latin typeface="맑은 고딕"/>
                          <a:ea typeface="맑은 고딕"/>
                          <a:cs typeface="맑은 고딕"/>
                        </a:rPr>
                        <a:t>합</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DF1E9"/>
                    </a:solidFill>
                  </a:tcPr>
                </a:tc>
                <a:tc>
                  <a:txBody>
                    <a:bodyPr wrap="square" lIns="36576" rIns="36576" tIns="36576" bIns="36576" anchor="t"/>
                    <a:lstStyle/>
                    <a:p>
                      <a:pPr algn="ctr" marL="0" indent="0">
                        <a:lnSpc>
                          <a:spcPct val="110000"/>
                        </a:lnSpc>
                        <a:spcBef>
                          <a:spcPts val="0"/>
                        </a:spcBef>
                        <a:spcAft>
                          <a:spcPts val="0"/>
                        </a:spcAft>
                        <a:buNone/>
                      </a:pP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DF1E9"/>
                    </a:solidFill>
                  </a:tcPr>
                </a:tc>
                <a:tc>
                  <a:txBody>
                    <a:bodyPr wrap="square" lIns="36576" rIns="36576" tIns="36576" bIns="36576" anchor="t"/>
                    <a:lstStyle/>
                    <a:p>
                      <a:pPr algn="ctr" marL="0" indent="0">
                        <a:lnSpc>
                          <a:spcPct val="110000"/>
                        </a:lnSpc>
                        <a:spcBef>
                          <a:spcPts val="0"/>
                        </a:spcBef>
                        <a:spcAft>
                          <a:spcPts val="0"/>
                        </a:spcAft>
                        <a:buNone/>
                      </a:pP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DF1E9"/>
                    </a:solidFill>
                  </a:tcPr>
                </a:tc>
                <a:tc>
                  <a:txBody>
                    <a:bodyPr wrap="square" lIns="36576" rIns="36576" tIns="36576" bIns="36576" anchor="t"/>
                    <a:lstStyle/>
                    <a:p>
                      <a:pPr algn="ctr" marL="0" indent="0">
                        <a:lnSpc>
                          <a:spcPct val="110000"/>
                        </a:lnSpc>
                        <a:spcBef>
                          <a:spcPts val="0"/>
                        </a:spcBef>
                        <a:spcAft>
                          <a:spcPts val="0"/>
                        </a:spcAft>
                        <a:buNone/>
                      </a:pPr>
                      <a:r>
                        <a:rPr sz="1600" b="0">
                          <a:solidFill>
                            <a:srgbClr val="1B2A36"/>
                          </a:solidFill>
                          <a:latin typeface="맑은 고딕"/>
                          <a:ea typeface="맑은 고딕"/>
                          <a:cs typeface="맑은 고딕"/>
                        </a:rPr>
                        <a:t>5.549</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DF1E9"/>
                    </a:solidFill>
                  </a:tcPr>
                </a:tc>
                <a:tc>
                  <a:txBody>
                    <a:bodyPr wrap="square" lIns="36576" rIns="36576" tIns="36576" bIns="36576" anchor="t"/>
                    <a:lstStyle/>
                    <a:p>
                      <a:pPr algn="ctr" marL="0" indent="0">
                        <a:lnSpc>
                          <a:spcPct val="110000"/>
                        </a:lnSpc>
                        <a:spcBef>
                          <a:spcPts val="0"/>
                        </a:spcBef>
                        <a:spcAft>
                          <a:spcPts val="0"/>
                        </a:spcAft>
                        <a:buNone/>
                      </a:pPr>
                      <a:r>
                        <a:rPr sz="1600" b="0">
                          <a:solidFill>
                            <a:srgbClr val="1B2A36"/>
                          </a:solidFill>
                          <a:latin typeface="맑은 고딕"/>
                          <a:ea typeface="맑은 고딕"/>
                          <a:cs typeface="맑은 고딕"/>
                        </a:rPr>
                        <a:t>1.000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DF1E9"/>
                    </a:solidFill>
                  </a:tcPr>
                </a:tc>
                <a:tc>
                  <a:txBody>
                    <a:bodyPr wrap="square" lIns="36576" rIns="36576" tIns="36576" bIns="36576" anchor="t"/>
                    <a:lstStyle/>
                    <a:p>
                      <a:pPr algn="ctr" marL="0" indent="0">
                        <a:lnSpc>
                          <a:spcPct val="110000"/>
                        </a:lnSpc>
                        <a:spcBef>
                          <a:spcPts val="0"/>
                        </a:spcBef>
                        <a:spcAft>
                          <a:spcPts val="0"/>
                        </a:spcAft>
                        <a:buNone/>
                      </a:pPr>
                      <a:r>
                        <a:rPr sz="1600" b="1">
                          <a:solidFill>
                            <a:srgbClr val="1B2A36"/>
                          </a:solidFill>
                          <a:latin typeface="맑은 고딕"/>
                          <a:ea typeface="맑은 고딕"/>
                          <a:cs typeface="맑은 고딕"/>
                        </a:rPr>
                        <a:t>(1.008, 1.000)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DF1E9"/>
                    </a:solidFill>
                  </a:tcPr>
                </a:tc>
              </a:tr>
            </a:tbl>
          </a:graphicData>
        </a:graphic>
      </p:graphicFrame>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전체 행렬로: 점수 → A → O</a:t>
            </a:r>
          </a:p>
        </p:txBody>
      </p:sp>
      <p:sp>
        <p:nvSpPr>
          <p:cNvPr id="3" name="Content Placeholder 2"/>
          <p:cNvSpPr>
            <a:spLocks noGrp="1"/>
          </p:cNvSpPr>
          <p:nvPr>
            <p:ph idx="1"/>
          </p:nvPr>
        </p:nvSpPr>
        <p:spPr>
          <a:xfrm>
            <a:off x="457200" y="4745736"/>
            <a:ext cx="11274552" cy="1636776"/>
          </a:xfrm>
        </p:spPr>
        <p:txBody>
          <a:bodyPr wrap="square" lIns="73152" rIns="73152" tIns="36576" bIns="36576" anchor="t">
            <a:normAutofit/>
          </a:bodyPr>
          <a:lstStyle/>
          <a:p>
            <a:pPr algn="l" marL="256032" indent="-237744">
              <a:lnSpc>
                <a:spcPct val="110000"/>
              </a:lnSpc>
              <a:spcBef>
                <a:spcPts val="0"/>
              </a:spcBef>
              <a:spcAft>
                <a:spcPts val="800"/>
              </a:spcAft>
              <a:buClr>
                <a:srgbClr val="01688F"/>
              </a:buClr>
              <a:buFont typeface="Wingdings" pitchFamily="2" charset="2"/>
              <a:buChar char="§"/>
            </a:pPr>
            <a:r>
              <a:rPr sz="1600" b="0">
                <a:solidFill>
                  <a:srgbClr val="1B2A36"/>
                </a:solidFill>
              </a:rPr>
              <a:t>각 행의 합 = 1 (softmax는 행마다), 첫 행 = 방금 손으로 계산한 Query A</a:t>
            </a:r>
          </a:p>
          <a:p>
            <a:pPr algn="l" marL="256032" indent="-237744">
              <a:lnSpc>
                <a:spcPct val="110000"/>
              </a:lnSpc>
              <a:spcBef>
                <a:spcPts val="0"/>
              </a:spcBef>
              <a:spcAft>
                <a:spcPts val="800"/>
              </a:spcAft>
              <a:buClr>
                <a:srgbClr val="01688F"/>
              </a:buClr>
              <a:buFont typeface="Wingdings" pitchFamily="2" charset="2"/>
              <a:buChar char="§"/>
            </a:pPr>
            <a:r>
              <a:rPr sz="1600" b="0">
                <a:solidFill>
                  <a:srgbClr val="1B2A36"/>
                </a:solidFill>
              </a:rPr>
              <a:t>생각해 보기: Q·K를 고정하고 </a:t>
            </a:r>
            <a:r>
              <a:rPr sz="1600" b="1">
                <a:solidFill>
                  <a:srgbClr val="1B2A36"/>
                </a:solidFill>
              </a:rPr>
              <a:t>V만</a:t>
            </a:r>
            <a:r>
              <a:rPr sz="1600" b="0">
                <a:solidFill>
                  <a:srgbClr val="1B2A36"/>
                </a:solidFill>
              </a:rPr>
              <a:t> 바꾸면 A는? O는? (답: A 그대로, O는 바뀐다)</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나머지 Query도 같은 규칙 — 네 행을 행렬곱 한 번에</a:t>
            </a:r>
          </a:p>
        </p:txBody>
      </p:sp>
      <p:sp>
        <p:nvSpPr>
          <p:cNvPr id="8" name="Rounded Rectangle 7"/>
          <p:cNvSpPr/>
          <p:nvPr/>
        </p:nvSpPr>
        <p:spPr>
          <a:xfrm>
            <a:off x="10543032" y="914400"/>
            <a:ext cx="1188720" cy="365760"/>
          </a:xfrm>
          <a:prstGeom prst="roundRect">
            <a:avLst>
              <a:gd name="adj" fmla="val 50000"/>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계산</a:t>
            </a:r>
          </a:p>
        </p:txBody>
      </p:sp>
      <p:pic>
        <p:nvPicPr>
          <p:cNvPr id="9" name="Picture 8" descr="attn_pipeline.png"/>
          <p:cNvPicPr>
            <a:picLocks noChangeAspect="1"/>
          </p:cNvPicPr>
          <p:nvPr/>
        </p:nvPicPr>
        <p:blipFill>
          <a:blip r:embed="rId3"/>
          <a:stretch>
            <a:fillRect/>
          </a:stretch>
        </p:blipFill>
        <p:spPr>
          <a:xfrm>
            <a:off x="1311730" y="1408176"/>
            <a:ext cx="9565490" cy="3108960"/>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왜 √d_h로 나눌까</a:t>
            </a:r>
          </a:p>
        </p:txBody>
      </p:sp>
      <p:sp>
        <p:nvSpPr>
          <p:cNvPr id="3" name="Content Placeholder 2"/>
          <p:cNvSpPr>
            <a:spLocks noGrp="1"/>
          </p:cNvSpPr>
          <p:nvPr>
            <p:ph idx="1"/>
          </p:nvPr>
        </p:nvSpPr>
        <p:spPr>
          <a:xfrm>
            <a:off x="7349947" y="3648456"/>
            <a:ext cx="4381804" cy="2734056"/>
          </a:xfrm>
        </p:spPr>
        <p:txBody>
          <a:bodyPr wrap="square" lIns="73152" rIns="73152" tIns="36576" bIns="36576" anchor="t">
            <a:normAutofit/>
          </a:bodyPr>
          <a:lstStyle/>
          <a:p>
            <a:pPr algn="l" marL="256032" indent="-237744">
              <a:lnSpc>
                <a:spcPct val="110000"/>
              </a:lnSpc>
              <a:spcBef>
                <a:spcPts val="0"/>
              </a:spcBef>
              <a:spcAft>
                <a:spcPts val="750"/>
              </a:spcAft>
              <a:buClr>
                <a:srgbClr val="01688F"/>
              </a:buClr>
              <a:buFont typeface="Wingdings" pitchFamily="2" charset="2"/>
              <a:buChar char="§"/>
            </a:pPr>
            <a:r>
              <a:rPr sz="1500" b="0">
                <a:solidFill>
                  <a:srgbClr val="1B2A36"/>
                </a:solidFill>
              </a:rPr>
              <a:t>스케일 없으면 softmax가 </a:t>
            </a:r>
            <a:r>
              <a:rPr sz="1500" b="1">
                <a:solidFill>
                  <a:srgbClr val="1B2A36"/>
                </a:solidFill>
              </a:rPr>
              <a:t>한 칸에 몰림</a:t>
            </a:r>
          </a:p>
          <a:p>
            <a:pPr algn="l" marL="566928" indent="-237744">
              <a:lnSpc>
                <a:spcPct val="110000"/>
              </a:lnSpc>
              <a:spcBef>
                <a:spcPts val="0"/>
              </a:spcBef>
              <a:spcAft>
                <a:spcPts val="650"/>
              </a:spcAft>
              <a:buClr>
                <a:srgbClr val="01688F"/>
              </a:buClr>
              <a:buFont typeface="Arial"/>
              <a:buChar char="-"/>
            </a:pPr>
            <a:r>
              <a:rPr sz="1300" b="0">
                <a:solidFill>
                  <a:srgbClr val="1B2A36"/>
                </a:solidFill>
              </a:rPr>
              <a:t>→ 기울기도 작아진다</a:t>
            </a:r>
          </a:p>
          <a:p>
            <a:pPr algn="l" marL="256032" indent="-237744">
              <a:lnSpc>
                <a:spcPct val="110000"/>
              </a:lnSpc>
              <a:spcBef>
                <a:spcPts val="0"/>
              </a:spcBef>
              <a:spcAft>
                <a:spcPts val="750"/>
              </a:spcAft>
              <a:buClr>
                <a:srgbClr val="01688F"/>
              </a:buClr>
              <a:buFont typeface="Wingdings" pitchFamily="2" charset="2"/>
              <a:buChar char="§"/>
            </a:pPr>
            <a:r>
              <a:rPr sz="1500" b="1">
                <a:solidFill>
                  <a:srgbClr val="E97132"/>
                </a:solidFill>
              </a:rPr>
              <a:t>주의</a:t>
            </a:r>
            <a:r>
              <a:rPr sz="1500" b="0">
                <a:solidFill>
                  <a:srgbClr val="1B2A36"/>
                </a:solidFill>
              </a:rPr>
              <a:t> 단순화한 가정 — 항상 성립하진 않는다</a:t>
            </a:r>
          </a:p>
          <a:p>
            <a:pPr algn="l" marL="256032" indent="-237744">
              <a:lnSpc>
                <a:spcPct val="110000"/>
              </a:lnSpc>
              <a:spcBef>
                <a:spcPts val="0"/>
              </a:spcBef>
              <a:spcAft>
                <a:spcPts val="750"/>
              </a:spcAft>
              <a:buClr>
                <a:srgbClr val="01688F"/>
              </a:buClr>
              <a:buFont typeface="Wingdings" pitchFamily="2" charset="2"/>
              <a:buChar char="§"/>
            </a:pPr>
            <a:r>
              <a:rPr sz="1500" b="0">
                <a:solidFill>
                  <a:srgbClr val="1B2A36"/>
                </a:solidFill>
              </a:rPr>
              <a:t>생성 때 </a:t>
            </a:r>
            <a:r>
              <a:rPr sz="1500" b="1">
                <a:solidFill>
                  <a:srgbClr val="1B2A36"/>
                </a:solidFill>
              </a:rPr>
              <a:t>temperature</a:t>
            </a:r>
            <a:r>
              <a:rPr sz="1500" b="0">
                <a:solidFill>
                  <a:srgbClr val="1B2A36"/>
                </a:solidFill>
              </a:rPr>
              <a:t>와는 목적이 다르다</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550" b="1">
                <a:solidFill>
                  <a:srgbClr val="01688F"/>
                </a:solidFill>
                <a:latin typeface="맑은 고딕"/>
                <a:ea typeface="맑은 고딕"/>
                <a:cs typeface="맑은 고딕"/>
              </a:rPr>
              <a:t>성분이 독립이고 분산 1이면 내적의 분산은 d_h — 차원이 크면 점수가 커져 softmax가 뾰족해진다</a:t>
            </a:r>
          </a:p>
        </p:txBody>
      </p:sp>
      <p:sp>
        <p:nvSpPr>
          <p:cNvPr id="8" name="Rounded Rectangle 7"/>
          <p:cNvSpPr/>
          <p:nvPr/>
        </p:nvSpPr>
        <p:spPr>
          <a:xfrm>
            <a:off x="10543032" y="914400"/>
            <a:ext cx="1188720" cy="365760"/>
          </a:xfrm>
          <a:prstGeom prst="roundRect">
            <a:avLst>
              <a:gd name="adj" fmla="val 50000"/>
            </a:avLst>
          </a:prstGeom>
          <a:solidFill>
            <a:srgbClr val="00A3C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아이디어</a:t>
            </a:r>
          </a:p>
        </p:txBody>
      </p:sp>
      <p:pic>
        <p:nvPicPr>
          <p:cNvPr id="9" name="Picture 8" descr="sqrt_scale.png"/>
          <p:cNvPicPr>
            <a:picLocks noChangeAspect="1"/>
          </p:cNvPicPr>
          <p:nvPr/>
        </p:nvPicPr>
        <p:blipFill>
          <a:blip r:embed="rId3"/>
          <a:stretch>
            <a:fillRect/>
          </a:stretch>
        </p:blipFill>
        <p:spPr>
          <a:xfrm>
            <a:off x="457200" y="2734375"/>
            <a:ext cx="6572707" cy="2321937"/>
          </a:xfrm>
          <a:prstGeom prst="rect">
            <a:avLst/>
          </a:prstGeom>
        </p:spPr>
      </p:pic>
      <p:graphicFrame>
        <p:nvGraphicFramePr>
          <p:cNvPr id="10" name="Table 9"/>
          <p:cNvGraphicFramePr>
            <a:graphicFrameLocks noGrp="1"/>
          </p:cNvGraphicFramePr>
          <p:nvPr/>
        </p:nvGraphicFramePr>
        <p:xfrm>
          <a:off x="7349947" y="1408176"/>
          <a:ext cx="4381803" cy="2011680"/>
        </p:xfrm>
        <a:graphic>
          <a:graphicData uri="http://schemas.openxmlformats.org/drawingml/2006/table">
            <a:tbl>
              <a:tblPr firstRow="1" bandRow="0">
                <a:tableStyleId>{5940675A-B579-460E-94D1-54222C63F5DA}</a:tableStyleId>
              </a:tblPr>
              <a:tblGrid>
                <a:gridCol w="1460601"/>
                <a:gridCol w="1460601"/>
                <a:gridCol w="1460601"/>
              </a:tblGrid>
              <a:tr h="573024">
                <a:tc>
                  <a:txBody>
                    <a:bodyPr wrap="square" lIns="36576" rIns="36576" tIns="36576" bIns="36576" anchor="t"/>
                    <a:lstStyle/>
                    <a:p>
                      <a:pPr algn="ctr" marL="0" indent="0">
                        <a:lnSpc>
                          <a:spcPct val="110000"/>
                        </a:lnSpc>
                        <a:spcBef>
                          <a:spcPts val="0"/>
                        </a:spcBef>
                        <a:spcAft>
                          <a:spcPts val="0"/>
                        </a:spcAft>
                        <a:buNone/>
                      </a:pPr>
                      <a:r>
                        <a:rPr sz="1400" b="1">
                          <a:solidFill>
                            <a:srgbClr val="FFFFFF"/>
                          </a:solidFill>
                          <a:latin typeface="맑은 고딕"/>
                          <a:ea typeface="맑은 고딕"/>
                          <a:cs typeface="맑은 고딕"/>
                        </a:rPr>
                        <a:t>d_h</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400" b="1">
                          <a:solidFill>
                            <a:srgbClr val="FFFFFF"/>
                          </a:solidFill>
                          <a:latin typeface="맑은 고딕"/>
                          <a:ea typeface="맑은 고딕"/>
                          <a:cs typeface="맑은 고딕"/>
                        </a:rPr>
                        <a:t>q·k 표준편차</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400" b="1">
                          <a:solidFill>
                            <a:srgbClr val="FFFFFF"/>
                          </a:solidFill>
                          <a:latin typeface="맑은 고딕"/>
                          <a:ea typeface="맑은 고딕"/>
                          <a:cs typeface="맑은 고딕"/>
                        </a:rPr>
                        <a:t>÷ √d_h 후</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359664">
                <a:tc>
                  <a:txBody>
                    <a:bodyPr wrap="square" lIns="36576" rIns="36576" tIns="36576" bIns="36576" anchor="t"/>
                    <a:lstStyle/>
                    <a:p>
                      <a:pPr algn="ctr" marL="0" indent="0">
                        <a:lnSpc>
                          <a:spcPct val="110000"/>
                        </a:lnSpc>
                        <a:spcBef>
                          <a:spcPts val="0"/>
                        </a:spcBef>
                        <a:spcAft>
                          <a:spcPts val="0"/>
                        </a:spcAft>
                        <a:buNone/>
                      </a:pPr>
                      <a:r>
                        <a:rPr sz="1400" b="1">
                          <a:solidFill>
                            <a:srgbClr val="1B2A36"/>
                          </a:solidFill>
                          <a:latin typeface="맑은 고딕"/>
                          <a:ea typeface="맑은 고딕"/>
                          <a:cs typeface="맑은 고딕"/>
                        </a:rPr>
                        <a:t>4</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400" b="0">
                          <a:solidFill>
                            <a:srgbClr val="1B2A36"/>
                          </a:solidFill>
                          <a:latin typeface="맑은 고딕"/>
                          <a:ea typeface="맑은 고딕"/>
                          <a:cs typeface="맑은 고딕"/>
                        </a:rPr>
                        <a:t>≈ 2</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400" b="0">
                          <a:solidFill>
                            <a:srgbClr val="1B2A36"/>
                          </a:solidFill>
                          <a:latin typeface="맑은 고딕"/>
                          <a:ea typeface="맑은 고딕"/>
                          <a:cs typeface="맑은 고딕"/>
                        </a:rPr>
                        <a:t>≈ 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59664">
                <a:tc>
                  <a:txBody>
                    <a:bodyPr wrap="square" lIns="36576" rIns="36576" tIns="36576" bIns="36576" anchor="t"/>
                    <a:lstStyle/>
                    <a:p>
                      <a:pPr algn="ctr" marL="0" indent="0">
                        <a:lnSpc>
                          <a:spcPct val="110000"/>
                        </a:lnSpc>
                        <a:spcBef>
                          <a:spcPts val="0"/>
                        </a:spcBef>
                        <a:spcAft>
                          <a:spcPts val="0"/>
                        </a:spcAft>
                        <a:buNone/>
                      </a:pPr>
                      <a:r>
                        <a:rPr sz="1400" b="1">
                          <a:solidFill>
                            <a:srgbClr val="1B2A36"/>
                          </a:solidFill>
                          <a:latin typeface="맑은 고딕"/>
                          <a:ea typeface="맑은 고딕"/>
                          <a:cs typeface="맑은 고딕"/>
                        </a:rPr>
                        <a:t>16</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400" b="0">
                          <a:solidFill>
                            <a:srgbClr val="1B2A36"/>
                          </a:solidFill>
                          <a:latin typeface="맑은 고딕"/>
                          <a:ea typeface="맑은 고딕"/>
                          <a:cs typeface="맑은 고딕"/>
                        </a:rPr>
                        <a:t>≈ 4</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400" b="0">
                          <a:solidFill>
                            <a:srgbClr val="1B2A36"/>
                          </a:solidFill>
                          <a:latin typeface="맑은 고딕"/>
                          <a:ea typeface="맑은 고딕"/>
                          <a:cs typeface="맑은 고딕"/>
                        </a:rPr>
                        <a:t>≈ 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59664">
                <a:tc>
                  <a:txBody>
                    <a:bodyPr wrap="square" lIns="36576" rIns="36576" tIns="36576" bIns="36576" anchor="t"/>
                    <a:lstStyle/>
                    <a:p>
                      <a:pPr algn="ctr" marL="0" indent="0">
                        <a:lnSpc>
                          <a:spcPct val="110000"/>
                        </a:lnSpc>
                        <a:spcBef>
                          <a:spcPts val="0"/>
                        </a:spcBef>
                        <a:spcAft>
                          <a:spcPts val="0"/>
                        </a:spcAft>
                        <a:buNone/>
                      </a:pPr>
                      <a:r>
                        <a:rPr sz="1400" b="1">
                          <a:solidFill>
                            <a:srgbClr val="1B2A36"/>
                          </a:solidFill>
                          <a:latin typeface="맑은 고딕"/>
                          <a:ea typeface="맑은 고딕"/>
                          <a:cs typeface="맑은 고딕"/>
                        </a:rPr>
                        <a:t>64</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400" b="0">
                          <a:solidFill>
                            <a:srgbClr val="1B2A36"/>
                          </a:solidFill>
                          <a:latin typeface="맑은 고딕"/>
                          <a:ea typeface="맑은 고딕"/>
                          <a:cs typeface="맑은 고딕"/>
                        </a:rPr>
                        <a:t>≈ 8</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400" b="0">
                          <a:solidFill>
                            <a:srgbClr val="1B2A36"/>
                          </a:solidFill>
                          <a:latin typeface="맑은 고딕"/>
                          <a:ea typeface="맑은 고딕"/>
                          <a:cs typeface="맑은 고딕"/>
                        </a:rPr>
                        <a:t>≈ 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59664">
                <a:tc>
                  <a:txBody>
                    <a:bodyPr wrap="square" lIns="36576" rIns="36576" tIns="36576" bIns="36576" anchor="t"/>
                    <a:lstStyle/>
                    <a:p>
                      <a:pPr algn="ctr" marL="0" indent="0">
                        <a:lnSpc>
                          <a:spcPct val="110000"/>
                        </a:lnSpc>
                        <a:spcBef>
                          <a:spcPts val="0"/>
                        </a:spcBef>
                        <a:spcAft>
                          <a:spcPts val="0"/>
                        </a:spcAft>
                        <a:buNone/>
                      </a:pPr>
                      <a:r>
                        <a:rPr sz="1400" b="1">
                          <a:solidFill>
                            <a:srgbClr val="1B2A36"/>
                          </a:solidFill>
                          <a:latin typeface="맑은 고딕"/>
                          <a:ea typeface="맑은 고딕"/>
                          <a:cs typeface="맑은 고딕"/>
                        </a:rPr>
                        <a:t>256</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400" b="0">
                          <a:solidFill>
                            <a:srgbClr val="1B2A36"/>
                          </a:solidFill>
                          <a:latin typeface="맑은 고딕"/>
                          <a:ea typeface="맑은 고딕"/>
                          <a:cs typeface="맑은 고딕"/>
                        </a:rPr>
                        <a:t>≈ 16</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400" b="0">
                          <a:solidFill>
                            <a:srgbClr val="1B2A36"/>
                          </a:solidFill>
                          <a:latin typeface="맑은 고딕"/>
                          <a:ea typeface="맑은 고딕"/>
                          <a:cs typeface="맑은 고딕"/>
                        </a:rPr>
                        <a:t>≈ 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bl>
          </a:graphicData>
        </a:graphic>
      </p:graphicFrame>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가중치를 해석할 때와 경계 조건</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큰 α ≠ 큰 영향 · 모든 Key가 막히면 softmax가 정의되지 않는다</a:t>
            </a:r>
          </a:p>
        </p:txBody>
      </p:sp>
      <p:sp>
        <p:nvSpPr>
          <p:cNvPr id="8" name="Rounded Rectangle 7"/>
          <p:cNvSpPr/>
          <p:nvPr/>
        </p:nvSpPr>
        <p:spPr>
          <a:xfrm>
            <a:off x="10543032" y="914400"/>
            <a:ext cx="1188720" cy="365760"/>
          </a:xfrm>
          <a:prstGeom prst="roundRect">
            <a:avLst>
              <a:gd name="adj" fmla="val 50000"/>
            </a:avLst>
          </a:prstGeom>
          <a:solidFill>
            <a:srgbClr val="2E8F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검증</a:t>
            </a:r>
          </a:p>
        </p:txBody>
      </p:sp>
      <p:sp>
        <p:nvSpPr>
          <p:cNvPr id="9" name="Rounded Rectangle 8"/>
          <p:cNvSpPr/>
          <p:nvPr/>
        </p:nvSpPr>
        <p:spPr>
          <a:xfrm>
            <a:off x="457200" y="1408176"/>
            <a:ext cx="5522976" cy="2418207"/>
          </a:xfrm>
          <a:prstGeom prst="roundRect">
            <a:avLst>
              <a:gd name="adj" fmla="val 3781"/>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1792" y="1536192"/>
            <a:ext cx="5193792"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해석할 때</a:t>
            </a:r>
          </a:p>
        </p:txBody>
      </p:sp>
      <p:sp>
        <p:nvSpPr>
          <p:cNvPr id="11" name="TextBox 10"/>
          <p:cNvSpPr txBox="1"/>
          <p:nvPr/>
        </p:nvSpPr>
        <p:spPr>
          <a:xfrm>
            <a:off x="621792" y="1993392"/>
            <a:ext cx="5193792" cy="1704975"/>
          </a:xfrm>
          <a:prstGeom prst="rect">
            <a:avLst/>
          </a:prstGeom>
          <a:noFill/>
        </p:spPr>
        <p:txBody>
          <a:bodyPr wrap="square" lIns="18288" rIns="18288" tIns="36576" bIns="36576" anchor="t">
            <a:spAutoFit/>
          </a:bodyPr>
          <a:lstStyle/>
          <a:p>
            <a:pPr algn="l" marL="256032" indent="-237744">
              <a:lnSpc>
                <a:spcPct val="110000"/>
              </a:lnSpc>
              <a:spcBef>
                <a:spcPts val="0"/>
              </a:spcBef>
              <a:spcAft>
                <a:spcPts val="594"/>
              </a:spcAft>
              <a:buClr>
                <a:srgbClr val="01688F"/>
              </a:buClr>
              <a:buFont typeface="Wingdings" pitchFamily="2" charset="2"/>
              <a:buChar char="§"/>
            </a:pPr>
            <a:r>
              <a:rPr sz="1700" b="0">
                <a:solidFill>
                  <a:srgbClr val="1B2A36"/>
                </a:solidFill>
                <a:latin typeface="맑은 고딕"/>
                <a:ea typeface="맑은 고딕"/>
                <a:cs typeface="맑은 고딕"/>
              </a:rPr>
              <a:t>α가 커도 </a:t>
            </a:r>
            <a:r>
              <a:rPr sz="1700" b="1">
                <a:solidFill>
                  <a:srgbClr val="1B2A36"/>
                </a:solidFill>
                <a:latin typeface="맑은 고딕"/>
                <a:ea typeface="맑은 고딕"/>
                <a:cs typeface="맑은 고딕"/>
              </a:rPr>
              <a:t>V의 크기·방향</a:t>
            </a:r>
            <a:r>
              <a:rPr sz="1700" b="0">
                <a:solidFill>
                  <a:srgbClr val="1B2A36"/>
                </a:solidFill>
                <a:latin typeface="맑은 고딕"/>
                <a:ea typeface="맑은 고딕"/>
                <a:cs typeface="맑은 고딕"/>
              </a:rPr>
              <a:t>이 다르다</a:t>
            </a:r>
          </a:p>
          <a:p>
            <a:pPr algn="l" marL="256032" indent="-237744">
              <a:lnSpc>
                <a:spcPct val="110000"/>
              </a:lnSpc>
              <a:spcBef>
                <a:spcPts val="0"/>
              </a:spcBef>
              <a:spcAft>
                <a:spcPts val="594"/>
              </a:spcAft>
              <a:buClr>
                <a:srgbClr val="01688F"/>
              </a:buClr>
              <a:buFont typeface="Wingdings" pitchFamily="2" charset="2"/>
              <a:buChar char="§"/>
            </a:pPr>
            <a:r>
              <a:rPr sz="1700" b="0">
                <a:solidFill>
                  <a:srgbClr val="1B2A36"/>
                </a:solidFill>
                <a:latin typeface="맑은 고딕"/>
                <a:ea typeface="맑은 고딕"/>
                <a:cs typeface="맑은 고딕"/>
              </a:rPr>
              <a:t>뒤에 W_O · residual · FFN · 다음 층이 있다</a:t>
            </a:r>
          </a:p>
          <a:p>
            <a:pPr algn="l" marL="256032" indent="-237744">
              <a:lnSpc>
                <a:spcPct val="110000"/>
              </a:lnSpc>
              <a:spcBef>
                <a:spcPts val="0"/>
              </a:spcBef>
              <a:spcAft>
                <a:spcPts val="594"/>
              </a:spcAft>
              <a:buClr>
                <a:srgbClr val="01688F"/>
              </a:buClr>
              <a:buFont typeface="Wingdings" pitchFamily="2" charset="2"/>
              <a:buChar char="§"/>
            </a:pPr>
            <a:r>
              <a:rPr sz="1700" b="0">
                <a:solidFill>
                  <a:srgbClr val="1B2A36"/>
                </a:solidFill>
                <a:latin typeface="맑은 고딕"/>
                <a:ea typeface="맑은 고딕"/>
                <a:cs typeface="맑은 고딕"/>
              </a:rPr>
              <a:t>heatmap은 </a:t>
            </a:r>
            <a:r>
              <a:rPr sz="1700" b="1">
                <a:solidFill>
                  <a:srgbClr val="1B2A36"/>
                </a:solidFill>
                <a:latin typeface="맑은 고딕"/>
                <a:ea typeface="맑은 고딕"/>
                <a:cs typeface="맑은 고딕"/>
              </a:rPr>
              <a:t>관찰 도구</a:t>
            </a:r>
            <a:r>
              <a:rPr sz="1700" b="0">
                <a:solidFill>
                  <a:srgbClr val="1B2A36"/>
                </a:solidFill>
                <a:latin typeface="맑은 고딕"/>
                <a:ea typeface="맑은 고딕"/>
                <a:cs typeface="맑은 고딕"/>
              </a:rPr>
              <a:t> — 인과는 따로 검증</a:t>
            </a:r>
          </a:p>
        </p:txBody>
      </p:sp>
      <p:sp>
        <p:nvSpPr>
          <p:cNvPr id="12" name="Rounded Rectangle 11"/>
          <p:cNvSpPr/>
          <p:nvPr/>
        </p:nvSpPr>
        <p:spPr>
          <a:xfrm>
            <a:off x="6208776" y="1408176"/>
            <a:ext cx="5522976" cy="2418207"/>
          </a:xfrm>
          <a:prstGeom prst="roundRect">
            <a:avLst>
              <a:gd name="adj" fmla="val 3781"/>
            </a:avLst>
          </a:prstGeom>
          <a:solidFill>
            <a:srgbClr val="FDF1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73368" y="1536192"/>
            <a:ext cx="5193791"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E97132"/>
                </a:solidFill>
                <a:latin typeface="맑은 고딕"/>
                <a:ea typeface="맑은 고딕"/>
                <a:cs typeface="맑은 고딕"/>
              </a:rPr>
              <a:t>경계 조건</a:t>
            </a:r>
          </a:p>
        </p:txBody>
      </p:sp>
      <p:sp>
        <p:nvSpPr>
          <p:cNvPr id="14" name="TextBox 13"/>
          <p:cNvSpPr txBox="1"/>
          <p:nvPr/>
        </p:nvSpPr>
        <p:spPr>
          <a:xfrm>
            <a:off x="6373368" y="1993392"/>
            <a:ext cx="5193792" cy="1704975"/>
          </a:xfrm>
          <a:prstGeom prst="rect">
            <a:avLst/>
          </a:prstGeom>
          <a:noFill/>
        </p:spPr>
        <p:txBody>
          <a:bodyPr wrap="square" lIns="18288" rIns="18288" tIns="36576" bIns="36576" anchor="t">
            <a:spAutoFit/>
          </a:bodyPr>
          <a:lstStyle/>
          <a:p>
            <a:pPr algn="l" marL="256032" indent="-237744">
              <a:lnSpc>
                <a:spcPct val="110000"/>
              </a:lnSpc>
              <a:spcBef>
                <a:spcPts val="0"/>
              </a:spcBef>
              <a:spcAft>
                <a:spcPts val="594"/>
              </a:spcAft>
              <a:buClr>
                <a:srgbClr val="01688F"/>
              </a:buClr>
              <a:buFont typeface="Wingdings" pitchFamily="2" charset="2"/>
              <a:buChar char="§"/>
            </a:pPr>
            <a:r>
              <a:rPr sz="1700" b="0">
                <a:solidFill>
                  <a:srgbClr val="1B2A36"/>
                </a:solidFill>
                <a:latin typeface="맑은 고딕"/>
                <a:ea typeface="맑은 고딕"/>
                <a:cs typeface="맑은 고딕"/>
              </a:rPr>
              <a:t>모든 Key가 가려진 행 → softmax </a:t>
            </a:r>
            <a:r>
              <a:rPr sz="1700" b="1">
                <a:solidFill>
                  <a:srgbClr val="1B2A36"/>
                </a:solidFill>
                <a:latin typeface="맑은 고딕"/>
                <a:ea typeface="맑은 고딕"/>
                <a:cs typeface="맑은 고딕"/>
              </a:rPr>
              <a:t>정의 안 됨</a:t>
            </a:r>
            <a:r>
              <a:rPr sz="1700" b="0">
                <a:solidFill>
                  <a:srgbClr val="1B2A36"/>
                </a:solidFill>
                <a:latin typeface="맑은 고딕"/>
                <a:ea typeface="맑은 고딕"/>
                <a:cs typeface="맑은 고딕"/>
              </a:rPr>
              <a:t> (NaN 등)</a:t>
            </a:r>
          </a:p>
          <a:p>
            <a:pPr algn="l" marL="256032" indent="-237744">
              <a:lnSpc>
                <a:spcPct val="110000"/>
              </a:lnSpc>
              <a:spcBef>
                <a:spcPts val="0"/>
              </a:spcBef>
              <a:spcAft>
                <a:spcPts val="594"/>
              </a:spcAft>
              <a:buClr>
                <a:srgbClr val="01688F"/>
              </a:buClr>
              <a:buFont typeface="Wingdings" pitchFamily="2" charset="2"/>
              <a:buChar char="§"/>
            </a:pPr>
            <a:r>
              <a:rPr sz="1700" b="0">
                <a:solidFill>
                  <a:srgbClr val="1B2A36"/>
                </a:solidFill>
                <a:latin typeface="맑은 고딕"/>
                <a:ea typeface="맑은 고딕"/>
                <a:cs typeface="맑은 고딕"/>
              </a:rPr>
              <a:t>→ 유효한 Query엔 허용된 Key를 </a:t>
            </a:r>
            <a:r>
              <a:rPr sz="1700" b="1">
                <a:solidFill>
                  <a:srgbClr val="1B2A36"/>
                </a:solidFill>
                <a:latin typeface="맑은 고딕"/>
                <a:ea typeface="맑은 고딕"/>
                <a:cs typeface="맑은 고딕"/>
              </a:rPr>
              <a:t>최소 하나</a:t>
            </a:r>
          </a:p>
          <a:p>
            <a:pPr algn="l" marL="256032" indent="-237744">
              <a:lnSpc>
                <a:spcPct val="110000"/>
              </a:lnSpc>
              <a:spcBef>
                <a:spcPts val="0"/>
              </a:spcBef>
              <a:spcAft>
                <a:spcPts val="594"/>
              </a:spcAft>
              <a:buClr>
                <a:srgbClr val="01688F"/>
              </a:buClr>
              <a:buFont typeface="Wingdings" pitchFamily="2" charset="2"/>
              <a:buChar char="§"/>
            </a:pPr>
            <a:r>
              <a:rPr sz="1700" b="0">
                <a:solidFill>
                  <a:srgbClr val="1B2A36"/>
                </a:solidFill>
                <a:latin typeface="맑은 고딕"/>
                <a:ea typeface="맑은 고딕"/>
                <a:cs typeface="맑은 고딕"/>
              </a:rPr>
              <a:t>attention dropout 뒤엔 행 합이 1이 아닐 수 있다</a:t>
            </a:r>
          </a:p>
        </p:txBody>
      </p:sp>
      <p:sp>
        <p:nvSpPr>
          <p:cNvPr id="15" name="Rounded Rectangle 14"/>
          <p:cNvSpPr/>
          <p:nvPr/>
        </p:nvSpPr>
        <p:spPr>
          <a:xfrm>
            <a:off x="457200" y="3922776"/>
            <a:ext cx="11274552" cy="868680"/>
          </a:xfrm>
          <a:prstGeom prst="roundRect">
            <a:avLst>
              <a:gd name="adj" fmla="val 10526"/>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ctr" marL="0" indent="0">
              <a:lnSpc>
                <a:spcPct val="110000"/>
              </a:lnSpc>
              <a:spcBef>
                <a:spcPts val="0"/>
              </a:spcBef>
              <a:spcAft>
                <a:spcPts val="320"/>
              </a:spcAft>
              <a:buNone/>
            </a:pPr>
            <a:r>
              <a:rPr sz="1600" b="1">
                <a:solidFill>
                  <a:srgbClr val="FFFFFF"/>
                </a:solidFill>
                <a:latin typeface="맑은 고딕"/>
                <a:ea typeface="맑은 고딕"/>
                <a:cs typeface="맑은 고딕"/>
              </a:rPr>
              <a:t>원자료 개념 확인 18: 큰 attention 가중치를 봤다면 — ‘그 위치에 큰 참조 비중이 </a:t>
            </a:r>
            <a:r>
              <a:rPr sz="1600" b="1">
                <a:solidFill>
                  <a:srgbClr val="FFFFFF"/>
                </a:solidFill>
                <a:latin typeface="맑은 고딕"/>
                <a:ea typeface="맑은 고딕"/>
                <a:cs typeface="맑은 고딕"/>
              </a:rPr>
              <a:t>관찰</a:t>
            </a:r>
            <a:r>
              <a:rPr sz="1600" b="1">
                <a:solidFill>
                  <a:srgbClr val="FFFFFF"/>
                </a:solidFill>
                <a:latin typeface="맑은 고딕"/>
                <a:ea typeface="맑은 고딕"/>
                <a:cs typeface="맑은 고딕"/>
              </a:rPr>
              <a:t>되었다’고 말하고, 인과 해석은 </a:t>
            </a:r>
            <a:r>
              <a:rPr sz="1600" b="1">
                <a:solidFill>
                  <a:srgbClr val="FFFFFF"/>
                </a:solidFill>
                <a:latin typeface="맑은 고딕"/>
                <a:ea typeface="맑은 고딕"/>
                <a:cs typeface="맑은 고딕"/>
              </a:rPr>
              <a:t>추가 검증</a:t>
            </a:r>
            <a:r>
              <a:rPr sz="1600" b="1">
                <a:solidFill>
                  <a:srgbClr val="FFFFFF"/>
                </a:solidFill>
                <a:latin typeface="맑은 고딕"/>
                <a:ea typeface="맑은 고딕"/>
                <a:cs typeface="맑은 고딕"/>
              </a:rPr>
              <a:t>한다 (예: 그 위치를 가리거나 바꿔 출력 변화를 측정).</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wrap="square" lIns="73152" rIns="73152" tIns="36576" bIns="36576" anchor="b"/>
          <a:lstStyle/>
          <a:p>
            <a:pPr algn="ctr" marL="0" indent="0">
              <a:lnSpc>
                <a:spcPct val="110000"/>
              </a:lnSpc>
              <a:spcBef>
                <a:spcPts val="0"/>
              </a:spcBef>
              <a:spcAft>
                <a:spcPts val="360"/>
              </a:spcAft>
              <a:buNone/>
            </a:pPr>
            <a:r>
              <a:rPr sz="2200" b="1">
                <a:solidFill>
                  <a:srgbClr val="01688F"/>
                </a:solidFill>
                <a:latin typeface="맑은 고딕"/>
                <a:ea typeface="맑은 고딕"/>
                <a:cs typeface="맑은 고딕"/>
              </a:rPr>
              <a:t>Part 4</a:t>
            </a:r>
          </a:p>
          <a:p>
            <a:pPr algn="ctr" marL="0" indent="0">
              <a:lnSpc>
                <a:spcPct val="110000"/>
              </a:lnSpc>
              <a:spcBef>
                <a:spcPts val="0"/>
              </a:spcBef>
              <a:spcAft>
                <a:spcPts val="360"/>
              </a:spcAft>
              <a:buNone/>
            </a:pPr>
            <a:r>
              <a:rPr sz="3600" b="1">
                <a:solidFill>
                  <a:srgbClr val="1B2A36"/>
                </a:solidFill>
                <a:latin typeface="맑은 고딕"/>
                <a:ea typeface="맑은 고딕"/>
                <a:cs typeface="맑은 고딕"/>
              </a:rPr>
              <a:t>Multi-head와 tensor shape</a:t>
            </a:r>
          </a:p>
        </p:txBody>
      </p:sp>
      <p:sp>
        <p:nvSpPr>
          <p:cNvPr id="3" name="Subtitle 2"/>
          <p:cNvSpPr>
            <a:spLocks noGrp="1"/>
          </p:cNvSpPr>
          <p:nvPr>
            <p:ph type="subTitle" idx="1"/>
          </p:nvPr>
        </p:nvSpPr>
        <p:spPr/>
        <p:txBody>
          <a:bodyPr wrap="square" lIns="73152" rIns="73152" tIns="36576" bIns="36576" anchor="t"/>
          <a:lstStyle/>
          <a:p>
            <a:pPr algn="ctr" marL="0" indent="0">
              <a:lnSpc>
                <a:spcPct val="110000"/>
              </a:lnSpc>
              <a:spcBef>
                <a:spcPts val="0"/>
              </a:spcBef>
              <a:spcAft>
                <a:spcPts val="400"/>
              </a:spcAft>
              <a:buNone/>
            </a:pPr>
            <a:r>
              <a:rPr sz="2000" b="0">
                <a:solidFill>
                  <a:srgbClr val="5E6B75"/>
                </a:solidFill>
                <a:latin typeface="맑은 고딕"/>
                <a:ea typeface="맑은 고딕"/>
                <a:cs typeface="맑은 고딕"/>
              </a:rPr>
              <a:t>한 번의 softmax는 한 가지 비교 방식 — 여러 관점으로 동시에 보려면?</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여러 비교 · 전달 경로 만들기</a:t>
            </a:r>
          </a:p>
        </p:txBody>
      </p:sp>
      <p:sp>
        <p:nvSpPr>
          <p:cNvPr id="3" name="Content Placeholder 2"/>
          <p:cNvSpPr>
            <a:spLocks noGrp="1"/>
          </p:cNvSpPr>
          <p:nvPr>
            <p:ph idx="1"/>
          </p:nvPr>
        </p:nvSpPr>
        <p:spPr>
          <a:xfrm>
            <a:off x="7349947" y="3054096"/>
            <a:ext cx="4381804" cy="3328416"/>
          </a:xfrm>
        </p:spPr>
        <p:txBody>
          <a:bodyPr wrap="square" lIns="73152" rIns="73152" tIns="36576" bIns="36576" anchor="t">
            <a:normAutofit/>
          </a:bodyPr>
          <a:lstStyle/>
          <a:p>
            <a:pPr algn="l" marL="256032" indent="-237744">
              <a:lnSpc>
                <a:spcPct val="110000"/>
              </a:lnSpc>
              <a:spcBef>
                <a:spcPts val="0"/>
              </a:spcBef>
              <a:spcAft>
                <a:spcPts val="800"/>
              </a:spcAft>
              <a:buClr>
                <a:srgbClr val="01688F"/>
              </a:buClr>
              <a:buFont typeface="Wingdings" pitchFamily="2" charset="2"/>
              <a:buChar char="§"/>
            </a:pPr>
            <a:r>
              <a:rPr sz="1600" b="0">
                <a:solidFill>
                  <a:srgbClr val="1B2A36"/>
                </a:solidFill>
              </a:rPr>
              <a:t>각 head는 </a:t>
            </a:r>
            <a:r>
              <a:rPr sz="1600" b="1">
                <a:solidFill>
                  <a:srgbClr val="1B2A36"/>
                </a:solidFill>
              </a:rPr>
              <a:t>모든 토큰</a:t>
            </a:r>
            <a:r>
              <a:rPr sz="1600" b="0">
                <a:solidFill>
                  <a:srgbClr val="1B2A36"/>
                </a:solidFill>
              </a:rPr>
              <a:t>을 본다</a:t>
            </a:r>
          </a:p>
          <a:p>
            <a:pPr algn="l" marL="566928" indent="-237744">
              <a:lnSpc>
                <a:spcPct val="110000"/>
              </a:lnSpc>
              <a:spcBef>
                <a:spcPts val="0"/>
              </a:spcBef>
              <a:spcAft>
                <a:spcPts val="675"/>
              </a:spcAft>
              <a:buClr>
                <a:srgbClr val="01688F"/>
              </a:buClr>
              <a:buFont typeface="Arial"/>
              <a:buChar char="-"/>
            </a:pPr>
            <a:r>
              <a:rPr sz="1350" b="0">
                <a:solidFill>
                  <a:srgbClr val="1B2A36"/>
                </a:solidFill>
              </a:rPr>
              <a:t>토큰을 나누는 게 아니라 </a:t>
            </a:r>
            <a:r>
              <a:rPr sz="1350" b="1">
                <a:solidFill>
                  <a:srgbClr val="1B2A36"/>
                </a:solidFill>
              </a:rPr>
              <a:t>특징 차원</a:t>
            </a:r>
            <a:r>
              <a:rPr sz="1350" b="0">
                <a:solidFill>
                  <a:srgbClr val="1B2A36"/>
                </a:solidFill>
              </a:rPr>
              <a:t>을 나눈다</a:t>
            </a:r>
          </a:p>
          <a:p>
            <a:pPr algn="l" marL="256032" indent="-237744">
              <a:lnSpc>
                <a:spcPct val="110000"/>
              </a:lnSpc>
              <a:spcBef>
                <a:spcPts val="0"/>
              </a:spcBef>
              <a:spcAft>
                <a:spcPts val="800"/>
              </a:spcAft>
              <a:buClr>
                <a:srgbClr val="01688F"/>
              </a:buClr>
              <a:buFont typeface="Wingdings" pitchFamily="2" charset="2"/>
              <a:buChar char="§"/>
            </a:pPr>
            <a:r>
              <a:rPr sz="1600" b="0">
                <a:solidFill>
                  <a:srgbClr val="1B2A36"/>
                </a:solidFill>
              </a:rPr>
              <a:t>d_h = d / H</a:t>
            </a:r>
          </a:p>
          <a:p>
            <a:pPr algn="l" marL="256032" indent="-237744">
              <a:lnSpc>
                <a:spcPct val="110000"/>
              </a:lnSpc>
              <a:spcBef>
                <a:spcPts val="0"/>
              </a:spcBef>
              <a:spcAft>
                <a:spcPts val="800"/>
              </a:spcAft>
              <a:buClr>
                <a:srgbClr val="01688F"/>
              </a:buClr>
              <a:buFont typeface="Wingdings" pitchFamily="2" charset="2"/>
              <a:buChar char="§"/>
            </a:pPr>
            <a:r>
              <a:rPr sz="1600" b="0">
                <a:solidFill>
                  <a:srgbClr val="1B2A36"/>
                </a:solidFill>
              </a:rPr>
              <a:t>W_O: 여러 head의 결과를 </a:t>
            </a:r>
            <a:r>
              <a:rPr sz="1600" b="1">
                <a:solidFill>
                  <a:srgbClr val="1B2A36"/>
                </a:solidFill>
              </a:rPr>
              <a:t>섞는</a:t>
            </a:r>
            <a:r>
              <a:rPr sz="1600" b="0">
                <a:solidFill>
                  <a:srgbClr val="1B2A36"/>
                </a:solidFill>
              </a:rPr>
              <a:t> 투영</a:t>
            </a:r>
          </a:p>
          <a:p>
            <a:pPr algn="l" marL="256032" indent="-237744">
              <a:lnSpc>
                <a:spcPct val="110000"/>
              </a:lnSpc>
              <a:spcBef>
                <a:spcPts val="0"/>
              </a:spcBef>
              <a:spcAft>
                <a:spcPts val="800"/>
              </a:spcAft>
              <a:buClr>
                <a:srgbClr val="01688F"/>
              </a:buClr>
              <a:buFont typeface="Wingdings" pitchFamily="2" charset="2"/>
              <a:buChar char="§"/>
            </a:pPr>
            <a:r>
              <a:rPr sz="1600" b="0">
                <a:solidFill>
                  <a:srgbClr val="1B2A36"/>
                </a:solidFill>
              </a:rPr>
              <a:t>그림은 무작위 가중치 예시 — 역할 지정 아님</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550" b="1">
                <a:solidFill>
                  <a:srgbClr val="01688F"/>
                </a:solidFill>
                <a:latin typeface="맑은 고딕"/>
                <a:ea typeface="맑은 고딕"/>
                <a:cs typeface="맑은 고딕"/>
              </a:rPr>
              <a:t>d차원을 H개 부분공간으로 나눠 각 head가 독립적으로 attention — 결과를 이어 붙여 W_O로 섞는다</a:t>
            </a:r>
          </a:p>
        </p:txBody>
      </p:sp>
      <p:sp>
        <p:nvSpPr>
          <p:cNvPr id="8" name="Rounded Rectangle 7"/>
          <p:cNvSpPr/>
          <p:nvPr/>
        </p:nvSpPr>
        <p:spPr>
          <a:xfrm>
            <a:off x="10543032" y="914400"/>
            <a:ext cx="1188720" cy="365760"/>
          </a:xfrm>
          <a:prstGeom prst="roundRect">
            <a:avLst>
              <a:gd name="adj" fmla="val 50000"/>
            </a:avLst>
          </a:prstGeom>
          <a:solidFill>
            <a:srgbClr val="00A3C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아이디어</a:t>
            </a:r>
          </a:p>
        </p:txBody>
      </p:sp>
      <p:sp>
        <p:nvSpPr>
          <p:cNvPr id="9" name="Rounded Rectangle 8"/>
          <p:cNvSpPr/>
          <p:nvPr/>
        </p:nvSpPr>
        <p:spPr>
          <a:xfrm>
            <a:off x="457200" y="1408176"/>
            <a:ext cx="11274552" cy="1371600"/>
          </a:xfrm>
          <a:prstGeom prst="roundRect">
            <a:avLst>
              <a:gd name="adj" fmla="val 6666"/>
            </a:avLst>
          </a:prstGeom>
          <a:solidFill>
            <a:srgbClr val="F4F7F9"/>
          </a:solidFill>
          <a:ln w="12700">
            <a:solidFill>
              <a:srgbClr val="C5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408176"/>
            <a:ext cx="11000232" cy="1371600"/>
          </a:xfrm>
          <a:prstGeom prst="rect">
            <a:avLst/>
          </a:prstGeom>
          <a:noFill/>
        </p:spPr>
        <p:txBody>
          <a:bodyPr wrap="square" anchor="ctr">
            <a:spAutoFit/>
          </a:bodyPr>
          <a:lstStyle/>
          <a:p>
            <a:pPr algn="ctr" marL="0" indent="0">
              <a:buNone/>
            </a:pPr>
            <a:r>
              <a:rPr sz="2100" b="1">
                <a:solidFill>
                  <a:srgbClr val="1B2A36"/>
                </a:solidFill>
                <a:latin typeface="Courier New"/>
                <a:ea typeface="맑은 고딕"/>
                <a:cs typeface="Courier New"/>
              </a:rPr>
              <a:t>head_i = Attention( X W_Q^i, X W_K^i, X W_V^i )</a:t>
            </a:r>
          </a:p>
          <a:p>
            <a:pPr algn="ctr" marL="0" indent="0">
              <a:buNone/>
            </a:pPr>
            <a:r>
              <a:rPr sz="2100" b="1">
                <a:solidFill>
                  <a:srgbClr val="1B2A36"/>
                </a:solidFill>
                <a:latin typeface="Courier New"/>
                <a:ea typeface="맑은 고딕"/>
                <a:cs typeface="Courier New"/>
              </a:rPr>
              <a:t>MultiHead(X) = Concat( head_1, …, head_H ) · W_O</a:t>
            </a:r>
          </a:p>
        </p:txBody>
      </p:sp>
      <p:pic>
        <p:nvPicPr>
          <p:cNvPr id="11" name="Picture 10" descr="heads.png"/>
          <p:cNvPicPr>
            <a:picLocks noChangeAspect="1"/>
          </p:cNvPicPr>
          <p:nvPr/>
        </p:nvPicPr>
        <p:blipFill>
          <a:blip r:embed="rId3"/>
          <a:stretch>
            <a:fillRect/>
          </a:stretch>
        </p:blipFill>
        <p:spPr>
          <a:xfrm>
            <a:off x="496061" y="3054096"/>
            <a:ext cx="6494985" cy="3328416"/>
          </a:xfrm>
          <a:prstGeom prst="rect">
            <a:avLst/>
          </a:prstGeo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 = 8, H = 2, N = 5를 따라가기</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(B, N, d) → 투영 → (B, N, H, d_h) → 축 교환 → (B, H, N, d_h)</a:t>
            </a:r>
          </a:p>
        </p:txBody>
      </p:sp>
      <p:sp>
        <p:nvSpPr>
          <p:cNvPr id="8" name="Rounded Rectangle 7"/>
          <p:cNvSpPr/>
          <p:nvPr/>
        </p:nvSpPr>
        <p:spPr>
          <a:xfrm>
            <a:off x="10543032" y="914400"/>
            <a:ext cx="1188720" cy="365760"/>
          </a:xfrm>
          <a:prstGeom prst="roundRect">
            <a:avLst>
              <a:gd name="adj" fmla="val 50000"/>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계산</a:t>
            </a:r>
          </a:p>
        </p:txBody>
      </p:sp>
      <p:pic>
        <p:nvPicPr>
          <p:cNvPr id="9" name="Picture 8" descr="mha_shapes.png"/>
          <p:cNvPicPr>
            <a:picLocks noChangeAspect="1"/>
          </p:cNvPicPr>
          <p:nvPr/>
        </p:nvPicPr>
        <p:blipFill>
          <a:blip r:embed="rId3"/>
          <a:stretch>
            <a:fillRect/>
          </a:stretch>
        </p:blipFill>
        <p:spPr>
          <a:xfrm>
            <a:off x="2784971" y="1408176"/>
            <a:ext cx="6619009" cy="2240280"/>
          </a:xfrm>
          <a:prstGeom prst="rect">
            <a:avLst/>
          </a:prstGeom>
        </p:spPr>
      </p:pic>
      <p:graphicFrame>
        <p:nvGraphicFramePr>
          <p:cNvPr id="10" name="Table 9"/>
          <p:cNvGraphicFramePr>
            <a:graphicFrameLocks noGrp="1"/>
          </p:cNvGraphicFramePr>
          <p:nvPr/>
        </p:nvGraphicFramePr>
        <p:xfrm>
          <a:off x="457200" y="3831336"/>
          <a:ext cx="11274549" cy="2410968"/>
        </p:xfrm>
        <a:graphic>
          <a:graphicData uri="http://schemas.openxmlformats.org/drawingml/2006/table">
            <a:tbl>
              <a:tblPr firstRow="1" bandRow="0">
                <a:tableStyleId>{5940675A-B579-460E-94D1-54222C63F5DA}</a:tableStyleId>
              </a:tblPr>
              <a:tblGrid>
                <a:gridCol w="1725696"/>
                <a:gridCol w="2761114"/>
                <a:gridCol w="1955789"/>
                <a:gridCol w="4831950"/>
              </a:tblGrid>
              <a:tr h="344424">
                <a:tc>
                  <a:txBody>
                    <a:bodyPr wrap="square" lIns="36576" rIns="36576" tIns="36576" bIns="36576" anchor="t"/>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단계</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연산</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shape</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의미</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344424">
                <a:tc>
                  <a:txBody>
                    <a:bodyPr wrap="square" lIns="36576" rIns="36576" tIns="36576" bIns="36576" anchor="t"/>
                    <a:lstStyle/>
                    <a:p>
                      <a:pPr algn="l" marL="0" indent="0">
                        <a:lnSpc>
                          <a:spcPct val="110000"/>
                        </a:lnSpc>
                        <a:spcBef>
                          <a:spcPts val="0"/>
                        </a:spcBef>
                        <a:spcAft>
                          <a:spcPts val="0"/>
                        </a:spcAft>
                        <a:buNone/>
                      </a:pPr>
                      <a:r>
                        <a:rPr sz="1300" b="1">
                          <a:solidFill>
                            <a:srgbClr val="1B2A36"/>
                          </a:solidFill>
                          <a:latin typeface="맑은 고딕"/>
                          <a:ea typeface="맑은 고딕"/>
                          <a:cs typeface="맑은 고딕"/>
                        </a:rPr>
                        <a:t>입력</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300" b="0">
                          <a:solidFill>
                            <a:srgbClr val="1B2A36"/>
                          </a:solidFill>
                          <a:latin typeface="맑은 고딕"/>
                          <a:ea typeface="맑은 고딕"/>
                          <a:cs typeface="맑은 고딕"/>
                        </a:rPr>
                        <a:t>X</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300" b="0">
                          <a:solidFill>
                            <a:srgbClr val="1B2A36"/>
                          </a:solidFill>
                          <a:latin typeface="맑은 고딕"/>
                          <a:ea typeface="맑은 고딕"/>
                          <a:cs typeface="맑은 고딕"/>
                        </a:rPr>
                        <a:t>(2, 5, 8)</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300" b="0">
                          <a:solidFill>
                            <a:srgbClr val="1B2A36"/>
                          </a:solidFill>
                          <a:latin typeface="맑은 고딕"/>
                          <a:ea typeface="맑은 고딕"/>
                          <a:cs typeface="맑은 고딕"/>
                        </a:rPr>
                        <a:t>문장 2개 · 토큰 5개 · 특징 8개</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44424">
                <a:tc>
                  <a:txBody>
                    <a:bodyPr wrap="square" lIns="36576" rIns="36576" tIns="36576" bIns="36576" anchor="t"/>
                    <a:lstStyle/>
                    <a:p>
                      <a:pPr algn="l" marL="0" indent="0">
                        <a:lnSpc>
                          <a:spcPct val="110000"/>
                        </a:lnSpc>
                        <a:spcBef>
                          <a:spcPts val="0"/>
                        </a:spcBef>
                        <a:spcAft>
                          <a:spcPts val="0"/>
                        </a:spcAft>
                        <a:buNone/>
                      </a:pPr>
                      <a:r>
                        <a:rPr sz="1300" b="1">
                          <a:solidFill>
                            <a:srgbClr val="1B2A36"/>
                          </a:solidFill>
                          <a:latin typeface="맑은 고딕"/>
                          <a:ea typeface="맑은 고딕"/>
                          <a:cs typeface="맑은 고딕"/>
                        </a:rPr>
                        <a:t>투영</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300" b="0">
                          <a:solidFill>
                            <a:srgbClr val="1B2A36"/>
                          </a:solidFill>
                          <a:latin typeface="맑은 고딕"/>
                          <a:ea typeface="맑은 고딕"/>
                          <a:cs typeface="맑은 고딕"/>
                        </a:rPr>
                        <a:t>X W_Q (d × d)</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300" b="0">
                          <a:solidFill>
                            <a:srgbClr val="1B2A36"/>
                          </a:solidFill>
                          <a:latin typeface="맑은 고딕"/>
                          <a:ea typeface="맑은 고딕"/>
                          <a:cs typeface="맑은 고딕"/>
                        </a:rPr>
                        <a:t>(2, 5, 8)</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300" b="0">
                          <a:solidFill>
                            <a:srgbClr val="1B2A36"/>
                          </a:solidFill>
                          <a:latin typeface="맑은 고딕"/>
                          <a:ea typeface="맑은 고딕"/>
                          <a:cs typeface="맑은 고딕"/>
                        </a:rPr>
                        <a:t>모든 head의 Q를 한 번에</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44424">
                <a:tc>
                  <a:txBody>
                    <a:bodyPr wrap="square" lIns="36576" rIns="36576" tIns="36576" bIns="36576" anchor="t"/>
                    <a:lstStyle/>
                    <a:p>
                      <a:pPr algn="l" marL="0" indent="0">
                        <a:lnSpc>
                          <a:spcPct val="110000"/>
                        </a:lnSpc>
                        <a:spcBef>
                          <a:spcPts val="0"/>
                        </a:spcBef>
                        <a:spcAft>
                          <a:spcPts val="0"/>
                        </a:spcAft>
                        <a:buNone/>
                      </a:pPr>
                      <a:r>
                        <a:rPr sz="1300" b="1">
                          <a:solidFill>
                            <a:srgbClr val="1B2A36"/>
                          </a:solidFill>
                          <a:latin typeface="맑은 고딕"/>
                          <a:ea typeface="맑은 고딕"/>
                          <a:cs typeface="맑은 고딕"/>
                        </a:rPr>
                        <a:t>head 분리</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300" b="0">
                          <a:solidFill>
                            <a:srgbClr val="1B2A36"/>
                          </a:solidFill>
                          <a:latin typeface="맑은 고딕"/>
                          <a:ea typeface="맑은 고딕"/>
                          <a:cs typeface="맑은 고딕"/>
                        </a:rPr>
                        <a:t>view → transpose</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300" b="0">
                          <a:solidFill>
                            <a:srgbClr val="1B2A36"/>
                          </a:solidFill>
                          <a:latin typeface="맑은 고딕"/>
                          <a:ea typeface="맑은 고딕"/>
                          <a:cs typeface="맑은 고딕"/>
                        </a:rPr>
                        <a:t>(2, 2, 5, 4)</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300" b="0">
                          <a:solidFill>
                            <a:srgbClr val="1B2A36"/>
                          </a:solidFill>
                          <a:latin typeface="맑은 고딕"/>
                          <a:ea typeface="맑은 고딕"/>
                          <a:cs typeface="맑은 고딕"/>
                        </a:rPr>
                        <a:t>배치 · head · 토큰 · 특징</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44424">
                <a:tc>
                  <a:txBody>
                    <a:bodyPr wrap="square" lIns="36576" rIns="36576" tIns="36576" bIns="36576" anchor="t"/>
                    <a:lstStyle/>
                    <a:p>
                      <a:pPr algn="l" marL="0" indent="0">
                        <a:lnSpc>
                          <a:spcPct val="110000"/>
                        </a:lnSpc>
                        <a:spcBef>
                          <a:spcPts val="0"/>
                        </a:spcBef>
                        <a:spcAft>
                          <a:spcPts val="0"/>
                        </a:spcAft>
                        <a:buNone/>
                      </a:pPr>
                      <a:r>
                        <a:rPr sz="1300" b="1">
                          <a:solidFill>
                            <a:srgbClr val="1B2A36"/>
                          </a:solidFill>
                          <a:latin typeface="맑은 고딕"/>
                          <a:ea typeface="맑은 고딕"/>
                          <a:cs typeface="맑은 고딕"/>
                        </a:rPr>
                        <a:t>점수</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300" b="0">
                          <a:solidFill>
                            <a:srgbClr val="1B2A36"/>
                          </a:solidFill>
                          <a:latin typeface="맑은 고딕"/>
                          <a:ea typeface="맑은 고딕"/>
                          <a:cs typeface="맑은 고딕"/>
                        </a:rPr>
                        <a:t>Q Kᵀ / √4</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300" b="0">
                          <a:solidFill>
                            <a:srgbClr val="1B2A36"/>
                          </a:solidFill>
                          <a:latin typeface="맑은 고딕"/>
                          <a:ea typeface="맑은 고딕"/>
                          <a:cs typeface="맑은 고딕"/>
                        </a:rPr>
                        <a:t>(2, 2, 5, 5)</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300" b="0">
                          <a:solidFill>
                            <a:srgbClr val="1B2A36"/>
                          </a:solidFill>
                          <a:latin typeface="맑은 고딕"/>
                          <a:ea typeface="맑은 고딕"/>
                          <a:cs typeface="맑은 고딕"/>
                        </a:rPr>
                        <a:t>head별 위치 관계</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44424">
                <a:tc>
                  <a:txBody>
                    <a:bodyPr wrap="square" lIns="36576" rIns="36576" tIns="36576" bIns="36576" anchor="t"/>
                    <a:lstStyle/>
                    <a:p>
                      <a:pPr algn="l" marL="0" indent="0">
                        <a:lnSpc>
                          <a:spcPct val="110000"/>
                        </a:lnSpc>
                        <a:spcBef>
                          <a:spcPts val="0"/>
                        </a:spcBef>
                        <a:spcAft>
                          <a:spcPts val="0"/>
                        </a:spcAft>
                        <a:buNone/>
                      </a:pPr>
                      <a:r>
                        <a:rPr sz="1300" b="1">
                          <a:solidFill>
                            <a:srgbClr val="1B2A36"/>
                          </a:solidFill>
                          <a:latin typeface="맑은 고딕"/>
                          <a:ea typeface="맑은 고딕"/>
                          <a:cs typeface="맑은 고딕"/>
                        </a:rPr>
                        <a:t>가중합</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300" b="0">
                          <a:solidFill>
                            <a:srgbClr val="1B2A36"/>
                          </a:solidFill>
                          <a:latin typeface="맑은 고딕"/>
                          <a:ea typeface="맑은 고딕"/>
                          <a:cs typeface="맑은 고딕"/>
                        </a:rPr>
                        <a:t>A V</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300" b="0">
                          <a:solidFill>
                            <a:srgbClr val="1B2A36"/>
                          </a:solidFill>
                          <a:latin typeface="맑은 고딕"/>
                          <a:ea typeface="맑은 고딕"/>
                          <a:cs typeface="맑은 고딕"/>
                        </a:rPr>
                        <a:t>(2, 2, 5, 4)</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300" b="0">
                          <a:solidFill>
                            <a:srgbClr val="1B2A36"/>
                          </a:solidFill>
                          <a:latin typeface="맑은 고딕"/>
                          <a:ea typeface="맑은 고딕"/>
                          <a:cs typeface="맑은 고딕"/>
                        </a:rPr>
                        <a:t>head별 새 표현</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44424">
                <a:tc>
                  <a:txBody>
                    <a:bodyPr wrap="square" lIns="36576" rIns="36576" tIns="36576" bIns="36576" anchor="t"/>
                    <a:lstStyle/>
                    <a:p>
                      <a:pPr algn="l" marL="0" indent="0">
                        <a:lnSpc>
                          <a:spcPct val="110000"/>
                        </a:lnSpc>
                        <a:spcBef>
                          <a:spcPts val="0"/>
                        </a:spcBef>
                        <a:spcAft>
                          <a:spcPts val="0"/>
                        </a:spcAft>
                        <a:buNone/>
                      </a:pPr>
                      <a:r>
                        <a:rPr sz="1300" b="1">
                          <a:solidFill>
                            <a:srgbClr val="1B2A36"/>
                          </a:solidFill>
                          <a:latin typeface="맑은 고딕"/>
                          <a:ea typeface="맑은 고딕"/>
                          <a:cs typeface="맑은 고딕"/>
                        </a:rPr>
                        <a:t>결합 · 투영</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300" b="0">
                          <a:solidFill>
                            <a:srgbClr val="1B2A36"/>
                          </a:solidFill>
                          <a:latin typeface="맑은 고딕"/>
                          <a:ea typeface="맑은 고딕"/>
                          <a:cs typeface="맑은 고딕"/>
                        </a:rPr>
                        <a:t>concat → W_O</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300" b="0">
                          <a:solidFill>
                            <a:srgbClr val="1B2A36"/>
                          </a:solidFill>
                          <a:latin typeface="맑은 고딕"/>
                          <a:ea typeface="맑은 고딕"/>
                          <a:cs typeface="맑은 고딕"/>
                        </a:rPr>
                        <a:t>(2, 5, 8)</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300" b="0">
                          <a:solidFill>
                            <a:srgbClr val="1B2A36"/>
                          </a:solidFill>
                          <a:latin typeface="맑은 고딕"/>
                          <a:ea typeface="맑은 고딕"/>
                          <a:cs typeface="맑은 고딕"/>
                        </a:rPr>
                        <a:t>입력과 같은 shape → 쌓을 수 있다</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bl>
          </a:graphicData>
        </a:graphic>
      </p:graphicFrame>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PyTorch로 직접 구현</a:t>
            </a:r>
          </a:p>
        </p:txBody>
      </p:sp>
      <p:sp>
        <p:nvSpPr>
          <p:cNvPr id="3" name="Content Placeholder 2"/>
          <p:cNvSpPr>
            <a:spLocks noGrp="1"/>
          </p:cNvSpPr>
          <p:nvPr>
            <p:ph idx="1"/>
          </p:nvPr>
        </p:nvSpPr>
        <p:spPr>
          <a:xfrm>
            <a:off x="7569037" y="1408176"/>
            <a:ext cx="4162714" cy="4974336"/>
          </a:xfrm>
        </p:spPr>
        <p:txBody>
          <a:bodyPr wrap="square" lIns="73152" rIns="73152" tIns="36576" bIns="36576" anchor="t">
            <a:normAutofit/>
          </a:bodyPr>
          <a:lstStyle/>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latin typeface="Courier New"/>
                <a:ea typeface="맑은 고딕"/>
                <a:cs typeface="Courier New"/>
              </a:rPr>
              <a:t>view + transpose</a:t>
            </a:r>
            <a:r>
              <a:rPr sz="1800" b="0">
                <a:solidFill>
                  <a:srgbClr val="1B2A36"/>
                </a:solidFill>
              </a:rPr>
              <a:t>: head 축 만들기</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latin typeface="Courier New"/>
                <a:ea typeface="맑은 고딕"/>
                <a:cs typeface="Courier New"/>
              </a:rPr>
              <a:t>softmax(dim=-1)</a:t>
            </a:r>
            <a:r>
              <a:rPr sz="1800" b="0">
                <a:solidFill>
                  <a:srgbClr val="1B2A36"/>
                </a:solidFill>
              </a:rPr>
              <a:t>: </a:t>
            </a:r>
            <a:r>
              <a:rPr sz="1800" b="1">
                <a:solidFill>
                  <a:srgbClr val="1B2A36"/>
                </a:solidFill>
              </a:rPr>
              <a:t>Key 축</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출력 shape = 입력 shape</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latin typeface="Courier New"/>
                <a:ea typeface="맑은 고딕"/>
                <a:cs typeface="Courier New"/>
              </a:rPr>
              <a:t>nn.MultiheadAttention(8, 2)</a:t>
            </a:r>
          </a:p>
          <a:p>
            <a:pPr algn="l" marL="566928" indent="-237744">
              <a:lnSpc>
                <a:spcPct val="110000"/>
              </a:lnSpc>
              <a:spcBef>
                <a:spcPts val="0"/>
              </a:spcBef>
              <a:spcAft>
                <a:spcPts val="775"/>
              </a:spcAft>
              <a:buClr>
                <a:srgbClr val="01688F"/>
              </a:buClr>
              <a:buFont typeface="Arial"/>
              <a:buChar char="-"/>
            </a:pPr>
            <a:r>
              <a:rPr sz="1550" b="0">
                <a:solidFill>
                  <a:srgbClr val="1B2A36"/>
                </a:solidFill>
              </a:rPr>
              <a:t>파라미터 4 × (8·8 + 8) = </a:t>
            </a:r>
            <a:r>
              <a:rPr sz="1550" b="1">
                <a:solidFill>
                  <a:srgbClr val="1B2A36"/>
                </a:solidFill>
              </a:rPr>
              <a:t>288</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투영 한 번 → head 축 만들기 → scaled dot-product → 합치기</a:t>
            </a:r>
          </a:p>
        </p:txBody>
      </p:sp>
      <p:sp>
        <p:nvSpPr>
          <p:cNvPr id="8" name="Rounded Rectangle 7"/>
          <p:cNvSpPr/>
          <p:nvPr/>
        </p:nvSpPr>
        <p:spPr>
          <a:xfrm>
            <a:off x="10543032" y="914400"/>
            <a:ext cx="1188720" cy="365760"/>
          </a:xfrm>
          <a:prstGeom prst="roundRect">
            <a:avLst>
              <a:gd name="adj" fmla="val 50000"/>
            </a:avLst>
          </a:prstGeom>
          <a:solidFill>
            <a:srgbClr val="1B2A3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코드</a:t>
            </a:r>
          </a:p>
        </p:txBody>
      </p:sp>
      <p:sp>
        <p:nvSpPr>
          <p:cNvPr id="9" name="Rounded Rectangle 8"/>
          <p:cNvSpPr/>
          <p:nvPr/>
        </p:nvSpPr>
        <p:spPr>
          <a:xfrm>
            <a:off x="457200" y="1408176"/>
            <a:ext cx="6791797" cy="2689860"/>
          </a:xfrm>
          <a:prstGeom prst="roundRect">
            <a:avLst>
              <a:gd name="adj" fmla="val 2039"/>
            </a:avLst>
          </a:prstGeom>
          <a:solidFill>
            <a:srgbClr val="F4F7F9"/>
          </a:solidFill>
          <a:ln w="12700">
            <a:solidFill>
              <a:srgbClr val="C5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928" y="1517904"/>
            <a:ext cx="6572341" cy="2506979"/>
          </a:xfrm>
          <a:prstGeom prst="rect">
            <a:avLst/>
          </a:prstGeom>
          <a:noFill/>
        </p:spPr>
        <p:txBody>
          <a:bodyPr wrap="square">
            <a:spAutoFit/>
          </a:bodyPr>
          <a:lstStyle/>
          <a:p>
            <a:pPr marL="0" indent="0">
              <a:lnSpc>
                <a:spcPct val="100000"/>
              </a:lnSpc>
              <a:buNone/>
            </a:pPr>
            <a:r>
              <a:rPr sz="1250">
                <a:solidFill>
                  <a:srgbClr val="1B2A36"/>
                </a:solidFill>
                <a:latin typeface="Courier New"/>
                <a:ea typeface="맑은 고딕"/>
                <a:cs typeface="Courier New"/>
              </a:rPr>
              <a:t>import torch, torch.nn as nn</a:t>
            </a:r>
          </a:p>
          <a:p>
            <a:pPr marL="0" indent="0">
              <a:lnSpc>
                <a:spcPct val="100000"/>
              </a:lnSpc>
              <a:buNone/>
            </a:pPr>
            <a:r>
              <a:rPr sz="1250">
                <a:solidFill>
                  <a:srgbClr val="1B2A36"/>
                </a:solidFill>
                <a:latin typeface="Courier New"/>
                <a:ea typeface="맑은 고딕"/>
                <a:cs typeface="Courier New"/>
              </a:rPr>
              <a:t>B, N, d, H = 2, 5, 8, 2;  dh = d // H</a:t>
            </a:r>
          </a:p>
          <a:p>
            <a:pPr marL="0" indent="0">
              <a:lnSpc>
                <a:spcPct val="100000"/>
              </a:lnSpc>
              <a:buNone/>
            </a:pPr>
            <a:r>
              <a:rPr sz="1250">
                <a:solidFill>
                  <a:srgbClr val="1B2A36"/>
                </a:solidFill>
                <a:latin typeface="Courier New"/>
                <a:ea typeface="맑은 고딕"/>
                <a:cs typeface="Courier New"/>
              </a:rPr>
              <a:t>X = torch.randn(B, N, d)</a:t>
            </a:r>
          </a:p>
          <a:p>
            <a:pPr marL="0" indent="0">
              <a:lnSpc>
                <a:spcPct val="100000"/>
              </a:lnSpc>
              <a:buNone/>
            </a:pPr>
            <a:r>
              <a:rPr sz="1250">
                <a:solidFill>
                  <a:srgbClr val="1B2A36"/>
                </a:solidFill>
                <a:latin typeface="Courier New"/>
                <a:ea typeface="맑은 고딕"/>
                <a:cs typeface="Courier New"/>
              </a:rPr>
              <a:t>Wq, Wk, Wv, Wo = (nn.Linear(d, d) for _ in range(4))</a:t>
            </a:r>
          </a:p>
          <a:p>
            <a:pPr marL="0" indent="0">
              <a:lnSpc>
                <a:spcPct val="100000"/>
              </a:lnSpc>
              <a:buNone/>
            </a:pPr>
            <a:r>
              <a:rPr sz="1250">
                <a:latin typeface="Courier New"/>
                <a:ea typeface="맑은 고딕"/>
                <a:cs typeface="Courier New"/>
              </a:rPr>
              <a:t> </a:t>
            </a:r>
          </a:p>
          <a:p>
            <a:pPr marL="0" indent="0">
              <a:lnSpc>
                <a:spcPct val="100000"/>
              </a:lnSpc>
              <a:buNone/>
            </a:pPr>
            <a:r>
              <a:rPr sz="1250">
                <a:solidFill>
                  <a:srgbClr val="1B2A36"/>
                </a:solidFill>
                <a:latin typeface="Courier New"/>
                <a:ea typeface="맑은 고딕"/>
                <a:cs typeface="Courier New"/>
              </a:rPr>
              <a:t>def split(t):  </a:t>
            </a:r>
            <a:r>
              <a:rPr sz="1250">
                <a:solidFill>
                  <a:srgbClr val="3F8A6E"/>
                </a:solidFill>
                <a:latin typeface="Courier New"/>
                <a:ea typeface="맑은 고딕"/>
                <a:cs typeface="Courier New"/>
              </a:rPr>
              <a:t># (B,N,d) -&gt; (B,H,N,dh)</a:t>
            </a:r>
          </a:p>
          <a:p>
            <a:pPr marL="0" indent="0">
              <a:lnSpc>
                <a:spcPct val="100000"/>
              </a:lnSpc>
              <a:buNone/>
            </a:pPr>
            <a:r>
              <a:rPr sz="1250">
                <a:solidFill>
                  <a:srgbClr val="1B2A36"/>
                </a:solidFill>
                <a:latin typeface="Courier New"/>
                <a:ea typeface="맑은 고딕"/>
                <a:cs typeface="Courier New"/>
              </a:rPr>
              <a:t>    return t.view(B, N, H, dh).transpose(1, 2)</a:t>
            </a:r>
          </a:p>
          <a:p>
            <a:pPr marL="0" indent="0">
              <a:lnSpc>
                <a:spcPct val="100000"/>
              </a:lnSpc>
              <a:buNone/>
            </a:pPr>
            <a:r>
              <a:rPr sz="1250">
                <a:solidFill>
                  <a:srgbClr val="1B2A36"/>
                </a:solidFill>
                <a:latin typeface="Courier New"/>
                <a:ea typeface="맑은 고딕"/>
                <a:cs typeface="Courier New"/>
              </a:rPr>
              <a:t>Q, K, V = split(Wq(X)), split(Wk(X)), split(Wv(X))</a:t>
            </a:r>
          </a:p>
          <a:p>
            <a:pPr marL="0" indent="0">
              <a:lnSpc>
                <a:spcPct val="100000"/>
              </a:lnSpc>
              <a:buNone/>
            </a:pPr>
            <a:r>
              <a:rPr sz="1250">
                <a:solidFill>
                  <a:srgbClr val="1B2A36"/>
                </a:solidFill>
                <a:latin typeface="Courier New"/>
                <a:ea typeface="맑은 고딕"/>
                <a:cs typeface="Courier New"/>
              </a:rPr>
              <a:t>S = Q @ K.transpose(-2, -1) / dh ** 0.5   </a:t>
            </a:r>
            <a:r>
              <a:rPr sz="1250">
                <a:solidFill>
                  <a:srgbClr val="3F8A6E"/>
                </a:solidFill>
                <a:latin typeface="Courier New"/>
                <a:ea typeface="맑은 고딕"/>
                <a:cs typeface="Courier New"/>
              </a:rPr>
              <a:t># (2,2,5,5)</a:t>
            </a:r>
          </a:p>
          <a:p>
            <a:pPr marL="0" indent="0">
              <a:lnSpc>
                <a:spcPct val="100000"/>
              </a:lnSpc>
              <a:buNone/>
            </a:pPr>
            <a:r>
              <a:rPr sz="1250">
                <a:solidFill>
                  <a:srgbClr val="1B2A36"/>
                </a:solidFill>
                <a:latin typeface="Courier New"/>
                <a:ea typeface="맑은 고딕"/>
                <a:cs typeface="Courier New"/>
              </a:rPr>
              <a:t>A = S.softmax(dim=-1)                     </a:t>
            </a:r>
            <a:r>
              <a:rPr sz="1250">
                <a:solidFill>
                  <a:srgbClr val="3F8A6E"/>
                </a:solidFill>
                <a:latin typeface="Courier New"/>
                <a:ea typeface="맑은 고딕"/>
                <a:cs typeface="Courier New"/>
              </a:rPr>
              <a:t># Key 축</a:t>
            </a:r>
          </a:p>
          <a:p>
            <a:pPr marL="0" indent="0">
              <a:lnSpc>
                <a:spcPct val="100000"/>
              </a:lnSpc>
              <a:buNone/>
            </a:pPr>
            <a:r>
              <a:rPr sz="1250">
                <a:solidFill>
                  <a:srgbClr val="1B2A36"/>
                </a:solidFill>
                <a:latin typeface="Courier New"/>
                <a:ea typeface="맑은 고딕"/>
                <a:cs typeface="Courier New"/>
              </a:rPr>
              <a:t>O = (A @ V).transpose(1, 2).reshape(B, N, d)</a:t>
            </a:r>
          </a:p>
          <a:p>
            <a:pPr marL="0" indent="0">
              <a:lnSpc>
                <a:spcPct val="100000"/>
              </a:lnSpc>
              <a:buNone/>
            </a:pPr>
            <a:r>
              <a:rPr sz="1250">
                <a:solidFill>
                  <a:srgbClr val="1B2A36"/>
                </a:solidFill>
                <a:latin typeface="Courier New"/>
                <a:ea typeface="맑은 고딕"/>
                <a:cs typeface="Courier New"/>
              </a:rPr>
              <a:t>print(Wo(O).shape)                        </a:t>
            </a:r>
            <a:r>
              <a:rPr sz="1250">
                <a:solidFill>
                  <a:srgbClr val="3F8A6E"/>
                </a:solidFill>
                <a:latin typeface="Courier New"/>
                <a:ea typeface="맑은 고딕"/>
                <a:cs typeface="Courier New"/>
              </a:rPr>
              <a:t># (2, 5, 8)</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Head를 늘리면 무엇이 달라지나</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500" b="1">
                <a:solidFill>
                  <a:srgbClr val="01688F"/>
                </a:solidFill>
                <a:latin typeface="맑은 고딕"/>
                <a:ea typeface="맑은 고딕"/>
                <a:cs typeface="맑은 고딕"/>
              </a:rPr>
              <a:t>d를 고정하고 d_h = d/H면 파라미터와 주요 연산량은 그대로 — head당 차원이 줄고 점수 표는 늘어난다</a:t>
            </a:r>
          </a:p>
        </p:txBody>
      </p:sp>
      <p:sp>
        <p:nvSpPr>
          <p:cNvPr id="8" name="Rounded Rectangle 7"/>
          <p:cNvSpPr/>
          <p:nvPr/>
        </p:nvSpPr>
        <p:spPr>
          <a:xfrm>
            <a:off x="10543032" y="914400"/>
            <a:ext cx="1188720" cy="365760"/>
          </a:xfrm>
          <a:prstGeom prst="roundRect">
            <a:avLst>
              <a:gd name="adj" fmla="val 50000"/>
            </a:avLst>
          </a:prstGeom>
          <a:solidFill>
            <a:srgbClr val="2E8F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검증</a:t>
            </a:r>
          </a:p>
        </p:txBody>
      </p:sp>
      <p:graphicFrame>
        <p:nvGraphicFramePr>
          <p:cNvPr id="9" name="Table 8"/>
          <p:cNvGraphicFramePr>
            <a:graphicFrameLocks noGrp="1"/>
          </p:cNvGraphicFramePr>
          <p:nvPr/>
        </p:nvGraphicFramePr>
        <p:xfrm>
          <a:off x="457200" y="1408176"/>
          <a:ext cx="11274552" cy="1950720"/>
        </p:xfrm>
        <a:graphic>
          <a:graphicData uri="http://schemas.openxmlformats.org/drawingml/2006/table">
            <a:tbl>
              <a:tblPr firstRow="1" bandRow="0">
                <a:tableStyleId>{5940675A-B579-460E-94D1-54222C63F5DA}</a:tableStyleId>
              </a:tblPr>
              <a:tblGrid>
                <a:gridCol w="5637276"/>
                <a:gridCol w="5637276"/>
              </a:tblGrid>
              <a:tr h="390144">
                <a:tc>
                  <a:txBody>
                    <a:bodyPr wrap="square" lIns="36576" rIns="36576" tIns="36576" bIns="36576" anchor="t"/>
                    <a:lstStyle/>
                    <a:p>
                      <a:pPr algn="ctr" marL="0" indent="0">
                        <a:lnSpc>
                          <a:spcPct val="110000"/>
                        </a:lnSpc>
                        <a:spcBef>
                          <a:spcPts val="0"/>
                        </a:spcBef>
                        <a:spcAft>
                          <a:spcPts val="0"/>
                        </a:spcAft>
                        <a:buNone/>
                      </a:pPr>
                      <a:r>
                        <a:rPr sz="1600" b="1">
                          <a:solidFill>
                            <a:srgbClr val="FFFFFF"/>
                          </a:solidFill>
                          <a:latin typeface="맑은 고딕"/>
                          <a:ea typeface="맑은 고딕"/>
                          <a:cs typeface="맑은 고딕"/>
                        </a:rPr>
                        <a:t>d를 고정하고 H를 늘리면</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600" b="1">
                          <a:solidFill>
                            <a:srgbClr val="FFFFFF"/>
                          </a:solidFill>
                          <a:latin typeface="맑은 고딕"/>
                          <a:ea typeface="맑은 고딕"/>
                          <a:cs typeface="맑은 고딕"/>
                        </a:rPr>
                        <a:t>변화</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390144">
                <a:tc>
                  <a:txBody>
                    <a:bodyPr wrap="square" lIns="36576" rIns="36576" tIns="36576" bIns="36576" anchor="t"/>
                    <a:lstStyle/>
                    <a:p>
                      <a:pPr algn="l" marL="0" indent="0">
                        <a:lnSpc>
                          <a:spcPct val="110000"/>
                        </a:lnSpc>
                        <a:spcBef>
                          <a:spcPts val="0"/>
                        </a:spcBef>
                        <a:spcAft>
                          <a:spcPts val="0"/>
                        </a:spcAft>
                        <a:buNone/>
                      </a:pPr>
                      <a:r>
                        <a:rPr sz="1600" b="1">
                          <a:solidFill>
                            <a:srgbClr val="1B2A36"/>
                          </a:solidFill>
                          <a:latin typeface="맑은 고딕"/>
                          <a:ea typeface="맑은 고딕"/>
                          <a:cs typeface="맑은 고딕"/>
                        </a:rPr>
                        <a:t>투영 파라미터 (≈ 4d²)</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600" b="1">
                          <a:solidFill>
                            <a:srgbClr val="1B2A36"/>
                          </a:solidFill>
                          <a:latin typeface="맑은 고딕"/>
                          <a:ea typeface="맑은 고딕"/>
                          <a:cs typeface="맑은 고딕"/>
                        </a:rPr>
                        <a:t>그대로</a:t>
                      </a:r>
                      <a:r>
                        <a:rPr sz="1600" b="0">
                          <a:solidFill>
                            <a:srgbClr val="1B2A36"/>
                          </a:solidFill>
                          <a:latin typeface="맑은 고딕"/>
                          <a:ea typeface="맑은 고딕"/>
                          <a:cs typeface="맑은 고딕"/>
                        </a:rPr>
                        <a:t> (d = 512 → 약 105만)</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90144">
                <a:tc>
                  <a:txBody>
                    <a:bodyPr wrap="square" lIns="36576" rIns="36576" tIns="36576" bIns="36576" anchor="t"/>
                    <a:lstStyle/>
                    <a:p>
                      <a:pPr algn="l" marL="0" indent="0">
                        <a:lnSpc>
                          <a:spcPct val="110000"/>
                        </a:lnSpc>
                        <a:spcBef>
                          <a:spcPts val="0"/>
                        </a:spcBef>
                        <a:spcAft>
                          <a:spcPts val="0"/>
                        </a:spcAft>
                        <a:buNone/>
                      </a:pPr>
                      <a:r>
                        <a:rPr sz="1600" b="1">
                          <a:solidFill>
                            <a:srgbClr val="1B2A36"/>
                          </a:solidFill>
                          <a:latin typeface="맑은 고딕"/>
                          <a:ea typeface="맑은 고딕"/>
                          <a:cs typeface="맑은 고딕"/>
                        </a:rPr>
                        <a:t>attention 곱셈량 (H · N² · d_h = N² d)</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600" b="1">
                          <a:solidFill>
                            <a:srgbClr val="1B2A36"/>
                          </a:solidFill>
                          <a:latin typeface="맑은 고딕"/>
                          <a:ea typeface="맑은 고딕"/>
                          <a:cs typeface="맑은 고딕"/>
                        </a:rPr>
                        <a:t>그대로</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90144">
                <a:tc>
                  <a:txBody>
                    <a:bodyPr wrap="square" lIns="36576" rIns="36576" tIns="36576" bIns="36576" anchor="t"/>
                    <a:lstStyle/>
                    <a:p>
                      <a:pPr algn="l" marL="0" indent="0">
                        <a:lnSpc>
                          <a:spcPct val="110000"/>
                        </a:lnSpc>
                        <a:spcBef>
                          <a:spcPts val="0"/>
                        </a:spcBef>
                        <a:spcAft>
                          <a:spcPts val="0"/>
                        </a:spcAft>
                        <a:buNone/>
                      </a:pPr>
                      <a:r>
                        <a:rPr sz="1600" b="1">
                          <a:solidFill>
                            <a:srgbClr val="1B2A36"/>
                          </a:solidFill>
                          <a:latin typeface="맑은 고딕"/>
                          <a:ea typeface="맑은 고딕"/>
                          <a:cs typeface="맑은 고딕"/>
                        </a:rPr>
                        <a:t>head당 차원 d_h = d / H</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600" b="1">
                          <a:solidFill>
                            <a:srgbClr val="1B2A36"/>
                          </a:solidFill>
                          <a:latin typeface="맑은 고딕"/>
                          <a:ea typeface="맑은 고딕"/>
                          <a:cs typeface="맑은 고딕"/>
                        </a:rPr>
                        <a:t>줄어든다</a:t>
                      </a:r>
                      <a:r>
                        <a:rPr sz="1600" b="0">
                          <a:solidFill>
                            <a:srgbClr val="1B2A36"/>
                          </a:solidFill>
                          <a:latin typeface="맑은 고딕"/>
                          <a:ea typeface="맑은 고딕"/>
                          <a:cs typeface="맑은 고딕"/>
                        </a:rPr>
                        <a:t> (512 / 8 = 64)</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90144">
                <a:tc>
                  <a:txBody>
                    <a:bodyPr wrap="square" lIns="36576" rIns="36576" tIns="36576" bIns="36576" anchor="t"/>
                    <a:lstStyle/>
                    <a:p>
                      <a:pPr algn="l" marL="0" indent="0">
                        <a:lnSpc>
                          <a:spcPct val="110000"/>
                        </a:lnSpc>
                        <a:spcBef>
                          <a:spcPts val="0"/>
                        </a:spcBef>
                        <a:spcAft>
                          <a:spcPts val="0"/>
                        </a:spcAft>
                        <a:buNone/>
                      </a:pPr>
                      <a:r>
                        <a:rPr sz="1600" b="1">
                          <a:solidFill>
                            <a:srgbClr val="1B2A36"/>
                          </a:solidFill>
                          <a:latin typeface="맑은 고딕"/>
                          <a:ea typeface="맑은 고딕"/>
                          <a:cs typeface="맑은 고딕"/>
                        </a:rPr>
                        <a:t>저장하는 점수 표 (H · N²)</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600" b="1">
                          <a:solidFill>
                            <a:srgbClr val="1B2A36"/>
                          </a:solidFill>
                          <a:latin typeface="맑은 고딕"/>
                          <a:ea typeface="맑은 고딕"/>
                          <a:cs typeface="맑은 고딕"/>
                        </a:rPr>
                        <a:t>늘어난다</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bl>
          </a:graphicData>
        </a:graphic>
      </p:graphicFrame>
      <p:sp>
        <p:nvSpPr>
          <p:cNvPr id="10" name="Rounded Rectangle 9"/>
          <p:cNvSpPr/>
          <p:nvPr/>
        </p:nvSpPr>
        <p:spPr>
          <a:xfrm>
            <a:off x="457200" y="3877056"/>
            <a:ext cx="11274552" cy="868680"/>
          </a:xfrm>
          <a:prstGeom prst="roundRect">
            <a:avLst>
              <a:gd name="adj" fmla="val 10526"/>
            </a:avLst>
          </a:prstGeom>
          <a:solidFill>
            <a:srgbClr val="FDF1E9"/>
          </a:solidFill>
          <a:ln w="12700">
            <a:solidFill>
              <a:srgbClr val="E97132"/>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l" marL="0" indent="0">
              <a:lnSpc>
                <a:spcPct val="110000"/>
              </a:lnSpc>
              <a:spcBef>
                <a:spcPts val="0"/>
              </a:spcBef>
              <a:spcAft>
                <a:spcPts val="320"/>
              </a:spcAft>
              <a:buNone/>
            </a:pPr>
            <a:r>
              <a:rPr sz="1600" b="0">
                <a:solidFill>
                  <a:srgbClr val="1B2A36"/>
                </a:solidFill>
                <a:latin typeface="맑은 고딕"/>
                <a:ea typeface="맑은 고딕"/>
                <a:cs typeface="맑은 고딕"/>
              </a:rPr>
              <a:t>head의 역할은 </a:t>
            </a:r>
            <a:r>
              <a:rPr sz="1600" b="1">
                <a:solidFill>
                  <a:srgbClr val="1B2A36"/>
                </a:solidFill>
                <a:latin typeface="맑은 고딕"/>
                <a:ea typeface="맑은 고딕"/>
                <a:cs typeface="맑은 고딕"/>
              </a:rPr>
              <a:t>미리 정해지지 않는다</a:t>
            </a:r>
            <a:r>
              <a:rPr sz="1600" b="0">
                <a:solidFill>
                  <a:srgbClr val="1B2A36"/>
                </a:solidFill>
                <a:latin typeface="맑은 고딕"/>
                <a:ea typeface="맑은 고딕"/>
                <a:cs typeface="맑은 고딕"/>
              </a:rPr>
              <a:t> — ‘1번은 문법, 2번은 의미’는 구조가 아니라 사후 관찰이다. 관찰 · 해석 · 인과 검증을 구분해서 보고한다.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wrap="square" lIns="73152" rIns="73152" tIns="36576" bIns="36576" anchor="b"/>
          <a:lstStyle/>
          <a:p>
            <a:pPr algn="ctr" marL="0" indent="0">
              <a:lnSpc>
                <a:spcPct val="110000"/>
              </a:lnSpc>
              <a:spcBef>
                <a:spcPts val="0"/>
              </a:spcBef>
              <a:spcAft>
                <a:spcPts val="360"/>
              </a:spcAft>
              <a:buNone/>
            </a:pPr>
            <a:r>
              <a:rPr sz="2200" b="1">
                <a:solidFill>
                  <a:srgbClr val="01688F"/>
                </a:solidFill>
                <a:latin typeface="맑은 고딕"/>
                <a:ea typeface="맑은 고딕"/>
                <a:cs typeface="맑은 고딕"/>
              </a:rPr>
              <a:t>Part 5</a:t>
            </a:r>
          </a:p>
          <a:p>
            <a:pPr algn="ctr" marL="0" indent="0">
              <a:lnSpc>
                <a:spcPct val="110000"/>
              </a:lnSpc>
              <a:spcBef>
                <a:spcPts val="0"/>
              </a:spcBef>
              <a:spcAft>
                <a:spcPts val="360"/>
              </a:spcAft>
              <a:buNone/>
            </a:pPr>
            <a:r>
              <a:rPr sz="3600" b="1">
                <a:solidFill>
                  <a:srgbClr val="1B2A36"/>
                </a:solidFill>
                <a:latin typeface="맑은 고딕"/>
                <a:ea typeface="맑은 고딕"/>
                <a:cs typeface="맑은 고딕"/>
              </a:rPr>
              <a:t>순서 정보: 위치 인코딩</a:t>
            </a:r>
          </a:p>
        </p:txBody>
      </p:sp>
      <p:sp>
        <p:nvSpPr>
          <p:cNvPr id="3" name="Subtitle 2"/>
          <p:cNvSpPr>
            <a:spLocks noGrp="1"/>
          </p:cNvSpPr>
          <p:nvPr>
            <p:ph type="subTitle" idx="1"/>
          </p:nvPr>
        </p:nvSpPr>
        <p:spPr/>
        <p:txBody>
          <a:bodyPr wrap="square" lIns="73152" rIns="73152" tIns="36576" bIns="36576" anchor="t"/>
          <a:lstStyle/>
          <a:p>
            <a:pPr algn="ctr" marL="0" indent="0">
              <a:lnSpc>
                <a:spcPct val="110000"/>
              </a:lnSpc>
              <a:spcBef>
                <a:spcPts val="0"/>
              </a:spcBef>
              <a:spcAft>
                <a:spcPts val="400"/>
              </a:spcAft>
              <a:buNone/>
            </a:pPr>
            <a:r>
              <a:rPr sz="2000" b="0">
                <a:solidFill>
                  <a:srgbClr val="5E6B75"/>
                </a:solidFill>
                <a:latin typeface="맑은 고딕"/>
                <a:ea typeface="맑은 고딕"/>
                <a:cs typeface="맑은 고딕"/>
              </a:rPr>
              <a:t>Self-attention은 “개가 사람을 물었다”와 “사람이 개를 물었다”를 구분할까?</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Self-attention은 순서를 모른다</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입력 순서를 섞으면 출력도 똑같이 섞일 뿐 — 순열 등변성</a:t>
            </a:r>
          </a:p>
        </p:txBody>
      </p:sp>
      <p:sp>
        <p:nvSpPr>
          <p:cNvPr id="8" name="Rounded Rectangle 7"/>
          <p:cNvSpPr/>
          <p:nvPr/>
        </p:nvSpPr>
        <p:spPr>
          <a:xfrm>
            <a:off x="10543032" y="914400"/>
            <a:ext cx="1188720" cy="365760"/>
          </a:xfrm>
          <a:prstGeom prst="roundRect">
            <a:avLst>
              <a:gd name="adj" fmla="val 50000"/>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문제</a:t>
            </a:r>
          </a:p>
        </p:txBody>
      </p:sp>
      <p:sp>
        <p:nvSpPr>
          <p:cNvPr id="9" name="Rounded Rectangle 8"/>
          <p:cNvSpPr/>
          <p:nvPr/>
        </p:nvSpPr>
        <p:spPr>
          <a:xfrm>
            <a:off x="457200" y="1408176"/>
            <a:ext cx="11274552" cy="914400"/>
          </a:xfrm>
          <a:prstGeom prst="roundRect">
            <a:avLst>
              <a:gd name="adj" fmla="val 10000"/>
            </a:avLst>
          </a:prstGeom>
          <a:solidFill>
            <a:srgbClr val="F4F7F9"/>
          </a:solidFill>
          <a:ln w="12700">
            <a:solidFill>
              <a:srgbClr val="C5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408176"/>
            <a:ext cx="11000232" cy="914400"/>
          </a:xfrm>
          <a:prstGeom prst="rect">
            <a:avLst/>
          </a:prstGeom>
          <a:noFill/>
        </p:spPr>
        <p:txBody>
          <a:bodyPr wrap="square" anchor="ctr">
            <a:spAutoFit/>
          </a:bodyPr>
          <a:lstStyle/>
          <a:p>
            <a:pPr algn="ctr" marL="0" indent="0">
              <a:buNone/>
            </a:pPr>
            <a:r>
              <a:rPr sz="2400" b="1">
                <a:solidFill>
                  <a:srgbClr val="1B2A36"/>
                </a:solidFill>
                <a:latin typeface="Courier New"/>
                <a:ea typeface="맑은 고딕"/>
                <a:cs typeface="Courier New"/>
              </a:rPr>
              <a:t>SA(P X) = P · SA(X)        (P: 순서를 섞는 순열)</a:t>
            </a:r>
          </a:p>
        </p:txBody>
      </p:sp>
      <p:sp>
        <p:nvSpPr>
          <p:cNvPr id="11" name="Rounded Rectangle 10"/>
          <p:cNvSpPr/>
          <p:nvPr/>
        </p:nvSpPr>
        <p:spPr>
          <a:xfrm>
            <a:off x="457200" y="2596896"/>
            <a:ext cx="5522976" cy="2399792"/>
          </a:xfrm>
          <a:prstGeom prst="roundRect">
            <a:avLst>
              <a:gd name="adj" fmla="val 3810"/>
            </a:avLst>
          </a:prstGeom>
          <a:solidFill>
            <a:srgbClr val="FDF1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1792" y="2724912"/>
            <a:ext cx="5193792"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800" b="1">
                <a:solidFill>
                  <a:srgbClr val="E97132"/>
                </a:solidFill>
                <a:latin typeface="맑은 고딕"/>
                <a:ea typeface="맑은 고딕"/>
                <a:cs typeface="맑은 고딕"/>
              </a:rPr>
              <a:t>무슨 뜻인가</a:t>
            </a:r>
          </a:p>
        </p:txBody>
      </p:sp>
      <p:sp>
        <p:nvSpPr>
          <p:cNvPr id="13" name="TextBox 12"/>
          <p:cNvSpPr txBox="1"/>
          <p:nvPr/>
        </p:nvSpPr>
        <p:spPr>
          <a:xfrm>
            <a:off x="621792" y="3182112"/>
            <a:ext cx="5193792" cy="1686560"/>
          </a:xfrm>
          <a:prstGeom prst="rect">
            <a:avLst/>
          </a:prstGeom>
          <a:noFill/>
        </p:spPr>
        <p:txBody>
          <a:bodyPr wrap="square" lIns="18288" rIns="18288" tIns="36576" bIns="36576" anchor="t">
            <a:spAutoFit/>
          </a:bodyPr>
          <a:lstStyle/>
          <a:p>
            <a:pPr algn="l" marL="256032" indent="-237744">
              <a:lnSpc>
                <a:spcPct val="110000"/>
              </a:lnSpc>
              <a:spcBef>
                <a:spcPts val="0"/>
              </a:spcBef>
              <a:spcAft>
                <a:spcPts val="560"/>
              </a:spcAft>
              <a:buClr>
                <a:srgbClr val="01688F"/>
              </a:buClr>
              <a:buFont typeface="Wingdings" pitchFamily="2" charset="2"/>
              <a:buChar char="§"/>
            </a:pPr>
            <a:r>
              <a:rPr sz="1600" b="0">
                <a:solidFill>
                  <a:srgbClr val="1B2A36"/>
                </a:solidFill>
                <a:latin typeface="맑은 고딕"/>
                <a:ea typeface="맑은 고딕"/>
                <a:cs typeface="맑은 고딕"/>
              </a:rPr>
              <a:t>순서를 섞으면 출력도 </a:t>
            </a:r>
            <a:r>
              <a:rPr sz="1600" b="1">
                <a:solidFill>
                  <a:srgbClr val="1B2A36"/>
                </a:solidFill>
                <a:latin typeface="맑은 고딕"/>
                <a:ea typeface="맑은 고딕"/>
                <a:cs typeface="맑은 고딕"/>
              </a:rPr>
              <a:t>똑같이 섞일 뿐</a:t>
            </a:r>
          </a:p>
          <a:p>
            <a:pPr algn="l" marL="256032" indent="-237744">
              <a:lnSpc>
                <a:spcPct val="110000"/>
              </a:lnSpc>
              <a:spcBef>
                <a:spcPts val="0"/>
              </a:spcBef>
              <a:spcAft>
                <a:spcPts val="560"/>
              </a:spcAft>
              <a:buClr>
                <a:srgbClr val="01688F"/>
              </a:buClr>
              <a:buFont typeface="Wingdings" pitchFamily="2" charset="2"/>
              <a:buChar char="§"/>
            </a:pPr>
            <a:r>
              <a:rPr sz="1600" b="0">
                <a:solidFill>
                  <a:srgbClr val="1B2A36"/>
                </a:solidFill>
                <a:latin typeface="맑은 고딕"/>
                <a:ea typeface="맑은 고딕"/>
                <a:cs typeface="맑은 고딕"/>
              </a:rPr>
              <a:t>각 토큰의 출력은 ‘어떤 토큰들이 있나’만 반영</a:t>
            </a:r>
          </a:p>
          <a:p>
            <a:pPr algn="l" marL="256032" indent="-237744">
              <a:lnSpc>
                <a:spcPct val="110000"/>
              </a:lnSpc>
              <a:spcBef>
                <a:spcPts val="0"/>
              </a:spcBef>
              <a:spcAft>
                <a:spcPts val="560"/>
              </a:spcAft>
              <a:buClr>
                <a:srgbClr val="01688F"/>
              </a:buClr>
              <a:buFont typeface="Wingdings" pitchFamily="2" charset="2"/>
              <a:buChar char="§"/>
            </a:pPr>
            <a:r>
              <a:rPr sz="1600" b="0">
                <a:solidFill>
                  <a:srgbClr val="1B2A36"/>
                </a:solidFill>
                <a:latin typeface="맑은 고딕"/>
                <a:ea typeface="맑은 고딕"/>
                <a:cs typeface="맑은 고딕"/>
              </a:rPr>
              <a:t>“개가 사람을 물었다” vs “사람이 개를 물었다” → </a:t>
            </a:r>
            <a:r>
              <a:rPr sz="1600" b="1">
                <a:solidFill>
                  <a:srgbClr val="1B2A36"/>
                </a:solidFill>
                <a:latin typeface="맑은 고딕"/>
                <a:ea typeface="맑은 고딕"/>
                <a:cs typeface="맑은 고딕"/>
              </a:rPr>
              <a:t>구분 불가</a:t>
            </a:r>
          </a:p>
        </p:txBody>
      </p:sp>
      <p:sp>
        <p:nvSpPr>
          <p:cNvPr id="14" name="Rounded Rectangle 13"/>
          <p:cNvSpPr/>
          <p:nvPr/>
        </p:nvSpPr>
        <p:spPr>
          <a:xfrm>
            <a:off x="6208776" y="2596896"/>
            <a:ext cx="5522976" cy="2399792"/>
          </a:xfrm>
          <a:prstGeom prst="roundRect">
            <a:avLst>
              <a:gd name="adj" fmla="val 3810"/>
            </a:avLst>
          </a:prstGeom>
          <a:solidFill>
            <a:srgbClr val="FFFFFF"/>
          </a:solidFill>
          <a:ln w="12700">
            <a:solidFill>
              <a:srgbClr val="C5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73368" y="2724912"/>
            <a:ext cx="5193791"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800" b="1">
                <a:solidFill>
                  <a:srgbClr val="01688F"/>
                </a:solidFill>
                <a:latin typeface="맑은 고딕"/>
                <a:ea typeface="맑은 고딕"/>
                <a:cs typeface="맑은 고딕"/>
              </a:rPr>
              <a:t>구분할 것</a:t>
            </a:r>
          </a:p>
        </p:txBody>
      </p:sp>
      <p:sp>
        <p:nvSpPr>
          <p:cNvPr id="16" name="TextBox 15"/>
          <p:cNvSpPr txBox="1"/>
          <p:nvPr/>
        </p:nvSpPr>
        <p:spPr>
          <a:xfrm>
            <a:off x="6373368" y="3182112"/>
            <a:ext cx="5193792" cy="1686560"/>
          </a:xfrm>
          <a:prstGeom prst="rect">
            <a:avLst/>
          </a:prstGeom>
          <a:noFill/>
        </p:spPr>
        <p:txBody>
          <a:bodyPr wrap="square" lIns="18288" rIns="18288" tIns="36576" bIns="36576" anchor="t">
            <a:spAutoFit/>
          </a:bodyPr>
          <a:lstStyle/>
          <a:p>
            <a:pPr algn="l" marL="256032" indent="-237744">
              <a:lnSpc>
                <a:spcPct val="110000"/>
              </a:lnSpc>
              <a:spcBef>
                <a:spcPts val="0"/>
              </a:spcBef>
              <a:spcAft>
                <a:spcPts val="560"/>
              </a:spcAft>
              <a:buClr>
                <a:srgbClr val="01688F"/>
              </a:buClr>
              <a:buFont typeface="Wingdings" pitchFamily="2" charset="2"/>
              <a:buChar char="§"/>
            </a:pPr>
            <a:r>
              <a:rPr sz="1600" b="1">
                <a:solidFill>
                  <a:srgbClr val="1B2A36"/>
                </a:solidFill>
                <a:latin typeface="맑은 고딕"/>
                <a:ea typeface="맑은 고딕"/>
                <a:cs typeface="맑은 고딕"/>
              </a:rPr>
              <a:t>등변성</a:t>
            </a:r>
            <a:r>
              <a:rPr sz="1600" b="0">
                <a:solidFill>
                  <a:srgbClr val="1B2A36"/>
                </a:solidFill>
                <a:latin typeface="맑은 고딕"/>
                <a:ea typeface="맑은 고딕"/>
                <a:cs typeface="맑은 고딕"/>
              </a:rPr>
              <a:t>: 섞으면 같이 섞임 (이것)</a:t>
            </a:r>
          </a:p>
          <a:p>
            <a:pPr algn="l" marL="256032" indent="-237744">
              <a:lnSpc>
                <a:spcPct val="110000"/>
              </a:lnSpc>
              <a:spcBef>
                <a:spcPts val="0"/>
              </a:spcBef>
              <a:spcAft>
                <a:spcPts val="560"/>
              </a:spcAft>
              <a:buClr>
                <a:srgbClr val="01688F"/>
              </a:buClr>
              <a:buFont typeface="Wingdings" pitchFamily="2" charset="2"/>
              <a:buChar char="§"/>
            </a:pPr>
            <a:r>
              <a:rPr sz="1600" b="1">
                <a:solidFill>
                  <a:srgbClr val="1B2A36"/>
                </a:solidFill>
                <a:latin typeface="맑은 고딕"/>
                <a:ea typeface="맑은 고딕"/>
                <a:cs typeface="맑은 고딕"/>
              </a:rPr>
              <a:t>불변성</a:t>
            </a:r>
            <a:r>
              <a:rPr sz="1600" b="0">
                <a:solidFill>
                  <a:srgbClr val="1B2A36"/>
                </a:solidFill>
                <a:latin typeface="맑은 고딕"/>
                <a:ea typeface="맑은 고딕"/>
                <a:cs typeface="맑은 고딕"/>
              </a:rPr>
              <a:t>: 섞어도 그대로</a:t>
            </a:r>
          </a:p>
          <a:p>
            <a:pPr algn="l" marL="256032" indent="-237744">
              <a:lnSpc>
                <a:spcPct val="110000"/>
              </a:lnSpc>
              <a:spcBef>
                <a:spcPts val="0"/>
              </a:spcBef>
              <a:spcAft>
                <a:spcPts val="560"/>
              </a:spcAft>
              <a:buClr>
                <a:srgbClr val="01688F"/>
              </a:buClr>
              <a:buFont typeface="Wingdings" pitchFamily="2" charset="2"/>
              <a:buChar char="§"/>
            </a:pPr>
            <a:r>
              <a:rPr sz="1600" b="0">
                <a:solidFill>
                  <a:srgbClr val="1B2A36"/>
                </a:solidFill>
                <a:latin typeface="맑은 고딕"/>
                <a:ea typeface="맑은 고딕"/>
                <a:cs typeface="맑은 고딕"/>
              </a:rPr>
              <a:t>3주차 CNN의 이동 등변성과 같은 논리</a:t>
            </a:r>
          </a:p>
          <a:p>
            <a:pPr algn="l" marL="256032" indent="-237744">
              <a:lnSpc>
                <a:spcPct val="110000"/>
              </a:lnSpc>
              <a:spcBef>
                <a:spcPts val="0"/>
              </a:spcBef>
              <a:spcAft>
                <a:spcPts val="560"/>
              </a:spcAft>
              <a:buClr>
                <a:srgbClr val="01688F"/>
              </a:buClr>
              <a:buFont typeface="Wingdings" pitchFamily="2" charset="2"/>
              <a:buChar char="§"/>
            </a:pPr>
            <a:r>
              <a:rPr sz="1600" b="0">
                <a:solidFill>
                  <a:srgbClr val="1B2A36"/>
                </a:solidFill>
                <a:latin typeface="맑은 고딕"/>
                <a:ea typeface="맑은 고딕"/>
                <a:cs typeface="맑은 고딕"/>
              </a:rPr>
              <a:t>causal mask가 있으면 이 증명이 그대로 적용되지 않는다</a:t>
            </a:r>
          </a:p>
        </p:txBody>
      </p:sp>
      <p:sp>
        <p:nvSpPr>
          <p:cNvPr id="17" name="Rounded Rectangle 16"/>
          <p:cNvSpPr/>
          <p:nvPr/>
        </p:nvSpPr>
        <p:spPr>
          <a:xfrm>
            <a:off x="457200" y="5271008"/>
            <a:ext cx="11274552" cy="633095"/>
          </a:xfrm>
          <a:prstGeom prst="roundRect">
            <a:avLst>
              <a:gd name="adj" fmla="val 14443"/>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ctr" marL="0" indent="0">
              <a:lnSpc>
                <a:spcPct val="110000"/>
              </a:lnSpc>
              <a:spcBef>
                <a:spcPts val="0"/>
              </a:spcBef>
              <a:spcAft>
                <a:spcPts val="340"/>
              </a:spcAft>
              <a:buNone/>
            </a:pPr>
            <a:r>
              <a:rPr sz="1700" b="1">
                <a:solidFill>
                  <a:srgbClr val="FFFFFF"/>
                </a:solidFill>
                <a:latin typeface="맑은 고딕"/>
                <a:ea typeface="맑은 고딕"/>
                <a:cs typeface="맑은 고딕"/>
              </a:rPr>
              <a:t>그래서 순서를 </a:t>
            </a:r>
            <a:r>
              <a:rPr sz="1700" b="1">
                <a:solidFill>
                  <a:srgbClr val="FFFFFF"/>
                </a:solidFill>
                <a:latin typeface="맑은 고딕"/>
                <a:ea typeface="맑은 고딕"/>
                <a:cs typeface="맑은 고딕"/>
              </a:rPr>
              <a:t>따로 알려 줘야</a:t>
            </a:r>
            <a:r>
              <a:rPr sz="1700" b="1">
                <a:solidFill>
                  <a:srgbClr val="FFFFFF"/>
                </a:solidFill>
                <a:latin typeface="맑은 고딕"/>
                <a:ea typeface="맑은 고딕"/>
                <a:cs typeface="맑은 고딕"/>
              </a:rPr>
              <a:t> 한다 → 위치 인코딩</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임베딩에 위치를 더한다</a:t>
            </a:r>
          </a:p>
        </p:txBody>
      </p:sp>
      <p:sp>
        <p:nvSpPr>
          <p:cNvPr id="3" name="Content Placeholder 2"/>
          <p:cNvSpPr>
            <a:spLocks noGrp="1"/>
          </p:cNvSpPr>
          <p:nvPr>
            <p:ph idx="1"/>
          </p:nvPr>
        </p:nvSpPr>
        <p:spPr>
          <a:xfrm>
            <a:off x="457200" y="3465576"/>
            <a:ext cx="11274552" cy="2916936"/>
          </a:xfrm>
        </p:spPr>
        <p:txBody>
          <a:bodyPr wrap="square" lIns="73152" rIns="73152" tIns="36576" bIns="36576" anchor="t">
            <a:normAutofit/>
          </a:bodyPr>
          <a:lstStyle/>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Encoder와 Decoder </a:t>
            </a:r>
            <a:r>
              <a:rPr sz="1800" b="1">
                <a:solidFill>
                  <a:srgbClr val="1B2A36"/>
                </a:solidFill>
              </a:rPr>
              <a:t>모두</a:t>
            </a:r>
            <a:r>
              <a:rPr sz="1800" b="0">
                <a:solidFill>
                  <a:srgbClr val="1B2A36"/>
                </a:solidFill>
              </a:rPr>
              <a:t> 이 과정을 거친다</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더해도 </a:t>
            </a:r>
            <a:r>
              <a:rPr sz="1800" b="1">
                <a:solidFill>
                  <a:srgbClr val="1B2A36"/>
                </a:solidFill>
              </a:rPr>
              <a:t>shape은 그대로</a:t>
            </a:r>
            <a:r>
              <a:rPr sz="1800" b="0">
                <a:solidFill>
                  <a:srgbClr val="1B2A36"/>
                </a:solidFill>
              </a:rPr>
              <a:t> (1주차 broadcasting)</a:t>
            </a:r>
          </a:p>
          <a:p>
            <a:pPr algn="l" marL="256032" indent="-237744">
              <a:lnSpc>
                <a:spcPct val="110000"/>
              </a:lnSpc>
              <a:spcBef>
                <a:spcPts val="0"/>
              </a:spcBef>
              <a:spcAft>
                <a:spcPts val="900"/>
              </a:spcAft>
              <a:buClr>
                <a:srgbClr val="01688F"/>
              </a:buClr>
              <a:buFont typeface="Wingdings" pitchFamily="2" charset="2"/>
              <a:buChar char="§"/>
            </a:pPr>
            <a:r>
              <a:rPr sz="1800" b="1">
                <a:solidFill>
                  <a:srgbClr val="E97132"/>
                </a:solidFill>
              </a:rPr>
              <a:t>주의</a:t>
            </a:r>
            <a:r>
              <a:rPr sz="1800" b="0">
                <a:solidFill>
                  <a:srgbClr val="1B2A36"/>
                </a:solidFill>
              </a:rPr>
              <a:t> 내용과 위치가 </a:t>
            </a:r>
            <a:r>
              <a:rPr sz="1800" b="1">
                <a:solidFill>
                  <a:srgbClr val="1B2A36"/>
                </a:solidFill>
              </a:rPr>
              <a:t>분리 저장</a:t>
            </a:r>
            <a:r>
              <a:rPr sz="1800" b="0">
                <a:solidFill>
                  <a:srgbClr val="1B2A36"/>
                </a:solidFill>
              </a:rPr>
              <a:t>되는 것은 아니다 — 같은 차원에 섞인다</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그럼 PE는 어떤 벡터로? → 다음 장</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x = E[id] · √d + PE[pos] — shape은 그대로, 같은 차원에 위치 단서가 섞인다</a:t>
            </a:r>
          </a:p>
        </p:txBody>
      </p:sp>
      <p:sp>
        <p:nvSpPr>
          <p:cNvPr id="8" name="Rounded Rectangle 7"/>
          <p:cNvSpPr/>
          <p:nvPr/>
        </p:nvSpPr>
        <p:spPr>
          <a:xfrm>
            <a:off x="10543032" y="914400"/>
            <a:ext cx="1188720" cy="365760"/>
          </a:xfrm>
          <a:prstGeom prst="roundRect">
            <a:avLst>
              <a:gd name="adj" fmla="val 50000"/>
            </a:avLst>
          </a:prstGeom>
          <a:solidFill>
            <a:srgbClr val="00A3C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아이디어</a:t>
            </a:r>
          </a:p>
        </p:txBody>
      </p:sp>
      <p:sp>
        <p:nvSpPr>
          <p:cNvPr id="9" name="Rounded Rectangle 8"/>
          <p:cNvSpPr/>
          <p:nvPr/>
        </p:nvSpPr>
        <p:spPr>
          <a:xfrm>
            <a:off x="457200" y="1408176"/>
            <a:ext cx="2530602" cy="1783080"/>
          </a:xfrm>
          <a:prstGeom prst="roundRect">
            <a:avLst>
              <a:gd name="adj" fmla="val 5128"/>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1499616"/>
            <a:ext cx="2347722" cy="36576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300" b="1">
                <a:solidFill>
                  <a:srgbClr val="01688F"/>
                </a:solidFill>
                <a:latin typeface="맑은 고딕"/>
                <a:ea typeface="맑은 고딕"/>
                <a:cs typeface="맑은 고딕"/>
              </a:rPr>
              <a:t>ID</a:t>
            </a:r>
          </a:p>
        </p:txBody>
      </p:sp>
      <p:sp>
        <p:nvSpPr>
          <p:cNvPr id="11" name="TextBox 10"/>
          <p:cNvSpPr txBox="1"/>
          <p:nvPr/>
        </p:nvSpPr>
        <p:spPr>
          <a:xfrm>
            <a:off x="548640" y="1911095"/>
            <a:ext cx="2347722" cy="1188720"/>
          </a:xfrm>
          <a:prstGeom prst="rect">
            <a:avLst/>
          </a:prstGeom>
          <a:noFill/>
        </p:spPr>
        <p:txBody>
          <a:bodyPr wrap="square" lIns="18288" rIns="18288" tIns="36576" bIns="36576" anchor="t">
            <a:spAutoFit/>
          </a:bodyPr>
          <a:lstStyle/>
          <a:p>
            <a:pPr algn="ctr" marL="0" indent="0">
              <a:lnSpc>
                <a:spcPct val="110000"/>
              </a:lnSpc>
              <a:spcBef>
                <a:spcPts val="0"/>
              </a:spcBef>
              <a:spcAft>
                <a:spcPts val="375"/>
              </a:spcAft>
              <a:buNone/>
            </a:pPr>
            <a:r>
              <a:rPr sz="1500" b="0">
                <a:solidFill>
                  <a:srgbClr val="1B2A36"/>
                </a:solidFill>
                <a:latin typeface="맑은 고딕"/>
                <a:ea typeface="맑은 고딕"/>
                <a:cs typeface="맑은 고딕"/>
              </a:rPr>
              <a:t>(B, S)</a:t>
            </a:r>
          </a:p>
        </p:txBody>
      </p:sp>
      <p:cxnSp>
        <p:nvCxnSpPr>
          <p:cNvPr id="12" name="Connector 11"/>
          <p:cNvCxnSpPr/>
          <p:nvPr/>
        </p:nvCxnSpPr>
        <p:spPr>
          <a:xfrm>
            <a:off x="3033522" y="2299716"/>
            <a:ext cx="292608" cy="0"/>
          </a:xfrm>
          <a:prstGeom prst="line">
            <a:avLst/>
          </a:prstGeom>
          <a:ln w="2540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3371850" y="1408176"/>
            <a:ext cx="2530602" cy="1783080"/>
          </a:xfrm>
          <a:prstGeom prst="roundRect">
            <a:avLst>
              <a:gd name="adj" fmla="val 5128"/>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463290" y="1499616"/>
            <a:ext cx="2347722" cy="36576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300" b="1">
                <a:solidFill>
                  <a:srgbClr val="01688F"/>
                </a:solidFill>
                <a:latin typeface="맑은 고딕"/>
                <a:ea typeface="맑은 고딕"/>
                <a:cs typeface="맑은 고딕"/>
              </a:rPr>
              <a:t>임베딩 × √d</a:t>
            </a:r>
          </a:p>
        </p:txBody>
      </p:sp>
      <p:sp>
        <p:nvSpPr>
          <p:cNvPr id="15" name="TextBox 14"/>
          <p:cNvSpPr txBox="1"/>
          <p:nvPr/>
        </p:nvSpPr>
        <p:spPr>
          <a:xfrm>
            <a:off x="3463290" y="1911095"/>
            <a:ext cx="2347722" cy="1188720"/>
          </a:xfrm>
          <a:prstGeom prst="rect">
            <a:avLst/>
          </a:prstGeom>
          <a:noFill/>
        </p:spPr>
        <p:txBody>
          <a:bodyPr wrap="square" lIns="18288" rIns="18288" tIns="36576" bIns="36576" anchor="t">
            <a:spAutoFit/>
          </a:bodyPr>
          <a:lstStyle/>
          <a:p>
            <a:pPr algn="ctr" marL="0" indent="0">
              <a:lnSpc>
                <a:spcPct val="110000"/>
              </a:lnSpc>
              <a:spcBef>
                <a:spcPts val="0"/>
              </a:spcBef>
              <a:spcAft>
                <a:spcPts val="375"/>
              </a:spcAft>
              <a:buNone/>
            </a:pPr>
            <a:r>
              <a:rPr sz="1500" b="0">
                <a:solidFill>
                  <a:srgbClr val="1B2A36"/>
                </a:solidFill>
                <a:latin typeface="맑은 고딕"/>
                <a:ea typeface="맑은 고딕"/>
                <a:cs typeface="맑은 고딕"/>
              </a:rPr>
              <a:t>(B, S, d)</a:t>
            </a:r>
          </a:p>
        </p:txBody>
      </p:sp>
      <p:cxnSp>
        <p:nvCxnSpPr>
          <p:cNvPr id="16" name="Connector 15"/>
          <p:cNvCxnSpPr/>
          <p:nvPr/>
        </p:nvCxnSpPr>
        <p:spPr>
          <a:xfrm>
            <a:off x="5948172" y="2299716"/>
            <a:ext cx="292608" cy="0"/>
          </a:xfrm>
          <a:prstGeom prst="line">
            <a:avLst/>
          </a:prstGeom>
          <a:ln w="2540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6286500" y="1408176"/>
            <a:ext cx="2530602" cy="1783080"/>
          </a:xfrm>
          <a:prstGeom prst="roundRect">
            <a:avLst>
              <a:gd name="adj" fmla="val 5128"/>
            </a:avLst>
          </a:prstGeom>
          <a:solidFill>
            <a:srgbClr val="FDF1E9"/>
          </a:solidFill>
          <a:ln w="12700">
            <a:solidFill>
              <a:srgbClr val="E9713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77940" y="1499616"/>
            <a:ext cx="2347722" cy="36576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300" b="1">
                <a:solidFill>
                  <a:srgbClr val="E97132"/>
                </a:solidFill>
                <a:latin typeface="맑은 고딕"/>
                <a:ea typeface="맑은 고딕"/>
                <a:cs typeface="맑은 고딕"/>
              </a:rPr>
              <a:t>+ 위치 벡터 PE</a:t>
            </a:r>
          </a:p>
        </p:txBody>
      </p:sp>
      <p:sp>
        <p:nvSpPr>
          <p:cNvPr id="19" name="TextBox 18"/>
          <p:cNvSpPr txBox="1"/>
          <p:nvPr/>
        </p:nvSpPr>
        <p:spPr>
          <a:xfrm>
            <a:off x="6377940" y="1911095"/>
            <a:ext cx="2347722" cy="1188720"/>
          </a:xfrm>
          <a:prstGeom prst="rect">
            <a:avLst/>
          </a:prstGeom>
          <a:noFill/>
        </p:spPr>
        <p:txBody>
          <a:bodyPr wrap="square" lIns="18288" rIns="18288" tIns="36576" bIns="36576" anchor="t">
            <a:spAutoFit/>
          </a:bodyPr>
          <a:lstStyle/>
          <a:p>
            <a:pPr algn="ctr" marL="0" indent="0">
              <a:lnSpc>
                <a:spcPct val="110000"/>
              </a:lnSpc>
              <a:spcBef>
                <a:spcPts val="0"/>
              </a:spcBef>
              <a:spcAft>
                <a:spcPts val="375"/>
              </a:spcAft>
              <a:buNone/>
            </a:pPr>
            <a:r>
              <a:rPr sz="1500" b="0">
                <a:solidFill>
                  <a:srgbClr val="1B2A36"/>
                </a:solidFill>
                <a:latin typeface="맑은 고딕"/>
                <a:ea typeface="맑은 고딕"/>
                <a:cs typeface="맑은 고딕"/>
              </a:rPr>
              <a:t>(S, d) → broadcasting</a:t>
            </a:r>
          </a:p>
        </p:txBody>
      </p:sp>
      <p:cxnSp>
        <p:nvCxnSpPr>
          <p:cNvPr id="20" name="Connector 19"/>
          <p:cNvCxnSpPr/>
          <p:nvPr/>
        </p:nvCxnSpPr>
        <p:spPr>
          <a:xfrm>
            <a:off x="8862822" y="2299716"/>
            <a:ext cx="292608" cy="0"/>
          </a:xfrm>
          <a:prstGeom prst="line">
            <a:avLst/>
          </a:prstGeom>
          <a:ln w="2540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9201150" y="1408176"/>
            <a:ext cx="2530602" cy="1783080"/>
          </a:xfrm>
          <a:prstGeom prst="roundRect">
            <a:avLst>
              <a:gd name="adj" fmla="val 5128"/>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292590" y="1499616"/>
            <a:ext cx="2347722" cy="36576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블록 입력</a:t>
            </a:r>
          </a:p>
        </p:txBody>
      </p:sp>
      <p:sp>
        <p:nvSpPr>
          <p:cNvPr id="23" name="TextBox 22"/>
          <p:cNvSpPr txBox="1"/>
          <p:nvPr/>
        </p:nvSpPr>
        <p:spPr>
          <a:xfrm>
            <a:off x="9292590" y="1911095"/>
            <a:ext cx="2347722" cy="1188720"/>
          </a:xfrm>
          <a:prstGeom prst="rect">
            <a:avLst/>
          </a:prstGeom>
          <a:noFill/>
        </p:spPr>
        <p:txBody>
          <a:bodyPr wrap="square" lIns="18288" rIns="18288" tIns="36576" bIns="36576" anchor="t">
            <a:spAutoFit/>
          </a:bodyPr>
          <a:lstStyle/>
          <a:p>
            <a:pPr algn="ctr" marL="0" indent="0">
              <a:lnSpc>
                <a:spcPct val="110000"/>
              </a:lnSpc>
              <a:spcBef>
                <a:spcPts val="0"/>
              </a:spcBef>
              <a:spcAft>
                <a:spcPts val="375"/>
              </a:spcAft>
              <a:buNone/>
            </a:pPr>
            <a:r>
              <a:rPr sz="1500" b="0">
                <a:solidFill>
                  <a:srgbClr val="FFFFFF"/>
                </a:solidFill>
                <a:latin typeface="맑은 고딕"/>
                <a:ea typeface="맑은 고딕"/>
                <a:cs typeface="맑은 고딕"/>
              </a:rPr>
              <a:t>(B, S, d)</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Sinusoidal 위치 인코딩</a:t>
            </a:r>
          </a:p>
        </p:txBody>
      </p:sp>
      <p:sp>
        <p:nvSpPr>
          <p:cNvPr id="3" name="Content Placeholder 2"/>
          <p:cNvSpPr>
            <a:spLocks noGrp="1"/>
          </p:cNvSpPr>
          <p:nvPr>
            <p:ph idx="1"/>
          </p:nvPr>
        </p:nvSpPr>
        <p:spPr>
          <a:xfrm>
            <a:off x="7569037" y="4379976"/>
            <a:ext cx="4162714" cy="2002536"/>
          </a:xfrm>
        </p:spPr>
        <p:txBody>
          <a:bodyPr wrap="square" lIns="73152" rIns="73152" tIns="36576" bIns="36576" anchor="t">
            <a:normAutofit/>
          </a:bodyPr>
          <a:lstStyle/>
          <a:p>
            <a:pPr algn="l" marL="256032" indent="-237744">
              <a:lnSpc>
                <a:spcPct val="110000"/>
              </a:lnSpc>
              <a:spcBef>
                <a:spcPts val="0"/>
              </a:spcBef>
              <a:spcAft>
                <a:spcPts val="750"/>
              </a:spcAft>
              <a:buClr>
                <a:srgbClr val="01688F"/>
              </a:buClr>
              <a:buFont typeface="Wingdings" pitchFamily="2" charset="2"/>
              <a:buChar char="§"/>
            </a:pPr>
            <a:r>
              <a:rPr sz="1500" b="0">
                <a:solidFill>
                  <a:srgbClr val="1B2A36"/>
                </a:solidFill>
              </a:rPr>
              <a:t>i가 클수록 </a:t>
            </a:r>
            <a:r>
              <a:rPr sz="1500" b="1">
                <a:solidFill>
                  <a:srgbClr val="1B2A36"/>
                </a:solidFill>
              </a:rPr>
              <a:t>느리게</a:t>
            </a:r>
            <a:r>
              <a:rPr sz="1500" b="0">
                <a:solidFill>
                  <a:srgbClr val="1B2A36"/>
                </a:solidFill>
              </a:rPr>
              <a:t> 변한다</a:t>
            </a:r>
          </a:p>
          <a:p>
            <a:pPr algn="l" marL="566928" indent="-237744">
              <a:lnSpc>
                <a:spcPct val="110000"/>
              </a:lnSpc>
              <a:spcBef>
                <a:spcPts val="0"/>
              </a:spcBef>
              <a:spcAft>
                <a:spcPts val="650"/>
              </a:spcAft>
              <a:buClr>
                <a:srgbClr val="01688F"/>
              </a:buClr>
              <a:buFont typeface="Arial"/>
              <a:buChar char="-"/>
            </a:pPr>
            <a:r>
              <a:rPr sz="1300" b="0">
                <a:solidFill>
                  <a:srgbClr val="1B2A36"/>
                </a:solidFill>
              </a:rPr>
              <a:t>시계의 초침 · 분침 · 시침</a:t>
            </a:r>
          </a:p>
          <a:p>
            <a:pPr algn="l" marL="256032" indent="-237744">
              <a:lnSpc>
                <a:spcPct val="110000"/>
              </a:lnSpc>
              <a:spcBef>
                <a:spcPts val="0"/>
              </a:spcBef>
              <a:spcAft>
                <a:spcPts val="750"/>
              </a:spcAft>
              <a:buClr>
                <a:srgbClr val="01688F"/>
              </a:buClr>
              <a:buFont typeface="Wingdings" pitchFamily="2" charset="2"/>
              <a:buChar char="§"/>
            </a:pPr>
            <a:r>
              <a:rPr sz="1500" b="0">
                <a:solidFill>
                  <a:srgbClr val="1B2A36"/>
                </a:solidFill>
              </a:rPr>
              <a:t>학습 파라미터 </a:t>
            </a:r>
            <a:r>
              <a:rPr sz="1500" b="1">
                <a:solidFill>
                  <a:srgbClr val="1B2A36"/>
                </a:solidFill>
              </a:rPr>
              <a:t>없음</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차원 쌍마다 다른 주파수의 sin/cos — 앞쪽 차원은 빠르게, 뒤쪽은 느리게 변한다</a:t>
            </a:r>
          </a:p>
        </p:txBody>
      </p:sp>
      <p:sp>
        <p:nvSpPr>
          <p:cNvPr id="8" name="Rounded Rectangle 7"/>
          <p:cNvSpPr/>
          <p:nvPr/>
        </p:nvSpPr>
        <p:spPr>
          <a:xfrm>
            <a:off x="10543032" y="914400"/>
            <a:ext cx="1188720" cy="365760"/>
          </a:xfrm>
          <a:prstGeom prst="roundRect">
            <a:avLst>
              <a:gd name="adj" fmla="val 50000"/>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계산</a:t>
            </a:r>
          </a:p>
        </p:txBody>
      </p:sp>
      <p:sp>
        <p:nvSpPr>
          <p:cNvPr id="9" name="Rounded Rectangle 8"/>
          <p:cNvSpPr/>
          <p:nvPr/>
        </p:nvSpPr>
        <p:spPr>
          <a:xfrm>
            <a:off x="457200" y="1408176"/>
            <a:ext cx="11274552" cy="1371600"/>
          </a:xfrm>
          <a:prstGeom prst="roundRect">
            <a:avLst>
              <a:gd name="adj" fmla="val 6666"/>
            </a:avLst>
          </a:prstGeom>
          <a:solidFill>
            <a:srgbClr val="F4F7F9"/>
          </a:solidFill>
          <a:ln w="12700">
            <a:solidFill>
              <a:srgbClr val="C5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408176"/>
            <a:ext cx="11000232" cy="1371600"/>
          </a:xfrm>
          <a:prstGeom prst="rect">
            <a:avLst/>
          </a:prstGeom>
          <a:noFill/>
        </p:spPr>
        <p:txBody>
          <a:bodyPr wrap="square" anchor="ctr">
            <a:spAutoFit/>
          </a:bodyPr>
          <a:lstStyle/>
          <a:p>
            <a:pPr algn="ctr" marL="0" indent="0">
              <a:buNone/>
            </a:pPr>
            <a:r>
              <a:rPr sz="2100" b="1">
                <a:solidFill>
                  <a:srgbClr val="1B2A36"/>
                </a:solidFill>
                <a:latin typeface="Courier New"/>
                <a:ea typeface="맑은 고딕"/>
                <a:cs typeface="Courier New"/>
              </a:rPr>
              <a:t>PE(pos, 2i)   = sin( pos / 10000^(2i/d) )</a:t>
            </a:r>
          </a:p>
          <a:p>
            <a:pPr algn="ctr" marL="0" indent="0">
              <a:buNone/>
            </a:pPr>
            <a:r>
              <a:rPr sz="2100" b="1">
                <a:solidFill>
                  <a:srgbClr val="1B2A36"/>
                </a:solidFill>
                <a:latin typeface="Courier New"/>
                <a:ea typeface="맑은 고딕"/>
                <a:cs typeface="Courier New"/>
              </a:rPr>
              <a:t>PE(pos, 2i+1) = cos( pos / 10000^(2i/d) )</a:t>
            </a:r>
          </a:p>
        </p:txBody>
      </p:sp>
      <p:pic>
        <p:nvPicPr>
          <p:cNvPr id="11" name="Picture 10" descr="pe.png"/>
          <p:cNvPicPr>
            <a:picLocks noChangeAspect="1"/>
          </p:cNvPicPr>
          <p:nvPr/>
        </p:nvPicPr>
        <p:blipFill>
          <a:blip r:embed="rId3"/>
          <a:stretch>
            <a:fillRect/>
          </a:stretch>
        </p:blipFill>
        <p:spPr>
          <a:xfrm>
            <a:off x="457200" y="3482720"/>
            <a:ext cx="6791797" cy="2425446"/>
          </a:xfrm>
          <a:prstGeom prst="rect">
            <a:avLst/>
          </a:prstGeom>
        </p:spPr>
      </p:pic>
      <p:graphicFrame>
        <p:nvGraphicFramePr>
          <p:cNvPr id="12" name="Table 11"/>
          <p:cNvGraphicFramePr>
            <a:graphicFrameLocks noGrp="1"/>
          </p:cNvGraphicFramePr>
          <p:nvPr/>
        </p:nvGraphicFramePr>
        <p:xfrm>
          <a:off x="7569037" y="3008376"/>
          <a:ext cx="4162710" cy="1078992"/>
        </p:xfrm>
        <a:graphic>
          <a:graphicData uri="http://schemas.openxmlformats.org/drawingml/2006/table">
            <a:tbl>
              <a:tblPr firstRow="1" bandRow="0">
                <a:tableStyleId>{5940675A-B579-460E-94D1-54222C63F5DA}</a:tableStyleId>
              </a:tblPr>
              <a:tblGrid>
                <a:gridCol w="832542"/>
                <a:gridCol w="832542"/>
                <a:gridCol w="832542"/>
                <a:gridCol w="832542"/>
                <a:gridCol w="832542"/>
              </a:tblGrid>
              <a:tr h="306324">
                <a:tc>
                  <a:txBody>
                    <a:bodyPr wrap="square" lIns="36576" rIns="36576" tIns="36576" bIns="36576" anchor="t"/>
                    <a:lstStyle/>
                    <a:p>
                      <a:pPr algn="ctr" marL="0" indent="0">
                        <a:lnSpc>
                          <a:spcPct val="110000"/>
                        </a:lnSpc>
                        <a:spcBef>
                          <a:spcPts val="0"/>
                        </a:spcBef>
                        <a:spcAft>
                          <a:spcPts val="0"/>
                        </a:spcAft>
                        <a:buNone/>
                      </a:pPr>
                      <a:r>
                        <a:rPr sz="1050" b="1">
                          <a:solidFill>
                            <a:srgbClr val="FFFFFF"/>
                          </a:solidFill>
                          <a:latin typeface="맑은 고딕"/>
                          <a:ea typeface="맑은 고딕"/>
                          <a:cs typeface="맑은 고딕"/>
                        </a:rPr>
                        <a:t>d = 8</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050" b="1">
                          <a:solidFill>
                            <a:srgbClr val="FFFFFF"/>
                          </a:solidFill>
                          <a:latin typeface="맑은 고딕"/>
                          <a:ea typeface="맑은 고딕"/>
                          <a:cs typeface="맑은 고딕"/>
                        </a:rPr>
                        <a:t>차원 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050" b="1">
                          <a:solidFill>
                            <a:srgbClr val="FFFFFF"/>
                          </a:solidFill>
                          <a:latin typeface="맑은 고딕"/>
                          <a:ea typeface="맑은 고딕"/>
                          <a:cs typeface="맑은 고딕"/>
                        </a:rPr>
                        <a:t>차원 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050" b="1">
                          <a:solidFill>
                            <a:srgbClr val="FFFFFF"/>
                          </a:solidFill>
                          <a:latin typeface="맑은 고딕"/>
                          <a:ea typeface="맑은 고딕"/>
                          <a:cs typeface="맑은 고딕"/>
                        </a:rPr>
                        <a:t>차원 2</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050" b="1">
                          <a:solidFill>
                            <a:srgbClr val="FFFFFF"/>
                          </a:solidFill>
                          <a:latin typeface="맑은 고딕"/>
                          <a:ea typeface="맑은 고딕"/>
                          <a:cs typeface="맑은 고딕"/>
                        </a:rPr>
                        <a:t>차원 3</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306324">
                <a:tc>
                  <a:txBody>
                    <a:bodyPr wrap="square" lIns="36576" rIns="36576" tIns="36576" bIns="36576" anchor="t"/>
                    <a:lstStyle/>
                    <a:p>
                      <a:pPr algn="ctr" marL="0" indent="0">
                        <a:lnSpc>
                          <a:spcPct val="110000"/>
                        </a:lnSpc>
                        <a:spcBef>
                          <a:spcPts val="0"/>
                        </a:spcBef>
                        <a:spcAft>
                          <a:spcPts val="0"/>
                        </a:spcAft>
                        <a:buNone/>
                      </a:pPr>
                      <a:r>
                        <a:rPr sz="1050" b="1">
                          <a:solidFill>
                            <a:srgbClr val="1B2A36"/>
                          </a:solidFill>
                          <a:latin typeface="맑은 고딕"/>
                          <a:ea typeface="맑은 고딕"/>
                          <a:cs typeface="맑은 고딕"/>
                        </a:rPr>
                        <a:t>pos 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050" b="0">
                          <a:solidFill>
                            <a:srgbClr val="1B2A36"/>
                          </a:solidFill>
                          <a:latin typeface="맑은 고딕"/>
                          <a:ea typeface="맑은 고딕"/>
                          <a:cs typeface="맑은 고딕"/>
                        </a:rPr>
                        <a:t>0.841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050" b="0">
                          <a:solidFill>
                            <a:srgbClr val="1B2A36"/>
                          </a:solidFill>
                          <a:latin typeface="맑은 고딕"/>
                          <a:ea typeface="맑은 고딕"/>
                          <a:cs typeface="맑은 고딕"/>
                        </a:rPr>
                        <a:t>0.540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050" b="0">
                          <a:solidFill>
                            <a:srgbClr val="1B2A36"/>
                          </a:solidFill>
                          <a:latin typeface="맑은 고딕"/>
                          <a:ea typeface="맑은 고딕"/>
                          <a:cs typeface="맑은 고딕"/>
                        </a:rPr>
                        <a:t>0.100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050" b="0">
                          <a:solidFill>
                            <a:srgbClr val="1B2A36"/>
                          </a:solidFill>
                          <a:latin typeface="맑은 고딕"/>
                          <a:ea typeface="맑은 고딕"/>
                          <a:cs typeface="맑은 고딕"/>
                        </a:rPr>
                        <a:t>0.995</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466344">
                <a:tc>
                  <a:txBody>
                    <a:bodyPr wrap="square" lIns="36576" rIns="36576" tIns="36576" bIns="36576" anchor="t"/>
                    <a:lstStyle/>
                    <a:p>
                      <a:pPr algn="ctr" marL="0" indent="0">
                        <a:lnSpc>
                          <a:spcPct val="110000"/>
                        </a:lnSpc>
                        <a:spcBef>
                          <a:spcPts val="0"/>
                        </a:spcBef>
                        <a:spcAft>
                          <a:spcPts val="0"/>
                        </a:spcAft>
                        <a:buNone/>
                      </a:pPr>
                      <a:r>
                        <a:rPr sz="1050" b="1">
                          <a:solidFill>
                            <a:srgbClr val="1B2A36"/>
                          </a:solidFill>
                          <a:latin typeface="맑은 고딕"/>
                          <a:ea typeface="맑은 고딕"/>
                          <a:cs typeface="맑은 고딕"/>
                        </a:rPr>
                        <a:t>pos 2</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050" b="0">
                          <a:solidFill>
                            <a:srgbClr val="1B2A36"/>
                          </a:solidFill>
                          <a:latin typeface="맑은 고딕"/>
                          <a:ea typeface="맑은 고딕"/>
                          <a:cs typeface="맑은 고딕"/>
                        </a:rPr>
                        <a:t>0.909</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050" b="0">
                          <a:solidFill>
                            <a:srgbClr val="1B2A36"/>
                          </a:solidFill>
                          <a:latin typeface="맑은 고딕"/>
                          <a:ea typeface="맑은 고딕"/>
                          <a:cs typeface="맑은 고딕"/>
                        </a:rPr>
                        <a:t>−0.416</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050" b="0">
                          <a:solidFill>
                            <a:srgbClr val="1B2A36"/>
                          </a:solidFill>
                          <a:latin typeface="맑은 고딕"/>
                          <a:ea typeface="맑은 고딕"/>
                          <a:cs typeface="맑은 고딕"/>
                        </a:rPr>
                        <a:t>0.199</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050" b="0">
                          <a:solidFill>
                            <a:srgbClr val="1B2A36"/>
                          </a:solidFill>
                          <a:latin typeface="맑은 고딕"/>
                          <a:ea typeface="맑은 고딕"/>
                          <a:cs typeface="맑은 고딕"/>
                        </a:rPr>
                        <a:t>0.980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bl>
          </a:graphicData>
        </a:graphic>
      </p:graphicFrame>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“sin/cos가 정답”은 아니다</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위치 단서가 필요하다는 것과 특정 함수가 필수라는 것은 다른 주장</a:t>
            </a:r>
          </a:p>
        </p:txBody>
      </p:sp>
      <p:sp>
        <p:nvSpPr>
          <p:cNvPr id="8" name="Rounded Rectangle 7"/>
          <p:cNvSpPr/>
          <p:nvPr/>
        </p:nvSpPr>
        <p:spPr>
          <a:xfrm>
            <a:off x="10543032" y="914400"/>
            <a:ext cx="1188720" cy="365760"/>
          </a:xfrm>
          <a:prstGeom prst="roundRect">
            <a:avLst>
              <a:gd name="adj" fmla="val 50000"/>
            </a:avLst>
          </a:prstGeom>
          <a:solidFill>
            <a:srgbClr val="72ABC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역사</a:t>
            </a:r>
          </a:p>
        </p:txBody>
      </p:sp>
      <p:graphicFrame>
        <p:nvGraphicFramePr>
          <p:cNvPr id="9" name="Table 8"/>
          <p:cNvGraphicFramePr>
            <a:graphicFrameLocks noGrp="1"/>
          </p:cNvGraphicFramePr>
          <p:nvPr/>
        </p:nvGraphicFramePr>
        <p:xfrm>
          <a:off x="457200" y="1408176"/>
          <a:ext cx="11274552" cy="1874520"/>
        </p:xfrm>
        <a:graphic>
          <a:graphicData uri="http://schemas.openxmlformats.org/drawingml/2006/table">
            <a:tbl>
              <a:tblPr firstRow="1" bandRow="0">
                <a:tableStyleId>{5940675A-B579-460E-94D1-54222C63F5DA}</a:tableStyleId>
              </a:tblPr>
              <a:tblGrid>
                <a:gridCol w="2505456"/>
                <a:gridCol w="5010912"/>
                <a:gridCol w="3758184"/>
              </a:tblGrid>
              <a:tr h="374904">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방식</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아이디어</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예</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고정 sinusoidal</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주파수가 다른 sin/cos를 더한다</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원형 Transformer (2017)</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학습형 절대 위치</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위치마다 학습되는 벡터를 더한다</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원논문의 비교 실험, BERT · GPT</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상대 위치</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두 토큰의 </a:t>
                      </a:r>
                      <a:r>
                        <a:rPr sz="1500" b="1">
                          <a:solidFill>
                            <a:srgbClr val="1B2A36"/>
                          </a:solidFill>
                          <a:latin typeface="맑은 고딕"/>
                          <a:ea typeface="맑은 고딕"/>
                          <a:cs typeface="맑은 고딕"/>
                        </a:rPr>
                        <a:t>거리</a:t>
                      </a:r>
                      <a:r>
                        <a:rPr sz="1500" b="0">
                          <a:solidFill>
                            <a:srgbClr val="1B2A36"/>
                          </a:solidFill>
                          <a:latin typeface="맑은 고딕"/>
                          <a:ea typeface="맑은 고딕"/>
                          <a:cs typeface="맑은 고딕"/>
                        </a:rPr>
                        <a:t>를 점수에 반영</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Shaw et al. (2018) 등</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회전 · 편향 방식</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Q · K를 위치만큼 회전 / 거리 비례 편향</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RoPE (2021), ALiBi (2021)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bl>
          </a:graphicData>
        </a:graphic>
      </p:graphicFrame>
      <p:sp>
        <p:nvSpPr>
          <p:cNvPr id="10" name="Rounded Rectangle 9"/>
          <p:cNvSpPr/>
          <p:nvPr/>
        </p:nvSpPr>
        <p:spPr>
          <a:xfrm>
            <a:off x="457200" y="4151376"/>
            <a:ext cx="11274552" cy="868680"/>
          </a:xfrm>
          <a:prstGeom prst="roundRect">
            <a:avLst>
              <a:gd name="adj" fmla="val 10526"/>
            </a:avLst>
          </a:prstGeom>
          <a:solidFill>
            <a:srgbClr val="FDF1E9"/>
          </a:solidFill>
          <a:ln w="12700">
            <a:solidFill>
              <a:srgbClr val="E97132"/>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l" marL="0" indent="0">
              <a:lnSpc>
                <a:spcPct val="110000"/>
              </a:lnSpc>
              <a:spcBef>
                <a:spcPts val="0"/>
              </a:spcBef>
              <a:spcAft>
                <a:spcPts val="320"/>
              </a:spcAft>
              <a:buNone/>
            </a:pPr>
            <a:r>
              <a:rPr sz="1600" b="1">
                <a:solidFill>
                  <a:srgbClr val="E97132"/>
                </a:solidFill>
                <a:latin typeface="맑은 고딕"/>
                <a:ea typeface="맑은 고딕"/>
                <a:cs typeface="맑은 고딕"/>
              </a:rPr>
              <a:t>주의</a:t>
            </a:r>
            <a:r>
              <a:rPr sz="1600" b="0">
                <a:solidFill>
                  <a:srgbClr val="1B2A36"/>
                </a:solidFill>
                <a:latin typeface="맑은 고딕"/>
                <a:ea typeface="맑은 고딕"/>
                <a:cs typeface="맑은 고딕"/>
              </a:rPr>
              <a:t> 긴 길이의 값을 </a:t>
            </a:r>
            <a:r>
              <a:rPr sz="1600" b="1">
                <a:solidFill>
                  <a:srgbClr val="1B2A36"/>
                </a:solidFill>
                <a:latin typeface="맑은 고딕"/>
                <a:ea typeface="맑은 고딕"/>
                <a:cs typeface="맑은 고딕"/>
              </a:rPr>
              <a:t>계산할 수 있다</a:t>
            </a:r>
            <a:r>
              <a:rPr sz="1600" b="0">
                <a:solidFill>
                  <a:srgbClr val="1B2A36"/>
                </a:solidFill>
                <a:latin typeface="맑은 고딕"/>
                <a:ea typeface="맑은 고딕"/>
                <a:cs typeface="맑은 고딕"/>
              </a:rPr>
              <a:t> ≠ 긴 길이에 </a:t>
            </a:r>
            <a:r>
              <a:rPr sz="1600" b="1">
                <a:solidFill>
                  <a:srgbClr val="1B2A36"/>
                </a:solidFill>
                <a:latin typeface="맑은 고딕"/>
                <a:ea typeface="맑은 고딕"/>
                <a:cs typeface="맑은 고딕"/>
              </a:rPr>
              <a:t>일반화한다</a:t>
            </a:r>
            <a:r>
              <a:rPr sz="1600" b="0">
                <a:solidFill>
                  <a:srgbClr val="1B2A36"/>
                </a:solidFill>
                <a:latin typeface="맑은 고딕"/>
                <a:ea typeface="맑은 고딕"/>
                <a:cs typeface="맑은 고딕"/>
              </a:rPr>
              <a:t>. 위치 정보 제거 실험은 source · target을 따로 통제한다.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wrap="square" lIns="73152" rIns="73152" tIns="36576" bIns="36576" anchor="b"/>
          <a:lstStyle/>
          <a:p>
            <a:pPr algn="ctr" marL="0" indent="0">
              <a:lnSpc>
                <a:spcPct val="110000"/>
              </a:lnSpc>
              <a:spcBef>
                <a:spcPts val="0"/>
              </a:spcBef>
              <a:spcAft>
                <a:spcPts val="360"/>
              </a:spcAft>
              <a:buNone/>
            </a:pPr>
            <a:r>
              <a:rPr sz="2200" b="1">
                <a:solidFill>
                  <a:srgbClr val="01688F"/>
                </a:solidFill>
                <a:latin typeface="맑은 고딕"/>
                <a:ea typeface="맑은 고딕"/>
                <a:cs typeface="맑은 고딕"/>
              </a:rPr>
              <a:t>Part 6</a:t>
            </a:r>
          </a:p>
          <a:p>
            <a:pPr algn="ctr" marL="0" indent="0">
              <a:lnSpc>
                <a:spcPct val="110000"/>
              </a:lnSpc>
              <a:spcBef>
                <a:spcPts val="0"/>
              </a:spcBef>
              <a:spcAft>
                <a:spcPts val="360"/>
              </a:spcAft>
              <a:buNone/>
            </a:pPr>
            <a:r>
              <a:rPr sz="3600" b="1">
                <a:solidFill>
                  <a:srgbClr val="1B2A36"/>
                </a:solidFill>
                <a:latin typeface="맑은 고딕"/>
                <a:ea typeface="맑은 고딕"/>
                <a:cs typeface="맑은 고딕"/>
              </a:rPr>
              <a:t>모아 보기: 2017 Transformer의 윤곽</a:t>
            </a:r>
          </a:p>
        </p:txBody>
      </p:sp>
      <p:sp>
        <p:nvSpPr>
          <p:cNvPr id="3" name="Subtitle 2"/>
          <p:cNvSpPr>
            <a:spLocks noGrp="1"/>
          </p:cNvSpPr>
          <p:nvPr>
            <p:ph type="subTitle" idx="1"/>
          </p:nvPr>
        </p:nvSpPr>
        <p:spPr/>
        <p:txBody>
          <a:bodyPr wrap="square" lIns="73152" rIns="73152" tIns="36576" bIns="36576" anchor="t"/>
          <a:lstStyle/>
          <a:p>
            <a:pPr algn="ctr" marL="0" indent="0">
              <a:lnSpc>
                <a:spcPct val="110000"/>
              </a:lnSpc>
              <a:spcBef>
                <a:spcPts val="0"/>
              </a:spcBef>
              <a:spcAft>
                <a:spcPts val="400"/>
              </a:spcAft>
              <a:buNone/>
            </a:pPr>
            <a:r>
              <a:rPr sz="2000" b="0">
                <a:solidFill>
                  <a:srgbClr val="5E6B75"/>
                </a:solidFill>
                <a:latin typeface="맑은 고딕"/>
                <a:ea typeface="맑은 고딕"/>
                <a:cs typeface="맑은 고딕"/>
              </a:rPr>
              <a:t>오늘 배운 부품이 전체 그림의 어디에 있을까?</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2017 Transformer: 오늘 배운 곳</a:t>
            </a:r>
          </a:p>
        </p:txBody>
      </p:sp>
      <p:sp>
        <p:nvSpPr>
          <p:cNvPr id="3" name="Content Placeholder 2"/>
          <p:cNvSpPr>
            <a:spLocks noGrp="1"/>
          </p:cNvSpPr>
          <p:nvPr>
            <p:ph idx="1"/>
          </p:nvPr>
        </p:nvSpPr>
        <p:spPr>
          <a:xfrm>
            <a:off x="6254496" y="5429250"/>
            <a:ext cx="5477256" cy="953261"/>
          </a:xfrm>
        </p:spPr>
        <p:txBody>
          <a:bodyPr wrap="square" lIns="73152" rIns="73152" tIns="36576" bIns="36576" anchor="t">
            <a:normAutofit/>
          </a:bodyPr>
          <a:lstStyle/>
          <a:p>
            <a:pPr algn="l" marL="256032" indent="-237744">
              <a:lnSpc>
                <a:spcPct val="110000"/>
              </a:lnSpc>
              <a:spcBef>
                <a:spcPts val="0"/>
              </a:spcBef>
              <a:spcAft>
                <a:spcPts val="750"/>
              </a:spcAft>
              <a:buClr>
                <a:srgbClr val="01688F"/>
              </a:buClr>
              <a:buFont typeface="Wingdings" pitchFamily="2" charset="2"/>
              <a:buChar char="§"/>
            </a:pPr>
            <a:r>
              <a:rPr sz="1500" b="0">
                <a:solidFill>
                  <a:srgbClr val="1B2A36"/>
                </a:solidFill>
              </a:rPr>
              <a:t>base: d = 512, H = 8, d_h = 64, d_ff = 2048</a:t>
            </a:r>
          </a:p>
          <a:p>
            <a:pPr algn="l" marL="256032" indent="-237744">
              <a:lnSpc>
                <a:spcPct val="110000"/>
              </a:lnSpc>
              <a:spcBef>
                <a:spcPts val="0"/>
              </a:spcBef>
              <a:spcAft>
                <a:spcPts val="750"/>
              </a:spcAft>
              <a:buClr>
                <a:srgbClr val="01688F"/>
              </a:buClr>
              <a:buFont typeface="Wingdings" pitchFamily="2" charset="2"/>
              <a:buChar char="§"/>
            </a:pPr>
            <a:r>
              <a:rPr sz="1500" b="0">
                <a:solidFill>
                  <a:srgbClr val="1B2A36"/>
                </a:solidFill>
              </a:rPr>
              <a:t>층마다 파라미터는 </a:t>
            </a:r>
            <a:r>
              <a:rPr sz="1500" b="1">
                <a:solidFill>
                  <a:srgbClr val="1B2A36"/>
                </a:solidFill>
              </a:rPr>
              <a:t>별개</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Encoder 6층 + Decoder 6층 — 오늘은 입력과 attention, 다음 주는 나머지 전부</a:t>
            </a:r>
          </a:p>
        </p:txBody>
      </p:sp>
      <p:sp>
        <p:nvSpPr>
          <p:cNvPr id="8" name="Rounded Rectangle 7"/>
          <p:cNvSpPr/>
          <p:nvPr/>
        </p:nvSpPr>
        <p:spPr>
          <a:xfrm>
            <a:off x="10543032" y="914400"/>
            <a:ext cx="1188720" cy="365760"/>
          </a:xfrm>
          <a:prstGeom prst="roundRect">
            <a:avLst>
              <a:gd name="adj" fmla="val 50000"/>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정리</a:t>
            </a:r>
          </a:p>
        </p:txBody>
      </p:sp>
      <p:pic>
        <p:nvPicPr>
          <p:cNvPr id="9" name="Picture 8" descr="transformer_arch.png"/>
          <p:cNvPicPr>
            <a:picLocks noChangeAspect="1"/>
          </p:cNvPicPr>
          <p:nvPr/>
        </p:nvPicPr>
        <p:blipFill>
          <a:blip r:embed="rId3"/>
          <a:stretch>
            <a:fillRect/>
          </a:stretch>
        </p:blipFill>
        <p:spPr>
          <a:xfrm>
            <a:off x="457200" y="2108028"/>
            <a:ext cx="5477256" cy="3574630"/>
          </a:xfrm>
          <a:prstGeom prst="rect">
            <a:avLst/>
          </a:prstGeom>
        </p:spPr>
      </p:pic>
      <p:sp>
        <p:nvSpPr>
          <p:cNvPr id="10" name="Rounded Rectangle 9"/>
          <p:cNvSpPr/>
          <p:nvPr/>
        </p:nvSpPr>
        <p:spPr>
          <a:xfrm>
            <a:off x="6254496" y="1408176"/>
            <a:ext cx="5477256" cy="1781937"/>
          </a:xfrm>
          <a:prstGeom prst="roundRect">
            <a:avLst>
              <a:gd name="adj" fmla="val 5131"/>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19088" y="1536192"/>
            <a:ext cx="5148071"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400" b="1">
                <a:solidFill>
                  <a:srgbClr val="01688F"/>
                </a:solidFill>
                <a:latin typeface="맑은 고딕"/>
                <a:ea typeface="맑은 고딕"/>
                <a:cs typeface="맑은 고딕"/>
              </a:rPr>
              <a:t>오늘 배운 것 ✔</a:t>
            </a:r>
          </a:p>
        </p:txBody>
      </p:sp>
      <p:sp>
        <p:nvSpPr>
          <p:cNvPr id="12" name="TextBox 11"/>
          <p:cNvSpPr txBox="1"/>
          <p:nvPr/>
        </p:nvSpPr>
        <p:spPr>
          <a:xfrm>
            <a:off x="6419088" y="1993392"/>
            <a:ext cx="5148072" cy="1068705"/>
          </a:xfrm>
          <a:prstGeom prst="rect">
            <a:avLst/>
          </a:prstGeom>
          <a:noFill/>
        </p:spPr>
        <p:txBody>
          <a:bodyPr wrap="square" lIns="18288" rIns="18288" tIns="36576" bIns="36576" anchor="t">
            <a:spAutoFit/>
          </a:bodyPr>
          <a:lstStyle/>
          <a:p>
            <a:pPr algn="l" marL="256032" indent="-237744">
              <a:lnSpc>
                <a:spcPct val="110000"/>
              </a:lnSpc>
              <a:spcBef>
                <a:spcPts val="0"/>
              </a:spcBef>
              <a:spcAft>
                <a:spcPts val="525"/>
              </a:spcAft>
              <a:buClr>
                <a:srgbClr val="01688F"/>
              </a:buClr>
              <a:buFont typeface="Wingdings" pitchFamily="2" charset="2"/>
              <a:buChar char="§"/>
            </a:pPr>
            <a:r>
              <a:rPr sz="1500" b="0">
                <a:solidFill>
                  <a:srgbClr val="1B2A36"/>
                </a:solidFill>
                <a:latin typeface="맑은 고딕"/>
                <a:ea typeface="맑은 고딕"/>
                <a:cs typeface="맑은 고딕"/>
              </a:rPr>
              <a:t>Token Embedding + </a:t>
            </a:r>
            <a:r>
              <a:rPr sz="1500" b="1">
                <a:solidFill>
                  <a:srgbClr val="1B2A36"/>
                </a:solidFill>
                <a:latin typeface="맑은 고딕"/>
                <a:ea typeface="맑은 고딕"/>
                <a:cs typeface="맑은 고딕"/>
              </a:rPr>
              <a:t>위치 인코딩</a:t>
            </a:r>
          </a:p>
          <a:p>
            <a:pPr algn="l" marL="256032" indent="-237744">
              <a:lnSpc>
                <a:spcPct val="110000"/>
              </a:lnSpc>
              <a:spcBef>
                <a:spcPts val="0"/>
              </a:spcBef>
              <a:spcAft>
                <a:spcPts val="525"/>
              </a:spcAft>
              <a:buClr>
                <a:srgbClr val="01688F"/>
              </a:buClr>
              <a:buFont typeface="Wingdings" pitchFamily="2" charset="2"/>
              <a:buChar char="§"/>
            </a:pPr>
            <a:r>
              <a:rPr sz="1500" b="1">
                <a:solidFill>
                  <a:srgbClr val="1B2A36"/>
                </a:solidFill>
                <a:latin typeface="맑은 고딕"/>
                <a:ea typeface="맑은 고딕"/>
                <a:cs typeface="맑은 고딕"/>
              </a:rPr>
              <a:t>Multi-head self-attention</a:t>
            </a:r>
          </a:p>
          <a:p>
            <a:pPr algn="l" marL="256032" indent="-237744">
              <a:lnSpc>
                <a:spcPct val="110000"/>
              </a:lnSpc>
              <a:spcBef>
                <a:spcPts val="0"/>
              </a:spcBef>
              <a:spcAft>
                <a:spcPts val="525"/>
              </a:spcAft>
              <a:buClr>
                <a:srgbClr val="01688F"/>
              </a:buClr>
              <a:buFont typeface="Wingdings" pitchFamily="2" charset="2"/>
              <a:buChar char="§"/>
            </a:pPr>
            <a:r>
              <a:rPr sz="1500" b="0">
                <a:solidFill>
                  <a:srgbClr val="1B2A36"/>
                </a:solidFill>
                <a:latin typeface="맑은 고딕"/>
                <a:ea typeface="맑은 고딕"/>
                <a:cs typeface="맑은 고딕"/>
              </a:rPr>
              <a:t>Cross-attention의 개념 (다음 장)</a:t>
            </a:r>
          </a:p>
        </p:txBody>
      </p:sp>
      <p:sp>
        <p:nvSpPr>
          <p:cNvPr id="13" name="Rounded Rectangle 12"/>
          <p:cNvSpPr/>
          <p:nvPr/>
        </p:nvSpPr>
        <p:spPr>
          <a:xfrm>
            <a:off x="6254496" y="3418713"/>
            <a:ext cx="5477256" cy="1781937"/>
          </a:xfrm>
          <a:prstGeom prst="roundRect">
            <a:avLst>
              <a:gd name="adj" fmla="val 5131"/>
            </a:avLst>
          </a:prstGeom>
          <a:solidFill>
            <a:srgbClr val="FDF1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19088" y="3546729"/>
            <a:ext cx="5148071"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400" b="1">
                <a:solidFill>
                  <a:srgbClr val="E97132"/>
                </a:solidFill>
                <a:latin typeface="맑은 고딕"/>
                <a:ea typeface="맑은 고딕"/>
                <a:cs typeface="맑은 고딕"/>
              </a:rPr>
              <a:t>다음 주</a:t>
            </a:r>
          </a:p>
        </p:txBody>
      </p:sp>
      <p:sp>
        <p:nvSpPr>
          <p:cNvPr id="15" name="TextBox 14"/>
          <p:cNvSpPr txBox="1"/>
          <p:nvPr/>
        </p:nvSpPr>
        <p:spPr>
          <a:xfrm>
            <a:off x="6419088" y="4003929"/>
            <a:ext cx="5148072" cy="1068705"/>
          </a:xfrm>
          <a:prstGeom prst="rect">
            <a:avLst/>
          </a:prstGeom>
          <a:noFill/>
        </p:spPr>
        <p:txBody>
          <a:bodyPr wrap="square" lIns="18288" rIns="18288" tIns="36576" bIns="36576" anchor="t">
            <a:spAutoFit/>
          </a:bodyPr>
          <a:lstStyle/>
          <a:p>
            <a:pPr algn="l" marL="256032" indent="-237744">
              <a:lnSpc>
                <a:spcPct val="110000"/>
              </a:lnSpc>
              <a:spcBef>
                <a:spcPts val="0"/>
              </a:spcBef>
              <a:spcAft>
                <a:spcPts val="525"/>
              </a:spcAft>
              <a:buClr>
                <a:srgbClr val="01688F"/>
              </a:buClr>
              <a:buFont typeface="Wingdings" pitchFamily="2" charset="2"/>
              <a:buChar char="§"/>
            </a:pPr>
            <a:r>
              <a:rPr sz="1500" b="0">
                <a:solidFill>
                  <a:srgbClr val="1B2A36"/>
                </a:solidFill>
                <a:latin typeface="맑은 고딕"/>
                <a:ea typeface="맑은 고딕"/>
                <a:cs typeface="맑은 고딕"/>
              </a:rPr>
              <a:t>FFN · </a:t>
            </a:r>
            <a:r>
              <a:rPr sz="1500" b="1">
                <a:solidFill>
                  <a:srgbClr val="1B2A36"/>
                </a:solidFill>
                <a:latin typeface="맑은 고딕"/>
                <a:ea typeface="맑은 고딕"/>
                <a:cs typeface="맑은 고딕"/>
              </a:rPr>
              <a:t>Residual + LayerNorm</a:t>
            </a:r>
          </a:p>
          <a:p>
            <a:pPr algn="l" marL="256032" indent="-237744">
              <a:lnSpc>
                <a:spcPct val="110000"/>
              </a:lnSpc>
              <a:spcBef>
                <a:spcPts val="0"/>
              </a:spcBef>
              <a:spcAft>
                <a:spcPts val="525"/>
              </a:spcAft>
              <a:buClr>
                <a:srgbClr val="01688F"/>
              </a:buClr>
              <a:buFont typeface="Wingdings" pitchFamily="2" charset="2"/>
              <a:buChar char="§"/>
            </a:pPr>
            <a:r>
              <a:rPr sz="1500" b="1">
                <a:solidFill>
                  <a:srgbClr val="1B2A36"/>
                </a:solidFill>
                <a:latin typeface="맑은 고딕"/>
                <a:ea typeface="맑은 고딕"/>
                <a:cs typeface="맑은 고딕"/>
              </a:rPr>
              <a:t>Masked</a:t>
            </a:r>
            <a:r>
              <a:rPr sz="1500" b="0">
                <a:solidFill>
                  <a:srgbClr val="1B2A36"/>
                </a:solidFill>
                <a:latin typeface="맑은 고딕"/>
                <a:ea typeface="맑은 고딕"/>
                <a:cs typeface="맑은 고딕"/>
              </a:rPr>
              <a:t> self-attention · teacher forcing</a:t>
            </a:r>
          </a:p>
          <a:p>
            <a:pPr algn="l" marL="256032" indent="-237744">
              <a:lnSpc>
                <a:spcPct val="110000"/>
              </a:lnSpc>
              <a:spcBef>
                <a:spcPts val="0"/>
              </a:spcBef>
              <a:spcAft>
                <a:spcPts val="525"/>
              </a:spcAft>
              <a:buClr>
                <a:srgbClr val="01688F"/>
              </a:buClr>
              <a:buFont typeface="Wingdings" pitchFamily="2" charset="2"/>
              <a:buChar char="§"/>
            </a:pPr>
            <a:r>
              <a:rPr sz="1500" b="0">
                <a:solidFill>
                  <a:srgbClr val="1B2A36"/>
                </a:solidFill>
                <a:latin typeface="맑은 고딕"/>
                <a:ea typeface="맑은 고딕"/>
                <a:cs typeface="맑은 고딕"/>
              </a:rPr>
              <a:t>출력 head · 학습 · 생성 · KV cache</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세 종류의 Attention</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Q를 어디서 만들고 K · V를 어디서 가져오는가 — 그리고 어디까지 볼 수 있는가</a:t>
            </a:r>
          </a:p>
        </p:txBody>
      </p:sp>
      <p:sp>
        <p:nvSpPr>
          <p:cNvPr id="8" name="Rounded Rectangle 7"/>
          <p:cNvSpPr/>
          <p:nvPr/>
        </p:nvSpPr>
        <p:spPr>
          <a:xfrm>
            <a:off x="10543032" y="914400"/>
            <a:ext cx="1188720" cy="365760"/>
          </a:xfrm>
          <a:prstGeom prst="roundRect">
            <a:avLst>
              <a:gd name="adj" fmla="val 50000"/>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정리</a:t>
            </a:r>
          </a:p>
        </p:txBody>
      </p:sp>
      <p:graphicFrame>
        <p:nvGraphicFramePr>
          <p:cNvPr id="9" name="Table 8"/>
          <p:cNvGraphicFramePr>
            <a:graphicFrameLocks noGrp="1"/>
          </p:cNvGraphicFramePr>
          <p:nvPr/>
        </p:nvGraphicFramePr>
        <p:xfrm>
          <a:off x="457200" y="1408176"/>
          <a:ext cx="11274548" cy="2185413"/>
        </p:xfrm>
        <a:graphic>
          <a:graphicData uri="http://schemas.openxmlformats.org/drawingml/2006/table">
            <a:tbl>
              <a:tblPr firstRow="1" bandRow="0">
                <a:tableStyleId>{5940675A-B579-460E-94D1-54222C63F5DA}</a:tableStyleId>
              </a:tblPr>
              <a:tblGrid>
                <a:gridCol w="2843147"/>
                <a:gridCol w="2156870"/>
                <a:gridCol w="2156870"/>
                <a:gridCol w="2941187"/>
                <a:gridCol w="1176474"/>
              </a:tblGrid>
              <a:tr h="374904">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종류</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Q의 출처</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K · V의 출처</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볼 수 있는 범위</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점수 표</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603503">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Encoder self-attention</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Encoder 입력 표현</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같은 표현</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유효한 입력 토큰 </a:t>
                      </a:r>
                      <a:r>
                        <a:rPr sz="1500" b="1">
                          <a:solidFill>
                            <a:srgbClr val="1B2A36"/>
                          </a:solidFill>
                          <a:latin typeface="맑은 고딕"/>
                          <a:ea typeface="맑은 고딕"/>
                          <a:cs typeface="맑은 고딕"/>
                        </a:rPr>
                        <a:t>전체</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S × S</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603503">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Decoder masked self-attention</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Decoder 입력 표현</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같은 표현</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현재 위치와 </a:t>
                      </a:r>
                      <a:r>
                        <a:rPr sz="1500" b="1">
                          <a:solidFill>
                            <a:srgbClr val="1B2A36"/>
                          </a:solidFill>
                          <a:latin typeface="맑은 고딕"/>
                          <a:ea typeface="맑은 고딕"/>
                          <a:cs typeface="맑은 고딕"/>
                        </a:rPr>
                        <a:t>이전</a:t>
                      </a:r>
                      <a:r>
                        <a:rPr sz="1500" b="0">
                          <a:solidFill>
                            <a:srgbClr val="1B2A36"/>
                          </a:solidFill>
                          <a:latin typeface="맑은 고딕"/>
                          <a:ea typeface="맑은 고딕"/>
                          <a:cs typeface="맑은 고딕"/>
                        </a:rPr>
                        <a:t> 위치만</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T × T</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603503">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Cross-attention</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Decoder</a:t>
                      </a:r>
                      <a:r>
                        <a:rPr sz="1500" b="0">
                          <a:solidFill>
                            <a:srgbClr val="1B2A36"/>
                          </a:solidFill>
                          <a:latin typeface="맑은 고딕"/>
                          <a:ea typeface="맑은 고딕"/>
                          <a:cs typeface="맑은 고딕"/>
                        </a:rPr>
                        <a:t> 표현</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Encoder</a:t>
                      </a:r>
                      <a:r>
                        <a:rPr sz="1500" b="0">
                          <a:solidFill>
                            <a:srgbClr val="1B2A36"/>
                          </a:solidFill>
                          <a:latin typeface="맑은 고딕"/>
                          <a:ea typeface="맑은 고딕"/>
                          <a:cs typeface="맑은 고딕"/>
                        </a:rPr>
                        <a:t> 최종 출력</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유효한 source 전체</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T × S</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bl>
          </a:graphicData>
        </a:graphic>
      </p:graphicFrame>
      <p:sp>
        <p:nvSpPr>
          <p:cNvPr id="10" name="Rounded Rectangle 9"/>
          <p:cNvSpPr/>
          <p:nvPr/>
        </p:nvSpPr>
        <p:spPr>
          <a:xfrm>
            <a:off x="457200" y="4059935"/>
            <a:ext cx="11274552" cy="868680"/>
          </a:xfrm>
          <a:prstGeom prst="roundRect">
            <a:avLst>
              <a:gd name="adj" fmla="val 10526"/>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ctr" marL="0" indent="0">
              <a:lnSpc>
                <a:spcPct val="110000"/>
              </a:lnSpc>
              <a:spcBef>
                <a:spcPts val="0"/>
              </a:spcBef>
              <a:spcAft>
                <a:spcPts val="320"/>
              </a:spcAft>
              <a:buNone/>
            </a:pPr>
            <a:r>
              <a:rPr sz="1600" b="1">
                <a:solidFill>
                  <a:srgbClr val="FFFFFF"/>
                </a:solidFill>
                <a:latin typeface="맑은 고딕"/>
                <a:ea typeface="맑은 고딕"/>
                <a:cs typeface="맑은 고딕"/>
              </a:rPr>
              <a:t>Self / Cross = </a:t>
            </a:r>
            <a:r>
              <a:rPr sz="1600" b="1">
                <a:solidFill>
                  <a:srgbClr val="FFFFFF"/>
                </a:solidFill>
                <a:latin typeface="맑은 고딕"/>
                <a:ea typeface="맑은 고딕"/>
                <a:cs typeface="맑은 고딕"/>
              </a:rPr>
              <a:t>출처</a:t>
            </a:r>
            <a:r>
              <a:rPr sz="1600" b="1">
                <a:solidFill>
                  <a:srgbClr val="FFFFFF"/>
                </a:solidFill>
                <a:latin typeface="맑은 고딕"/>
                <a:ea typeface="맑은 고딕"/>
                <a:cs typeface="맑은 고딕"/>
              </a:rPr>
              <a:t>의 차이, Causal / 양방향 = </a:t>
            </a:r>
            <a:r>
              <a:rPr sz="1600" b="1">
                <a:solidFill>
                  <a:srgbClr val="FFFFFF"/>
                </a:solidFill>
                <a:latin typeface="맑은 고딕"/>
                <a:ea typeface="맑은 고딕"/>
                <a:cs typeface="맑은 고딕"/>
              </a:rPr>
              <a:t>범위</a:t>
            </a:r>
            <a:r>
              <a:rPr sz="1600" b="1">
                <a:solidFill>
                  <a:srgbClr val="FFFFFF"/>
                </a:solidFill>
                <a:latin typeface="맑은 고딕"/>
                <a:ea typeface="맑은 고딕"/>
                <a:cs typeface="맑은 고딕"/>
              </a:rPr>
              <a:t>의 차이 — 서로 다른 축. Cross-attention의 출력 길이는 </a:t>
            </a:r>
            <a:r>
              <a:rPr sz="1600" b="1">
                <a:solidFill>
                  <a:srgbClr val="FFFFFF"/>
                </a:solidFill>
                <a:latin typeface="맑은 고딕"/>
                <a:ea typeface="맑은 고딕"/>
                <a:cs typeface="맑은 고딕"/>
              </a:rPr>
              <a:t>Query 수 T</a:t>
            </a:r>
            <a:r>
              <a:rPr sz="1600" b="1">
                <a:solidFill>
                  <a:srgbClr val="FFFFFF"/>
                </a:solidFill>
                <a:latin typeface="맑은 고딕"/>
                <a:ea typeface="맑은 고딕"/>
                <a:cs typeface="맑은 고딕"/>
              </a:rPr>
              <a:t> (source 길이 S가 아니다).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한 장 요약</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오늘 배운 것을 한 줄씩</a:t>
            </a:r>
          </a:p>
        </p:txBody>
      </p:sp>
      <p:sp>
        <p:nvSpPr>
          <p:cNvPr id="8" name="Rounded Rectangle 7"/>
          <p:cNvSpPr/>
          <p:nvPr/>
        </p:nvSpPr>
        <p:spPr>
          <a:xfrm>
            <a:off x="10543032" y="914400"/>
            <a:ext cx="1188720" cy="365760"/>
          </a:xfrm>
          <a:prstGeom prst="roundRect">
            <a:avLst>
              <a:gd name="adj" fmla="val 50000"/>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정리</a:t>
            </a:r>
          </a:p>
        </p:txBody>
      </p:sp>
      <p:sp>
        <p:nvSpPr>
          <p:cNvPr id="9" name="Oval 8"/>
          <p:cNvSpPr/>
          <p:nvPr/>
        </p:nvSpPr>
        <p:spPr>
          <a:xfrm>
            <a:off x="457200" y="1540764"/>
            <a:ext cx="457200" cy="457200"/>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Bef>
                <a:spcPts val="0"/>
              </a:spcBef>
              <a:spcAft>
                <a:spcPts val="260"/>
              </a:spcAft>
              <a:buNone/>
            </a:pPr>
            <a:r>
              <a:rPr sz="1300" b="1">
                <a:solidFill>
                  <a:srgbClr val="FFFFFF"/>
                </a:solidFill>
                <a:latin typeface="맑은 고딕"/>
                <a:ea typeface="맑은 고딕"/>
                <a:cs typeface="맑은 고딕"/>
              </a:rPr>
              <a:t>1</a:t>
            </a:r>
          </a:p>
        </p:txBody>
      </p:sp>
      <p:sp>
        <p:nvSpPr>
          <p:cNvPr id="10" name="TextBox 9"/>
          <p:cNvSpPr txBox="1"/>
          <p:nvPr/>
        </p:nvSpPr>
        <p:spPr>
          <a:xfrm>
            <a:off x="1143000" y="1408176"/>
            <a:ext cx="10543032" cy="722376"/>
          </a:xfrm>
          <a:prstGeom prst="rect">
            <a:avLst/>
          </a:prstGeom>
          <a:noFill/>
        </p:spPr>
        <p:txBody>
          <a:bodyPr wrap="square" lIns="73152" rIns="73152" tIns="36576" bIns="36576" anchor="ctr">
            <a:spAutoFit/>
          </a:bodyPr>
          <a:lstStyle/>
          <a:p>
            <a:pPr algn="l" marL="0" indent="0">
              <a:lnSpc>
                <a:spcPct val="110000"/>
              </a:lnSpc>
              <a:spcBef>
                <a:spcPts val="0"/>
              </a:spcBef>
              <a:spcAft>
                <a:spcPts val="0"/>
              </a:spcAft>
              <a:buNone/>
            </a:pPr>
            <a:r>
              <a:rPr sz="1800" b="0">
                <a:solidFill>
                  <a:srgbClr val="1B2A36"/>
                </a:solidFill>
                <a:latin typeface="맑은 고딕"/>
                <a:ea typeface="맑은 고딕"/>
                <a:cs typeface="맑은 고딕"/>
              </a:rPr>
              <a:t>Attention = </a:t>
            </a:r>
            <a:r>
              <a:rPr sz="1800" b="1">
                <a:solidFill>
                  <a:srgbClr val="1B2A36"/>
                </a:solidFill>
                <a:latin typeface="맑은 고딕"/>
                <a:ea typeface="맑은 고딕"/>
                <a:cs typeface="맑은 고딕"/>
              </a:rPr>
              <a:t>점수 → softmax → 가중합</a:t>
            </a:r>
            <a:r>
              <a:rPr sz="1800" b="0">
                <a:solidFill>
                  <a:srgbClr val="1B2A36"/>
                </a:solidFill>
                <a:latin typeface="맑은 고딕"/>
                <a:ea typeface="맑은 고딕"/>
                <a:cs typeface="맑은 고딕"/>
              </a:rPr>
              <a:t>: 출력마다 다른 요약 c_t (2014)</a:t>
            </a:r>
          </a:p>
        </p:txBody>
      </p:sp>
      <p:sp>
        <p:nvSpPr>
          <p:cNvPr id="11" name="Oval 10"/>
          <p:cNvSpPr/>
          <p:nvPr/>
        </p:nvSpPr>
        <p:spPr>
          <a:xfrm>
            <a:off x="457200" y="2391156"/>
            <a:ext cx="457200" cy="457200"/>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Bef>
                <a:spcPts val="0"/>
              </a:spcBef>
              <a:spcAft>
                <a:spcPts val="260"/>
              </a:spcAft>
              <a:buNone/>
            </a:pPr>
            <a:r>
              <a:rPr sz="1300" b="1">
                <a:solidFill>
                  <a:srgbClr val="FFFFFF"/>
                </a:solidFill>
                <a:latin typeface="맑은 고딕"/>
                <a:ea typeface="맑은 고딕"/>
                <a:cs typeface="맑은 고딕"/>
              </a:rPr>
              <a:t>2</a:t>
            </a:r>
          </a:p>
        </p:txBody>
      </p:sp>
      <p:sp>
        <p:nvSpPr>
          <p:cNvPr id="12" name="TextBox 11"/>
          <p:cNvSpPr txBox="1"/>
          <p:nvPr/>
        </p:nvSpPr>
        <p:spPr>
          <a:xfrm>
            <a:off x="1143000" y="2258568"/>
            <a:ext cx="10543032" cy="722376"/>
          </a:xfrm>
          <a:prstGeom prst="rect">
            <a:avLst/>
          </a:prstGeom>
          <a:noFill/>
        </p:spPr>
        <p:txBody>
          <a:bodyPr wrap="square" lIns="73152" rIns="73152" tIns="36576" bIns="36576" anchor="ctr">
            <a:spAutoFit/>
          </a:bodyPr>
          <a:lstStyle/>
          <a:p>
            <a:pPr algn="l" marL="0" indent="0">
              <a:lnSpc>
                <a:spcPct val="110000"/>
              </a:lnSpc>
              <a:spcBef>
                <a:spcPts val="0"/>
              </a:spcBef>
              <a:spcAft>
                <a:spcPts val="0"/>
              </a:spcAft>
              <a:buNone/>
            </a:pPr>
            <a:r>
              <a:rPr sz="1800" b="0">
                <a:solidFill>
                  <a:srgbClr val="1B2A36"/>
                </a:solidFill>
                <a:latin typeface="맑은 고딕"/>
                <a:ea typeface="맑은 고딕"/>
                <a:cs typeface="맑은 고딕"/>
              </a:rPr>
              <a:t>Self-attention: 모든 위치가 직접 만난다 — </a:t>
            </a:r>
            <a:r>
              <a:rPr sz="1800" b="1">
                <a:solidFill>
                  <a:srgbClr val="1B2A36"/>
                </a:solidFill>
                <a:latin typeface="맑은 고딕"/>
                <a:ea typeface="맑은 고딕"/>
                <a:cs typeface="맑은 고딕"/>
              </a:rPr>
              <a:t>경로 1</a:t>
            </a:r>
            <a:r>
              <a:rPr sz="1800" b="0">
                <a:solidFill>
                  <a:srgbClr val="1B2A36"/>
                </a:solidFill>
                <a:latin typeface="맑은 고딕"/>
                <a:ea typeface="맑은 고딕"/>
                <a:cs typeface="맑은 고딕"/>
              </a:rPr>
              <a:t>, 순차 의존 없음</a:t>
            </a:r>
          </a:p>
        </p:txBody>
      </p:sp>
      <p:sp>
        <p:nvSpPr>
          <p:cNvPr id="13" name="Oval 12"/>
          <p:cNvSpPr/>
          <p:nvPr/>
        </p:nvSpPr>
        <p:spPr>
          <a:xfrm>
            <a:off x="457200" y="3241548"/>
            <a:ext cx="457200" cy="457200"/>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Bef>
                <a:spcPts val="0"/>
              </a:spcBef>
              <a:spcAft>
                <a:spcPts val="260"/>
              </a:spcAft>
              <a:buNone/>
            </a:pPr>
            <a:r>
              <a:rPr sz="1300" b="1">
                <a:solidFill>
                  <a:srgbClr val="FFFFFF"/>
                </a:solidFill>
                <a:latin typeface="맑은 고딕"/>
                <a:ea typeface="맑은 고딕"/>
                <a:cs typeface="맑은 고딕"/>
              </a:rPr>
              <a:t>3</a:t>
            </a:r>
          </a:p>
        </p:txBody>
      </p:sp>
      <p:sp>
        <p:nvSpPr>
          <p:cNvPr id="14" name="TextBox 13"/>
          <p:cNvSpPr txBox="1"/>
          <p:nvPr/>
        </p:nvSpPr>
        <p:spPr>
          <a:xfrm>
            <a:off x="1143000" y="3108960"/>
            <a:ext cx="10543032" cy="722376"/>
          </a:xfrm>
          <a:prstGeom prst="rect">
            <a:avLst/>
          </a:prstGeom>
          <a:noFill/>
        </p:spPr>
        <p:txBody>
          <a:bodyPr wrap="square" lIns="73152" rIns="73152" tIns="36576" bIns="36576" anchor="ctr">
            <a:spAutoFit/>
          </a:bodyPr>
          <a:lstStyle/>
          <a:p>
            <a:pPr algn="l" marL="0" indent="0">
              <a:lnSpc>
                <a:spcPct val="110000"/>
              </a:lnSpc>
              <a:spcBef>
                <a:spcPts val="0"/>
              </a:spcBef>
              <a:spcAft>
                <a:spcPts val="0"/>
              </a:spcAft>
              <a:buNone/>
            </a:pPr>
            <a:r>
              <a:rPr sz="1800" b="0">
                <a:solidFill>
                  <a:srgbClr val="1B2A36"/>
                </a:solidFill>
                <a:latin typeface="맑은 고딕"/>
                <a:ea typeface="맑은 고딕"/>
                <a:cs typeface="맑은 고딕"/>
              </a:rPr>
              <a:t>Q · K · V는 같은 X의 </a:t>
            </a:r>
            <a:r>
              <a:rPr sz="1800" b="1">
                <a:solidFill>
                  <a:srgbClr val="1B2A36"/>
                </a:solidFill>
                <a:latin typeface="맑은 고딕"/>
                <a:ea typeface="맑은 고딕"/>
                <a:cs typeface="맑은 고딕"/>
              </a:rPr>
              <a:t>다른 투영</a:t>
            </a:r>
            <a:r>
              <a:rPr sz="1800" b="0">
                <a:solidFill>
                  <a:srgbClr val="1B2A36"/>
                </a:solidFill>
                <a:latin typeface="맑은 고딕"/>
                <a:ea typeface="맑은 고딕"/>
                <a:cs typeface="맑은 고딕"/>
              </a:rPr>
              <a:t>, 학습되는 것은 W_Q · W_K · W_V · W_O (A는 활성값)</a:t>
            </a:r>
          </a:p>
        </p:txBody>
      </p:sp>
      <p:sp>
        <p:nvSpPr>
          <p:cNvPr id="15" name="Oval 14"/>
          <p:cNvSpPr/>
          <p:nvPr/>
        </p:nvSpPr>
        <p:spPr>
          <a:xfrm>
            <a:off x="457200" y="4091939"/>
            <a:ext cx="457200" cy="457200"/>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Bef>
                <a:spcPts val="0"/>
              </a:spcBef>
              <a:spcAft>
                <a:spcPts val="260"/>
              </a:spcAft>
              <a:buNone/>
            </a:pPr>
            <a:r>
              <a:rPr sz="1300" b="1">
                <a:solidFill>
                  <a:srgbClr val="FFFFFF"/>
                </a:solidFill>
                <a:latin typeface="맑은 고딕"/>
                <a:ea typeface="맑은 고딕"/>
                <a:cs typeface="맑은 고딕"/>
              </a:rPr>
              <a:t>4</a:t>
            </a:r>
          </a:p>
        </p:txBody>
      </p:sp>
      <p:sp>
        <p:nvSpPr>
          <p:cNvPr id="16" name="TextBox 15"/>
          <p:cNvSpPr txBox="1"/>
          <p:nvPr/>
        </p:nvSpPr>
        <p:spPr>
          <a:xfrm>
            <a:off x="1143000" y="3959352"/>
            <a:ext cx="10543032" cy="722376"/>
          </a:xfrm>
          <a:prstGeom prst="rect">
            <a:avLst/>
          </a:prstGeom>
          <a:noFill/>
        </p:spPr>
        <p:txBody>
          <a:bodyPr wrap="square" lIns="73152" rIns="73152" tIns="36576" bIns="36576" anchor="ctr">
            <a:spAutoFit/>
          </a:bodyPr>
          <a:lstStyle/>
          <a:p>
            <a:pPr algn="l" marL="0" indent="0">
              <a:lnSpc>
                <a:spcPct val="110000"/>
              </a:lnSpc>
              <a:spcBef>
                <a:spcPts val="0"/>
              </a:spcBef>
              <a:spcAft>
                <a:spcPts val="0"/>
              </a:spcAft>
              <a:buNone/>
            </a:pPr>
            <a:r>
              <a:rPr sz="1800" b="0">
                <a:solidFill>
                  <a:srgbClr val="1B2A36"/>
                </a:solidFill>
                <a:latin typeface="맑은 고딕"/>
                <a:ea typeface="맑은 고딕"/>
                <a:cs typeface="맑은 고딕"/>
              </a:rPr>
              <a:t>softmax(QKᵀ/√d_h)V: (N, d_h)·(d_h, N) → </a:t>
            </a:r>
            <a:r>
              <a:rPr sz="1800" b="1">
                <a:solidFill>
                  <a:srgbClr val="1B2A36"/>
                </a:solidFill>
                <a:latin typeface="맑은 고딕"/>
                <a:ea typeface="맑은 고딕"/>
                <a:cs typeface="맑은 고딕"/>
              </a:rPr>
              <a:t>(N, N)</a:t>
            </a:r>
            <a:r>
              <a:rPr sz="1800" b="0">
                <a:solidFill>
                  <a:srgbClr val="1B2A36"/>
                </a:solidFill>
                <a:latin typeface="맑은 고딕"/>
                <a:ea typeface="맑은 고딕"/>
                <a:cs typeface="맑은 고딕"/>
              </a:rPr>
              <a:t> → </a:t>
            </a:r>
            <a:r>
              <a:rPr sz="1800" b="1">
                <a:solidFill>
                  <a:srgbClr val="1B2A36"/>
                </a:solidFill>
                <a:latin typeface="맑은 고딕"/>
                <a:ea typeface="맑은 고딕"/>
                <a:cs typeface="맑은 고딕"/>
              </a:rPr>
              <a:t>(N, d_h)</a:t>
            </a:r>
            <a:r>
              <a:rPr sz="1800" b="0">
                <a:solidFill>
                  <a:srgbClr val="1B2A36"/>
                </a:solidFill>
                <a:latin typeface="맑은 고딕"/>
                <a:ea typeface="맑은 고딕"/>
                <a:cs typeface="맑은 고딕"/>
              </a:rPr>
              <a:t>, softmax는 Key 축</a:t>
            </a:r>
          </a:p>
        </p:txBody>
      </p:sp>
      <p:sp>
        <p:nvSpPr>
          <p:cNvPr id="17" name="Oval 16"/>
          <p:cNvSpPr/>
          <p:nvPr/>
        </p:nvSpPr>
        <p:spPr>
          <a:xfrm>
            <a:off x="457200" y="4942331"/>
            <a:ext cx="457200" cy="457200"/>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Bef>
                <a:spcPts val="0"/>
              </a:spcBef>
              <a:spcAft>
                <a:spcPts val="260"/>
              </a:spcAft>
              <a:buNone/>
            </a:pPr>
            <a:r>
              <a:rPr sz="1300" b="1">
                <a:solidFill>
                  <a:srgbClr val="FFFFFF"/>
                </a:solidFill>
                <a:latin typeface="맑은 고딕"/>
                <a:ea typeface="맑은 고딕"/>
                <a:cs typeface="맑은 고딕"/>
              </a:rPr>
              <a:t>5</a:t>
            </a:r>
          </a:p>
        </p:txBody>
      </p:sp>
      <p:sp>
        <p:nvSpPr>
          <p:cNvPr id="18" name="TextBox 17"/>
          <p:cNvSpPr txBox="1"/>
          <p:nvPr/>
        </p:nvSpPr>
        <p:spPr>
          <a:xfrm>
            <a:off x="1143000" y="4809744"/>
            <a:ext cx="10543032" cy="722376"/>
          </a:xfrm>
          <a:prstGeom prst="rect">
            <a:avLst/>
          </a:prstGeom>
          <a:noFill/>
        </p:spPr>
        <p:txBody>
          <a:bodyPr wrap="square" lIns="73152" rIns="73152" tIns="36576" bIns="36576" anchor="ctr">
            <a:spAutoFit/>
          </a:bodyPr>
          <a:lstStyle/>
          <a:p>
            <a:pPr algn="l" marL="0" indent="0">
              <a:lnSpc>
                <a:spcPct val="110000"/>
              </a:lnSpc>
              <a:spcBef>
                <a:spcPts val="0"/>
              </a:spcBef>
              <a:spcAft>
                <a:spcPts val="0"/>
              </a:spcAft>
              <a:buNone/>
            </a:pPr>
            <a:r>
              <a:rPr sz="1800" b="0">
                <a:solidFill>
                  <a:srgbClr val="1B2A36"/>
                </a:solidFill>
                <a:latin typeface="맑은 고딕"/>
                <a:ea typeface="맑은 고딕"/>
                <a:cs typeface="맑은 고딕"/>
              </a:rPr>
              <a:t>Multi-head: (B, N, d) → </a:t>
            </a:r>
            <a:r>
              <a:rPr sz="1800" b="1">
                <a:solidFill>
                  <a:srgbClr val="1B2A36"/>
                </a:solidFill>
                <a:latin typeface="맑은 고딕"/>
                <a:ea typeface="맑은 고딕"/>
                <a:cs typeface="맑은 고딕"/>
              </a:rPr>
              <a:t>(B, H, N, d_h)</a:t>
            </a:r>
            <a:r>
              <a:rPr sz="1800" b="0">
                <a:solidFill>
                  <a:srgbClr val="1B2A36"/>
                </a:solidFill>
                <a:latin typeface="맑은 고딕"/>
                <a:ea typeface="맑은 고딕"/>
                <a:cs typeface="맑은 고딕"/>
              </a:rPr>
              <a:t> → 다시 (B, N, d), 역할은 미리 정해지지 않는다</a:t>
            </a:r>
          </a:p>
        </p:txBody>
      </p:sp>
      <p:sp>
        <p:nvSpPr>
          <p:cNvPr id="19" name="Oval 18"/>
          <p:cNvSpPr/>
          <p:nvPr/>
        </p:nvSpPr>
        <p:spPr>
          <a:xfrm>
            <a:off x="457200" y="5792724"/>
            <a:ext cx="457200" cy="457200"/>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Bef>
                <a:spcPts val="0"/>
              </a:spcBef>
              <a:spcAft>
                <a:spcPts val="260"/>
              </a:spcAft>
              <a:buNone/>
            </a:pPr>
            <a:r>
              <a:rPr sz="1300" b="1">
                <a:solidFill>
                  <a:srgbClr val="FFFFFF"/>
                </a:solidFill>
                <a:latin typeface="맑은 고딕"/>
                <a:ea typeface="맑은 고딕"/>
                <a:cs typeface="맑은 고딕"/>
              </a:rPr>
              <a:t>6</a:t>
            </a:r>
          </a:p>
        </p:txBody>
      </p:sp>
      <p:sp>
        <p:nvSpPr>
          <p:cNvPr id="20" name="TextBox 19"/>
          <p:cNvSpPr txBox="1"/>
          <p:nvPr/>
        </p:nvSpPr>
        <p:spPr>
          <a:xfrm>
            <a:off x="1143000" y="5660136"/>
            <a:ext cx="10543032" cy="722376"/>
          </a:xfrm>
          <a:prstGeom prst="rect">
            <a:avLst/>
          </a:prstGeom>
          <a:noFill/>
        </p:spPr>
        <p:txBody>
          <a:bodyPr wrap="square" lIns="73152" rIns="73152" tIns="36576" bIns="36576" anchor="ctr">
            <a:spAutoFit/>
          </a:bodyPr>
          <a:lstStyle/>
          <a:p>
            <a:pPr algn="l" marL="0" indent="0">
              <a:lnSpc>
                <a:spcPct val="110000"/>
              </a:lnSpc>
              <a:spcBef>
                <a:spcPts val="0"/>
              </a:spcBef>
              <a:spcAft>
                <a:spcPts val="0"/>
              </a:spcAft>
              <a:buNone/>
            </a:pPr>
            <a:r>
              <a:rPr sz="1800" b="0">
                <a:solidFill>
                  <a:srgbClr val="1B2A36"/>
                </a:solidFill>
                <a:latin typeface="맑은 고딕"/>
                <a:ea typeface="맑은 고딕"/>
                <a:cs typeface="맑은 고딕"/>
              </a:rPr>
              <a:t>Self-attention은 순서를 모른다(</a:t>
            </a:r>
            <a:r>
              <a:rPr sz="1800" b="1">
                <a:solidFill>
                  <a:srgbClr val="1B2A36"/>
                </a:solidFill>
                <a:latin typeface="맑은 고딕"/>
                <a:ea typeface="맑은 고딕"/>
                <a:cs typeface="맑은 고딕"/>
              </a:rPr>
              <a:t>등변</a:t>
            </a:r>
            <a:r>
              <a:rPr sz="1800" b="0">
                <a:solidFill>
                  <a:srgbClr val="1B2A36"/>
                </a:solidFill>
                <a:latin typeface="맑은 고딕"/>
                <a:ea typeface="맑은 고딕"/>
                <a:cs typeface="맑은 고딕"/>
              </a:rPr>
              <a:t>) → </a:t>
            </a:r>
            <a:r>
              <a:rPr sz="1800" b="1">
                <a:solidFill>
                  <a:srgbClr val="1B2A36"/>
                </a:solidFill>
                <a:latin typeface="맑은 고딕"/>
                <a:ea typeface="맑은 고딕"/>
                <a:cs typeface="맑은 고딕"/>
              </a:rPr>
              <a:t>위치 인코딩</a:t>
            </a:r>
            <a:r>
              <a:rPr sz="1800" b="0">
                <a:solidFill>
                  <a:srgbClr val="1B2A36"/>
                </a:solidFill>
                <a:latin typeface="맑은 고딕"/>
                <a:ea typeface="맑은 고딕"/>
                <a:cs typeface="맑은 고딕"/>
              </a:rPr>
              <a:t>을 더한다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셀프 체크 ①</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답을 자기 말로 설명할 수 있는가? (정답은 발표자 노트)</a:t>
            </a:r>
          </a:p>
        </p:txBody>
      </p:sp>
      <p:sp>
        <p:nvSpPr>
          <p:cNvPr id="8" name="Rounded Rectangle 7"/>
          <p:cNvSpPr/>
          <p:nvPr/>
        </p:nvSpPr>
        <p:spPr>
          <a:xfrm>
            <a:off x="10543032" y="914400"/>
            <a:ext cx="1188720" cy="365760"/>
          </a:xfrm>
          <a:prstGeom prst="roundRect">
            <a:avLst>
              <a:gd name="adj" fmla="val 50000"/>
            </a:avLst>
          </a:prstGeom>
          <a:solidFill>
            <a:srgbClr val="2E8F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검증</a:t>
            </a:r>
          </a:p>
        </p:txBody>
      </p:sp>
      <p:sp>
        <p:nvSpPr>
          <p:cNvPr id="9" name="Rounded Rectangle 8"/>
          <p:cNvSpPr/>
          <p:nvPr/>
        </p:nvSpPr>
        <p:spPr>
          <a:xfrm>
            <a:off x="457200" y="1408176"/>
            <a:ext cx="11274552" cy="960120"/>
          </a:xfrm>
          <a:prstGeom prst="roundRect">
            <a:avLst>
              <a:gd name="adj" fmla="val 9523"/>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94360" y="1659636"/>
            <a:ext cx="457200" cy="457200"/>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Bef>
                <a:spcPts val="0"/>
              </a:spcBef>
              <a:spcAft>
                <a:spcPts val="220"/>
              </a:spcAft>
              <a:buNone/>
            </a:pPr>
            <a:r>
              <a:rPr sz="1100" b="1">
                <a:solidFill>
                  <a:srgbClr val="FFFFFF"/>
                </a:solidFill>
                <a:latin typeface="맑은 고딕"/>
                <a:ea typeface="맑은 고딕"/>
                <a:cs typeface="맑은 고딕"/>
              </a:rPr>
              <a:t>Q1</a:t>
            </a:r>
          </a:p>
        </p:txBody>
      </p:sp>
      <p:sp>
        <p:nvSpPr>
          <p:cNvPr id="11" name="TextBox 10"/>
          <p:cNvSpPr txBox="1"/>
          <p:nvPr/>
        </p:nvSpPr>
        <p:spPr>
          <a:xfrm>
            <a:off x="1188720" y="1408176"/>
            <a:ext cx="10405872" cy="960120"/>
          </a:xfrm>
          <a:prstGeom prst="rect">
            <a:avLst/>
          </a:prstGeom>
          <a:noFill/>
        </p:spPr>
        <p:txBody>
          <a:bodyPr wrap="square" lIns="73152" rIns="73152" tIns="36576" bIns="36576" anchor="ctr">
            <a:spAutoFit/>
          </a:bodyPr>
          <a:lstStyle/>
          <a:p>
            <a:pPr algn="l" marL="0" indent="0">
              <a:lnSpc>
                <a:spcPct val="110000"/>
              </a:lnSpc>
              <a:spcBef>
                <a:spcPts val="0"/>
              </a:spcBef>
              <a:spcAft>
                <a:spcPts val="0"/>
              </a:spcAft>
              <a:buNone/>
            </a:pPr>
            <a:r>
              <a:rPr sz="1700" b="0">
                <a:solidFill>
                  <a:srgbClr val="1B2A36"/>
                </a:solidFill>
                <a:latin typeface="맑은 고딕"/>
                <a:ea typeface="맑은 고딕"/>
                <a:cs typeface="맑은 고딕"/>
              </a:rPr>
              <a:t>Self-attention의 Q, K, V는 항상 같은 숫자인가? (개념 확인 04)</a:t>
            </a:r>
          </a:p>
        </p:txBody>
      </p:sp>
      <p:sp>
        <p:nvSpPr>
          <p:cNvPr id="12" name="Rounded Rectangle 11"/>
          <p:cNvSpPr/>
          <p:nvPr/>
        </p:nvSpPr>
        <p:spPr>
          <a:xfrm>
            <a:off x="457200" y="2514600"/>
            <a:ext cx="11274552" cy="960120"/>
          </a:xfrm>
          <a:prstGeom prst="roundRect">
            <a:avLst>
              <a:gd name="adj" fmla="val 9523"/>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594360" y="2766060"/>
            <a:ext cx="457200" cy="457200"/>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Bef>
                <a:spcPts val="0"/>
              </a:spcBef>
              <a:spcAft>
                <a:spcPts val="220"/>
              </a:spcAft>
              <a:buNone/>
            </a:pPr>
            <a:r>
              <a:rPr sz="1100" b="1">
                <a:solidFill>
                  <a:srgbClr val="FFFFFF"/>
                </a:solidFill>
                <a:latin typeface="맑은 고딕"/>
                <a:ea typeface="맑은 고딕"/>
                <a:cs typeface="맑은 고딕"/>
              </a:rPr>
              <a:t>Q2</a:t>
            </a:r>
          </a:p>
        </p:txBody>
      </p:sp>
      <p:sp>
        <p:nvSpPr>
          <p:cNvPr id="14" name="TextBox 13"/>
          <p:cNvSpPr txBox="1"/>
          <p:nvPr/>
        </p:nvSpPr>
        <p:spPr>
          <a:xfrm>
            <a:off x="1188720" y="2514600"/>
            <a:ext cx="10405872" cy="960120"/>
          </a:xfrm>
          <a:prstGeom prst="rect">
            <a:avLst/>
          </a:prstGeom>
          <a:noFill/>
        </p:spPr>
        <p:txBody>
          <a:bodyPr wrap="square" lIns="73152" rIns="73152" tIns="36576" bIns="36576" anchor="ctr">
            <a:spAutoFit/>
          </a:bodyPr>
          <a:lstStyle/>
          <a:p>
            <a:pPr algn="l" marL="0" indent="0">
              <a:lnSpc>
                <a:spcPct val="110000"/>
              </a:lnSpc>
              <a:spcBef>
                <a:spcPts val="0"/>
              </a:spcBef>
              <a:spcAft>
                <a:spcPts val="0"/>
              </a:spcAft>
              <a:buNone/>
            </a:pPr>
            <a:r>
              <a:rPr sz="1700" b="0">
                <a:solidFill>
                  <a:srgbClr val="1B2A36"/>
                </a:solidFill>
                <a:latin typeface="맑은 고딕"/>
                <a:ea typeface="맑은 고딕"/>
                <a:cs typeface="맑은 고딕"/>
              </a:rPr>
              <a:t>Q: (B, H, T, d_h), K: (B, H, S, d_h)일 때 QKᵀ의 shape은? (05)</a:t>
            </a:r>
          </a:p>
        </p:txBody>
      </p:sp>
      <p:sp>
        <p:nvSpPr>
          <p:cNvPr id="15" name="Rounded Rectangle 14"/>
          <p:cNvSpPr/>
          <p:nvPr/>
        </p:nvSpPr>
        <p:spPr>
          <a:xfrm>
            <a:off x="457200" y="3621024"/>
            <a:ext cx="11274552" cy="960120"/>
          </a:xfrm>
          <a:prstGeom prst="roundRect">
            <a:avLst>
              <a:gd name="adj" fmla="val 9523"/>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94360" y="3872484"/>
            <a:ext cx="457200" cy="457200"/>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Bef>
                <a:spcPts val="0"/>
              </a:spcBef>
              <a:spcAft>
                <a:spcPts val="220"/>
              </a:spcAft>
              <a:buNone/>
            </a:pPr>
            <a:r>
              <a:rPr sz="1100" b="1">
                <a:solidFill>
                  <a:srgbClr val="FFFFFF"/>
                </a:solidFill>
                <a:latin typeface="맑은 고딕"/>
                <a:ea typeface="맑은 고딕"/>
                <a:cs typeface="맑은 고딕"/>
              </a:rPr>
              <a:t>Q3</a:t>
            </a:r>
          </a:p>
        </p:txBody>
      </p:sp>
      <p:sp>
        <p:nvSpPr>
          <p:cNvPr id="17" name="TextBox 16"/>
          <p:cNvSpPr txBox="1"/>
          <p:nvPr/>
        </p:nvSpPr>
        <p:spPr>
          <a:xfrm>
            <a:off x="1188720" y="3621024"/>
            <a:ext cx="10405872" cy="960120"/>
          </a:xfrm>
          <a:prstGeom prst="rect">
            <a:avLst/>
          </a:prstGeom>
          <a:noFill/>
        </p:spPr>
        <p:txBody>
          <a:bodyPr wrap="square" lIns="73152" rIns="73152" tIns="36576" bIns="36576" anchor="ctr">
            <a:spAutoFit/>
          </a:bodyPr>
          <a:lstStyle/>
          <a:p>
            <a:pPr algn="l" marL="0" indent="0">
              <a:lnSpc>
                <a:spcPct val="110000"/>
              </a:lnSpc>
              <a:spcBef>
                <a:spcPts val="0"/>
              </a:spcBef>
              <a:spcAft>
                <a:spcPts val="0"/>
              </a:spcAft>
              <a:buNone/>
            </a:pPr>
            <a:r>
              <a:rPr sz="1700" b="0">
                <a:solidFill>
                  <a:srgbClr val="1B2A36"/>
                </a:solidFill>
                <a:latin typeface="맑은 고딕"/>
                <a:ea typeface="맑은 고딕"/>
                <a:cs typeface="맑은 고딕"/>
              </a:rPr>
              <a:t>Attention의 softmax는 보통 어느 축인가? (06)</a:t>
            </a:r>
          </a:p>
        </p:txBody>
      </p:sp>
      <p:sp>
        <p:nvSpPr>
          <p:cNvPr id="18" name="Rounded Rectangle 17"/>
          <p:cNvSpPr/>
          <p:nvPr/>
        </p:nvSpPr>
        <p:spPr>
          <a:xfrm>
            <a:off x="457200" y="4727448"/>
            <a:ext cx="11274552" cy="960120"/>
          </a:xfrm>
          <a:prstGeom prst="roundRect">
            <a:avLst>
              <a:gd name="adj" fmla="val 9523"/>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594360" y="4978908"/>
            <a:ext cx="457200" cy="457200"/>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Bef>
                <a:spcPts val="0"/>
              </a:spcBef>
              <a:spcAft>
                <a:spcPts val="220"/>
              </a:spcAft>
              <a:buNone/>
            </a:pPr>
            <a:r>
              <a:rPr sz="1100" b="1">
                <a:solidFill>
                  <a:srgbClr val="FFFFFF"/>
                </a:solidFill>
                <a:latin typeface="맑은 고딕"/>
                <a:ea typeface="맑은 고딕"/>
                <a:cs typeface="맑은 고딕"/>
              </a:rPr>
              <a:t>Q4</a:t>
            </a:r>
          </a:p>
        </p:txBody>
      </p:sp>
      <p:sp>
        <p:nvSpPr>
          <p:cNvPr id="20" name="TextBox 19"/>
          <p:cNvSpPr txBox="1"/>
          <p:nvPr/>
        </p:nvSpPr>
        <p:spPr>
          <a:xfrm>
            <a:off x="1188720" y="4727448"/>
            <a:ext cx="10405872" cy="960120"/>
          </a:xfrm>
          <a:prstGeom prst="rect">
            <a:avLst/>
          </a:prstGeom>
          <a:noFill/>
        </p:spPr>
        <p:txBody>
          <a:bodyPr wrap="square" lIns="73152" rIns="73152" tIns="36576" bIns="36576" anchor="ctr">
            <a:spAutoFit/>
          </a:bodyPr>
          <a:lstStyle/>
          <a:p>
            <a:pPr algn="l" marL="0" indent="0">
              <a:lnSpc>
                <a:spcPct val="110000"/>
              </a:lnSpc>
              <a:spcBef>
                <a:spcPts val="0"/>
              </a:spcBef>
              <a:spcAft>
                <a:spcPts val="0"/>
              </a:spcAft>
              <a:buNone/>
            </a:pPr>
            <a:r>
              <a:rPr sz="1700" b="0">
                <a:solidFill>
                  <a:srgbClr val="1B2A36"/>
                </a:solidFill>
                <a:latin typeface="맑은 고딕"/>
                <a:ea typeface="맑은 고딕"/>
                <a:cs typeface="맑은 고딕"/>
              </a:rPr>
              <a:t>Q 길이 3, K/V 길이 5인 cross-attention의 출력 길이는? (09)</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셀프 체크 ②</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답을 자기 말로 설명할 수 있는가? (정답은 발표자 노트)</a:t>
            </a:r>
          </a:p>
        </p:txBody>
      </p:sp>
      <p:sp>
        <p:nvSpPr>
          <p:cNvPr id="8" name="Rounded Rectangle 7"/>
          <p:cNvSpPr/>
          <p:nvPr/>
        </p:nvSpPr>
        <p:spPr>
          <a:xfrm>
            <a:off x="10543032" y="914400"/>
            <a:ext cx="1188720" cy="365760"/>
          </a:xfrm>
          <a:prstGeom prst="roundRect">
            <a:avLst>
              <a:gd name="adj" fmla="val 50000"/>
            </a:avLst>
          </a:prstGeom>
          <a:solidFill>
            <a:srgbClr val="2E8F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검증</a:t>
            </a:r>
          </a:p>
        </p:txBody>
      </p:sp>
      <p:sp>
        <p:nvSpPr>
          <p:cNvPr id="9" name="Rounded Rectangle 8"/>
          <p:cNvSpPr/>
          <p:nvPr/>
        </p:nvSpPr>
        <p:spPr>
          <a:xfrm>
            <a:off x="457200" y="1408176"/>
            <a:ext cx="11274552" cy="960120"/>
          </a:xfrm>
          <a:prstGeom prst="roundRect">
            <a:avLst>
              <a:gd name="adj" fmla="val 9523"/>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94360" y="1659636"/>
            <a:ext cx="457200" cy="457200"/>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Bef>
                <a:spcPts val="0"/>
              </a:spcBef>
              <a:spcAft>
                <a:spcPts val="220"/>
              </a:spcAft>
              <a:buNone/>
            </a:pPr>
            <a:r>
              <a:rPr sz="1100" b="1">
                <a:solidFill>
                  <a:srgbClr val="FFFFFF"/>
                </a:solidFill>
                <a:latin typeface="맑은 고딕"/>
                <a:ea typeface="맑은 고딕"/>
                <a:cs typeface="맑은 고딕"/>
              </a:rPr>
              <a:t>Q1</a:t>
            </a:r>
          </a:p>
        </p:txBody>
      </p:sp>
      <p:sp>
        <p:nvSpPr>
          <p:cNvPr id="11" name="TextBox 10"/>
          <p:cNvSpPr txBox="1"/>
          <p:nvPr/>
        </p:nvSpPr>
        <p:spPr>
          <a:xfrm>
            <a:off x="1188720" y="1408176"/>
            <a:ext cx="10405872" cy="960120"/>
          </a:xfrm>
          <a:prstGeom prst="rect">
            <a:avLst/>
          </a:prstGeom>
          <a:noFill/>
        </p:spPr>
        <p:txBody>
          <a:bodyPr wrap="square" lIns="73152" rIns="73152" tIns="36576" bIns="36576" anchor="ctr">
            <a:spAutoFit/>
          </a:bodyPr>
          <a:lstStyle/>
          <a:p>
            <a:pPr algn="l" marL="0" indent="0">
              <a:lnSpc>
                <a:spcPct val="110000"/>
              </a:lnSpc>
              <a:spcBef>
                <a:spcPts val="0"/>
              </a:spcBef>
              <a:spcAft>
                <a:spcPts val="0"/>
              </a:spcAft>
              <a:buNone/>
            </a:pPr>
            <a:r>
              <a:rPr sz="1700" b="0">
                <a:solidFill>
                  <a:srgbClr val="1B2A36"/>
                </a:solidFill>
                <a:latin typeface="맑은 고딕"/>
                <a:ea typeface="맑은 고딕"/>
                <a:cs typeface="맑은 고딕"/>
              </a:rPr>
              <a:t>같은 d에서 head 수 H를 늘리면? (10)</a:t>
            </a:r>
          </a:p>
        </p:txBody>
      </p:sp>
      <p:sp>
        <p:nvSpPr>
          <p:cNvPr id="12" name="Rounded Rectangle 11"/>
          <p:cNvSpPr/>
          <p:nvPr/>
        </p:nvSpPr>
        <p:spPr>
          <a:xfrm>
            <a:off x="457200" y="2514600"/>
            <a:ext cx="11274552" cy="960120"/>
          </a:xfrm>
          <a:prstGeom prst="roundRect">
            <a:avLst>
              <a:gd name="adj" fmla="val 9523"/>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594360" y="2766060"/>
            <a:ext cx="457200" cy="457200"/>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Bef>
                <a:spcPts val="0"/>
              </a:spcBef>
              <a:spcAft>
                <a:spcPts val="220"/>
              </a:spcAft>
              <a:buNone/>
            </a:pPr>
            <a:r>
              <a:rPr sz="1100" b="1">
                <a:solidFill>
                  <a:srgbClr val="FFFFFF"/>
                </a:solidFill>
                <a:latin typeface="맑은 고딕"/>
                <a:ea typeface="맑은 고딕"/>
                <a:cs typeface="맑은 고딕"/>
              </a:rPr>
              <a:t>Q2</a:t>
            </a:r>
          </a:p>
        </p:txBody>
      </p:sp>
      <p:sp>
        <p:nvSpPr>
          <p:cNvPr id="14" name="TextBox 13"/>
          <p:cNvSpPr txBox="1"/>
          <p:nvPr/>
        </p:nvSpPr>
        <p:spPr>
          <a:xfrm>
            <a:off x="1188720" y="2514600"/>
            <a:ext cx="10405872" cy="960120"/>
          </a:xfrm>
          <a:prstGeom prst="rect">
            <a:avLst/>
          </a:prstGeom>
          <a:noFill/>
        </p:spPr>
        <p:txBody>
          <a:bodyPr wrap="square" lIns="73152" rIns="73152" tIns="36576" bIns="36576" anchor="ctr">
            <a:spAutoFit/>
          </a:bodyPr>
          <a:lstStyle/>
          <a:p>
            <a:pPr algn="l" marL="0" indent="0">
              <a:lnSpc>
                <a:spcPct val="110000"/>
              </a:lnSpc>
              <a:spcBef>
                <a:spcPts val="0"/>
              </a:spcBef>
              <a:spcAft>
                <a:spcPts val="0"/>
              </a:spcAft>
              <a:buNone/>
            </a:pPr>
            <a:r>
              <a:rPr sz="1700" b="0">
                <a:solidFill>
                  <a:srgbClr val="1B2A36"/>
                </a:solidFill>
                <a:latin typeface="맑은 고딕"/>
                <a:ea typeface="맑은 고딕"/>
                <a:cs typeface="맑은 고딕"/>
              </a:rPr>
              <a:t>위치 정보와 위치 의존 mask가 없는 self-attention의 순열 성질은? (13)</a:t>
            </a:r>
          </a:p>
        </p:txBody>
      </p:sp>
      <p:sp>
        <p:nvSpPr>
          <p:cNvPr id="15" name="Rounded Rectangle 14"/>
          <p:cNvSpPr/>
          <p:nvPr/>
        </p:nvSpPr>
        <p:spPr>
          <a:xfrm>
            <a:off x="457200" y="3621024"/>
            <a:ext cx="11274552" cy="960120"/>
          </a:xfrm>
          <a:prstGeom prst="roundRect">
            <a:avLst>
              <a:gd name="adj" fmla="val 9523"/>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94360" y="3872484"/>
            <a:ext cx="457200" cy="457200"/>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Bef>
                <a:spcPts val="0"/>
              </a:spcBef>
              <a:spcAft>
                <a:spcPts val="220"/>
              </a:spcAft>
              <a:buNone/>
            </a:pPr>
            <a:r>
              <a:rPr sz="1100" b="1">
                <a:solidFill>
                  <a:srgbClr val="FFFFFF"/>
                </a:solidFill>
                <a:latin typeface="맑은 고딕"/>
                <a:ea typeface="맑은 고딕"/>
                <a:cs typeface="맑은 고딕"/>
              </a:rPr>
              <a:t>Q3</a:t>
            </a:r>
          </a:p>
        </p:txBody>
      </p:sp>
      <p:sp>
        <p:nvSpPr>
          <p:cNvPr id="17" name="TextBox 16"/>
          <p:cNvSpPr txBox="1"/>
          <p:nvPr/>
        </p:nvSpPr>
        <p:spPr>
          <a:xfrm>
            <a:off x="1188720" y="3621024"/>
            <a:ext cx="10405872" cy="960120"/>
          </a:xfrm>
          <a:prstGeom prst="rect">
            <a:avLst/>
          </a:prstGeom>
          <a:noFill/>
        </p:spPr>
        <p:txBody>
          <a:bodyPr wrap="square" lIns="73152" rIns="73152" tIns="36576" bIns="36576" anchor="ctr">
            <a:spAutoFit/>
          </a:bodyPr>
          <a:lstStyle/>
          <a:p>
            <a:pPr algn="l" marL="0" indent="0">
              <a:lnSpc>
                <a:spcPct val="110000"/>
              </a:lnSpc>
              <a:spcBef>
                <a:spcPts val="0"/>
              </a:spcBef>
              <a:spcAft>
                <a:spcPts val="0"/>
              </a:spcAft>
              <a:buNone/>
            </a:pPr>
            <a:r>
              <a:rPr sz="1700" b="0">
                <a:solidFill>
                  <a:srgbClr val="1B2A36"/>
                </a:solidFill>
                <a:latin typeface="맑은 고딕"/>
                <a:ea typeface="맑은 고딕"/>
                <a:cs typeface="맑은 고딕"/>
              </a:rPr>
              <a:t>어떤 head에서 큰 attention 가중치를 관찰했다. 무엇이라고 말할 수 있나? (18)</a:t>
            </a:r>
          </a:p>
        </p:txBody>
      </p:sp>
      <p:sp>
        <p:nvSpPr>
          <p:cNvPr id="18" name="Rounded Rectangle 17"/>
          <p:cNvSpPr/>
          <p:nvPr/>
        </p:nvSpPr>
        <p:spPr>
          <a:xfrm>
            <a:off x="457200" y="4727448"/>
            <a:ext cx="11274552" cy="960120"/>
          </a:xfrm>
          <a:prstGeom prst="roundRect">
            <a:avLst>
              <a:gd name="adj" fmla="val 9523"/>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594360" y="4978908"/>
            <a:ext cx="457200" cy="457200"/>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Bef>
                <a:spcPts val="0"/>
              </a:spcBef>
              <a:spcAft>
                <a:spcPts val="220"/>
              </a:spcAft>
              <a:buNone/>
            </a:pPr>
            <a:r>
              <a:rPr sz="1100" b="1">
                <a:solidFill>
                  <a:srgbClr val="FFFFFF"/>
                </a:solidFill>
                <a:latin typeface="맑은 고딕"/>
                <a:ea typeface="맑은 고딕"/>
                <a:cs typeface="맑은 고딕"/>
              </a:rPr>
              <a:t>Q4</a:t>
            </a:r>
          </a:p>
        </p:txBody>
      </p:sp>
      <p:sp>
        <p:nvSpPr>
          <p:cNvPr id="20" name="TextBox 19"/>
          <p:cNvSpPr txBox="1"/>
          <p:nvPr/>
        </p:nvSpPr>
        <p:spPr>
          <a:xfrm>
            <a:off x="1188720" y="4727448"/>
            <a:ext cx="10405872" cy="960120"/>
          </a:xfrm>
          <a:prstGeom prst="rect">
            <a:avLst/>
          </a:prstGeom>
          <a:noFill/>
        </p:spPr>
        <p:txBody>
          <a:bodyPr wrap="square" lIns="73152" rIns="73152" tIns="36576" bIns="36576" anchor="ctr">
            <a:spAutoFit/>
          </a:bodyPr>
          <a:lstStyle/>
          <a:p>
            <a:pPr algn="l" marL="0" indent="0">
              <a:lnSpc>
                <a:spcPct val="110000"/>
              </a:lnSpc>
              <a:spcBef>
                <a:spcPts val="0"/>
              </a:spcBef>
              <a:spcAft>
                <a:spcPts val="0"/>
              </a:spcAft>
              <a:buNone/>
            </a:pPr>
            <a:r>
              <a:rPr sz="1700" b="0">
                <a:solidFill>
                  <a:srgbClr val="1B2A36"/>
                </a:solidFill>
                <a:latin typeface="맑은 고딕"/>
                <a:ea typeface="맑은 고딕"/>
                <a:cs typeface="맑은 고딕"/>
              </a:rPr>
              <a:t>q_A = (1, 0)이고 모든 Key가 k = (0, 1)이면 attention 가중치는?</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흔한 오해 바로잡기</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틀린 문장을 계산의 언어로 고쳐 쓴다</a:t>
            </a:r>
          </a:p>
        </p:txBody>
      </p:sp>
      <p:sp>
        <p:nvSpPr>
          <p:cNvPr id="8" name="Rounded Rectangle 7"/>
          <p:cNvSpPr/>
          <p:nvPr/>
        </p:nvSpPr>
        <p:spPr>
          <a:xfrm>
            <a:off x="10543032" y="914400"/>
            <a:ext cx="1188720" cy="365760"/>
          </a:xfrm>
          <a:prstGeom prst="roundRect">
            <a:avLst>
              <a:gd name="adj" fmla="val 50000"/>
            </a:avLst>
          </a:prstGeom>
          <a:solidFill>
            <a:srgbClr val="2E8F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검증</a:t>
            </a:r>
          </a:p>
        </p:txBody>
      </p:sp>
      <p:graphicFrame>
        <p:nvGraphicFramePr>
          <p:cNvPr id="9" name="Table 8"/>
          <p:cNvGraphicFramePr>
            <a:graphicFrameLocks noGrp="1"/>
          </p:cNvGraphicFramePr>
          <p:nvPr/>
        </p:nvGraphicFramePr>
        <p:xfrm>
          <a:off x="457200" y="1408176"/>
          <a:ext cx="11274551" cy="3310125"/>
        </p:xfrm>
        <a:graphic>
          <a:graphicData uri="http://schemas.openxmlformats.org/drawingml/2006/table">
            <a:tbl>
              <a:tblPr firstRow="1" bandRow="0">
                <a:tableStyleId>{5940675A-B579-460E-94D1-54222C63F5DA}</a:tableStyleId>
              </a:tblPr>
              <a:tblGrid>
                <a:gridCol w="4216499"/>
                <a:gridCol w="7058052"/>
              </a:tblGrid>
              <a:tr h="374904">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자주 듣는 말</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더 정확한 설명</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603503">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“Attention 가중치는 학습되는 파라미터다”</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파라미터는 W_Q · W_K · W_V · W_O. </a:t>
                      </a:r>
                      <a:r>
                        <a:rPr sz="1500" b="1">
                          <a:solidFill>
                            <a:srgbClr val="1B2A36"/>
                          </a:solidFill>
                          <a:latin typeface="맑은 고딕"/>
                          <a:ea typeface="맑은 고딕"/>
                          <a:cs typeface="맑은 고딕"/>
                        </a:rPr>
                        <a:t>A는 입력마다 계산</a:t>
                      </a:r>
                      <a:r>
                        <a:rPr sz="1500" b="0">
                          <a:solidFill>
                            <a:srgbClr val="1B2A36"/>
                          </a:solidFill>
                          <a:latin typeface="맑은 고딕"/>
                          <a:ea typeface="맑은 고딕"/>
                          <a:cs typeface="맑은 고딕"/>
                        </a:rPr>
                        <a:t>되는 활성값</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“Self-attention이면 Q = K = V”</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같은 X에서 </a:t>
                      </a:r>
                      <a:r>
                        <a:rPr sz="1500" b="1">
                          <a:solidFill>
                            <a:srgbClr val="1B2A36"/>
                          </a:solidFill>
                          <a:latin typeface="맑은 고딕"/>
                          <a:ea typeface="맑은 고딕"/>
                          <a:cs typeface="맑은 고딕"/>
                        </a:rPr>
                        <a:t>다른 투영</a:t>
                      </a:r>
                      <a:r>
                        <a:rPr sz="1500" b="0">
                          <a:solidFill>
                            <a:srgbClr val="1B2A36"/>
                          </a:solidFill>
                          <a:latin typeface="맑은 고딕"/>
                          <a:ea typeface="맑은 고딕"/>
                          <a:cs typeface="맑은 고딕"/>
                        </a:rPr>
                        <a:t>. 점수 행렬도 일반적으로 비대칭</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603503">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“Multi-head는 토큰을 head별로 나눠 본다”</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모든 head가 </a:t>
                      </a:r>
                      <a:r>
                        <a:rPr sz="1500" b="1">
                          <a:solidFill>
                            <a:srgbClr val="1B2A36"/>
                          </a:solidFill>
                          <a:latin typeface="맑은 고딕"/>
                          <a:ea typeface="맑은 고딕"/>
                          <a:cs typeface="맑은 고딕"/>
                        </a:rPr>
                        <a:t>모든 토큰</a:t>
                      </a:r>
                      <a:r>
                        <a:rPr sz="1500" b="0">
                          <a:solidFill>
                            <a:srgbClr val="1B2A36"/>
                          </a:solidFill>
                          <a:latin typeface="맑은 고딕"/>
                          <a:ea typeface="맑은 고딕"/>
                          <a:cs typeface="맑은 고딕"/>
                        </a:rPr>
                        <a:t>을 본다. 나누는 것은 특징 차원</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“Head 1은 문법, head 2는 의미 담당”</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역할은 </a:t>
                      </a:r>
                      <a:r>
                        <a:rPr sz="1500" b="1">
                          <a:solidFill>
                            <a:srgbClr val="1B2A36"/>
                          </a:solidFill>
                          <a:latin typeface="맑은 고딕"/>
                          <a:ea typeface="맑은 고딕"/>
                          <a:cs typeface="맑은 고딕"/>
                        </a:rPr>
                        <a:t>미리 정해지지 않는다</a:t>
                      </a:r>
                      <a:r>
                        <a:rPr sz="1500" b="0">
                          <a:solidFill>
                            <a:srgbClr val="1B2A36"/>
                          </a:solidFill>
                          <a:latin typeface="맑은 고딕"/>
                          <a:ea typeface="맑은 고딕"/>
                          <a:cs typeface="맑은 고딕"/>
                        </a:rPr>
                        <a:t> — 관찰·해석·인과 검증을 구분</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603503">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“Transformer가 attention을 발명했다”</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Attention은 2014, self-attention도 그 전에 있었다. 2017년은 </a:t>
                      </a:r>
                      <a:r>
                        <a:rPr sz="1500" b="1">
                          <a:solidFill>
                            <a:srgbClr val="1B2A36"/>
                          </a:solidFill>
                          <a:latin typeface="맑은 고딕"/>
                          <a:ea typeface="맑은 고딕"/>
                          <a:cs typeface="맑은 고딕"/>
                        </a:rPr>
                        <a:t>조합</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“위치 인코딩은 sin/cos여야 한다”</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학습형 · 상대 위치 · RoPE 등 여러 방식. 필요한 것은 </a:t>
                      </a:r>
                      <a:r>
                        <a:rPr sz="1500" b="1">
                          <a:solidFill>
                            <a:srgbClr val="1B2A36"/>
                          </a:solidFill>
                          <a:latin typeface="맑은 고딕"/>
                          <a:ea typeface="맑은 고딕"/>
                          <a:cs typeface="맑은 고딕"/>
                        </a:rPr>
                        <a:t>위치 단서</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bl>
          </a:graphicData>
        </a:graphic>
      </p:graphicFrame>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이번 주 과제</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제출물이 분명한 과제 — 결과를 보기 전에 먼저 예측해 적는다</a:t>
            </a:r>
          </a:p>
        </p:txBody>
      </p:sp>
      <p:sp>
        <p:nvSpPr>
          <p:cNvPr id="8" name="Rounded Rectangle 7"/>
          <p:cNvSpPr/>
          <p:nvPr/>
        </p:nvSpPr>
        <p:spPr>
          <a:xfrm>
            <a:off x="10543032" y="914400"/>
            <a:ext cx="1188720" cy="365760"/>
          </a:xfrm>
          <a:prstGeom prst="roundRect">
            <a:avLst>
              <a:gd name="adj" fmla="val 50000"/>
            </a:avLst>
          </a:prstGeom>
          <a:solidFill>
            <a:srgbClr val="1B2A3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실습</a:t>
            </a:r>
          </a:p>
        </p:txBody>
      </p:sp>
      <p:sp>
        <p:nvSpPr>
          <p:cNvPr id="9" name="Rounded Rectangle 8"/>
          <p:cNvSpPr/>
          <p:nvPr/>
        </p:nvSpPr>
        <p:spPr>
          <a:xfrm>
            <a:off x="457200" y="1408176"/>
            <a:ext cx="11274552" cy="1419986"/>
          </a:xfrm>
          <a:prstGeom prst="roundRect">
            <a:avLst>
              <a:gd name="adj" fmla="val 6439"/>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1554480"/>
            <a:ext cx="384048" cy="384048"/>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Bef>
                <a:spcPts val="0"/>
              </a:spcBef>
              <a:spcAft>
                <a:spcPts val="240"/>
              </a:spcAft>
              <a:buNone/>
            </a:pPr>
            <a:r>
              <a:rPr sz="1200" b="1">
                <a:solidFill>
                  <a:srgbClr val="FFFFFF"/>
                </a:solidFill>
                <a:latin typeface="맑은 고딕"/>
                <a:ea typeface="맑은 고딕"/>
                <a:cs typeface="맑은 고딕"/>
              </a:rPr>
              <a:t>1</a:t>
            </a:r>
          </a:p>
        </p:txBody>
      </p:sp>
      <p:sp>
        <p:nvSpPr>
          <p:cNvPr id="11" name="TextBox 10"/>
          <p:cNvSpPr txBox="1"/>
          <p:nvPr/>
        </p:nvSpPr>
        <p:spPr>
          <a:xfrm>
            <a:off x="1124712" y="1536192"/>
            <a:ext cx="10442448"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700" b="1">
                <a:solidFill>
                  <a:srgbClr val="01688F"/>
                </a:solidFill>
                <a:latin typeface="맑은 고딕"/>
                <a:ea typeface="맑은 고딕"/>
                <a:cs typeface="맑은 고딕"/>
              </a:rPr>
              <a:t>손계산 (원자료 운영안 6회차)</a:t>
            </a:r>
          </a:p>
        </p:txBody>
      </p:sp>
      <p:sp>
        <p:nvSpPr>
          <p:cNvPr id="12" name="TextBox 11"/>
          <p:cNvSpPr txBox="1"/>
          <p:nvPr/>
        </p:nvSpPr>
        <p:spPr>
          <a:xfrm>
            <a:off x="621792" y="1993392"/>
            <a:ext cx="10945368" cy="706755"/>
          </a:xfrm>
          <a:prstGeom prst="rect">
            <a:avLst/>
          </a:prstGeom>
          <a:noFill/>
        </p:spPr>
        <p:txBody>
          <a:bodyPr wrap="square" lIns="18288" rIns="18288" tIns="36576" bIns="36576" anchor="t">
            <a:spAutoFit/>
          </a:bodyPr>
          <a:lstStyle/>
          <a:p>
            <a:pPr algn="l" marL="0" indent="0">
              <a:lnSpc>
                <a:spcPct val="110000"/>
              </a:lnSpc>
              <a:spcBef>
                <a:spcPts val="0"/>
              </a:spcBef>
              <a:spcAft>
                <a:spcPts val="525"/>
              </a:spcAft>
              <a:buNone/>
            </a:pPr>
            <a:r>
              <a:rPr sz="1500" b="0">
                <a:solidFill>
                  <a:srgbClr val="1B2A36"/>
                </a:solidFill>
                <a:latin typeface="맑은 고딕"/>
                <a:ea typeface="맑은 고딕"/>
                <a:cs typeface="맑은 고딕"/>
              </a:rPr>
              <a:t>4토큰 예제에서 Query B, C의 행을 손으로 계산해 전체 행렬 그림과 맞춰 본다. √2 스케일을 빼면 어떻게 바뀌는지도.</a:t>
            </a:r>
          </a:p>
        </p:txBody>
      </p:sp>
      <p:sp>
        <p:nvSpPr>
          <p:cNvPr id="13" name="Rounded Rectangle 12"/>
          <p:cNvSpPr/>
          <p:nvPr/>
        </p:nvSpPr>
        <p:spPr>
          <a:xfrm>
            <a:off x="457200" y="3056763"/>
            <a:ext cx="11274552" cy="1191387"/>
          </a:xfrm>
          <a:prstGeom prst="roundRect">
            <a:avLst>
              <a:gd name="adj" fmla="val 7675"/>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21792" y="3203067"/>
            <a:ext cx="384048" cy="384048"/>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Bef>
                <a:spcPts val="0"/>
              </a:spcBef>
              <a:spcAft>
                <a:spcPts val="240"/>
              </a:spcAft>
              <a:buNone/>
            </a:pPr>
            <a:r>
              <a:rPr sz="1200" b="1">
                <a:solidFill>
                  <a:srgbClr val="FFFFFF"/>
                </a:solidFill>
                <a:latin typeface="맑은 고딕"/>
                <a:ea typeface="맑은 고딕"/>
                <a:cs typeface="맑은 고딕"/>
              </a:rPr>
              <a:t>2</a:t>
            </a:r>
          </a:p>
        </p:txBody>
      </p:sp>
      <p:sp>
        <p:nvSpPr>
          <p:cNvPr id="15" name="TextBox 14"/>
          <p:cNvSpPr txBox="1"/>
          <p:nvPr/>
        </p:nvSpPr>
        <p:spPr>
          <a:xfrm>
            <a:off x="1124712" y="3184779"/>
            <a:ext cx="10442448"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700" b="1">
                <a:solidFill>
                  <a:srgbClr val="01688F"/>
                </a:solidFill>
                <a:latin typeface="맑은 고딕"/>
                <a:ea typeface="맑은 고딕"/>
                <a:cs typeface="맑은 고딕"/>
              </a:rPr>
              <a:t>shape 추적</a:t>
            </a:r>
          </a:p>
        </p:txBody>
      </p:sp>
      <p:sp>
        <p:nvSpPr>
          <p:cNvPr id="16" name="TextBox 15"/>
          <p:cNvSpPr txBox="1"/>
          <p:nvPr/>
        </p:nvSpPr>
        <p:spPr>
          <a:xfrm>
            <a:off x="621792" y="3641979"/>
            <a:ext cx="10945368" cy="478155"/>
          </a:xfrm>
          <a:prstGeom prst="rect">
            <a:avLst/>
          </a:prstGeom>
          <a:noFill/>
        </p:spPr>
        <p:txBody>
          <a:bodyPr wrap="square" lIns="18288" rIns="18288" tIns="36576" bIns="36576" anchor="t">
            <a:spAutoFit/>
          </a:bodyPr>
          <a:lstStyle/>
          <a:p>
            <a:pPr algn="l" marL="0" indent="0">
              <a:lnSpc>
                <a:spcPct val="110000"/>
              </a:lnSpc>
              <a:spcBef>
                <a:spcPts val="0"/>
              </a:spcBef>
              <a:spcAft>
                <a:spcPts val="525"/>
              </a:spcAft>
              <a:buNone/>
            </a:pPr>
            <a:r>
              <a:rPr sz="1500" b="0">
                <a:solidFill>
                  <a:srgbClr val="1B2A36"/>
                </a:solidFill>
                <a:latin typeface="맑은 고딕"/>
                <a:ea typeface="맑은 고딕"/>
                <a:cs typeface="맑은 고딕"/>
              </a:rPr>
              <a:t>d = 12, H = 3, B = 2, N = 7일 때 multi-head의 모든 단계 shape을 표로 쓰고, 코드로 확인한다.</a:t>
            </a:r>
          </a:p>
        </p:txBody>
      </p:sp>
      <p:sp>
        <p:nvSpPr>
          <p:cNvPr id="17" name="Rounded Rectangle 16"/>
          <p:cNvSpPr/>
          <p:nvPr/>
        </p:nvSpPr>
        <p:spPr>
          <a:xfrm>
            <a:off x="457200" y="4476750"/>
            <a:ext cx="11274552" cy="1419986"/>
          </a:xfrm>
          <a:prstGeom prst="roundRect">
            <a:avLst>
              <a:gd name="adj" fmla="val 6439"/>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21792" y="4623053"/>
            <a:ext cx="384048" cy="384048"/>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Bef>
                <a:spcPts val="0"/>
              </a:spcBef>
              <a:spcAft>
                <a:spcPts val="240"/>
              </a:spcAft>
              <a:buNone/>
            </a:pPr>
            <a:r>
              <a:rPr sz="1200" b="1">
                <a:solidFill>
                  <a:srgbClr val="FFFFFF"/>
                </a:solidFill>
                <a:latin typeface="맑은 고딕"/>
                <a:ea typeface="맑은 고딕"/>
                <a:cs typeface="맑은 고딕"/>
              </a:rPr>
              <a:t>3</a:t>
            </a:r>
          </a:p>
        </p:txBody>
      </p:sp>
      <p:sp>
        <p:nvSpPr>
          <p:cNvPr id="19" name="TextBox 18"/>
          <p:cNvSpPr txBox="1"/>
          <p:nvPr/>
        </p:nvSpPr>
        <p:spPr>
          <a:xfrm>
            <a:off x="1124712" y="4604765"/>
            <a:ext cx="10442448"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700" b="1">
                <a:solidFill>
                  <a:srgbClr val="01688F"/>
                </a:solidFill>
                <a:latin typeface="맑은 고딕"/>
                <a:ea typeface="맑은 고딕"/>
                <a:cs typeface="맑은 고딕"/>
              </a:rPr>
              <a:t>순열 실험</a:t>
            </a:r>
          </a:p>
        </p:txBody>
      </p:sp>
      <p:sp>
        <p:nvSpPr>
          <p:cNvPr id="20" name="TextBox 19"/>
          <p:cNvSpPr txBox="1"/>
          <p:nvPr/>
        </p:nvSpPr>
        <p:spPr>
          <a:xfrm>
            <a:off x="621792" y="5061965"/>
            <a:ext cx="10945368" cy="706754"/>
          </a:xfrm>
          <a:prstGeom prst="rect">
            <a:avLst/>
          </a:prstGeom>
          <a:noFill/>
        </p:spPr>
        <p:txBody>
          <a:bodyPr wrap="square" lIns="18288" rIns="18288" tIns="36576" bIns="36576" anchor="t">
            <a:spAutoFit/>
          </a:bodyPr>
          <a:lstStyle/>
          <a:p>
            <a:pPr algn="l" marL="0" indent="0">
              <a:lnSpc>
                <a:spcPct val="110000"/>
              </a:lnSpc>
              <a:spcBef>
                <a:spcPts val="0"/>
              </a:spcBef>
              <a:spcAft>
                <a:spcPts val="525"/>
              </a:spcAft>
              <a:buNone/>
            </a:pPr>
            <a:r>
              <a:rPr sz="1500" b="0">
                <a:solidFill>
                  <a:srgbClr val="1B2A36"/>
                </a:solidFill>
                <a:latin typeface="맑은 고딕"/>
                <a:ea typeface="맑은 고딕"/>
                <a:cs typeface="맑은 고딕"/>
              </a:rPr>
              <a:t>dropout을 끈 nn.MultiheadAttention에 토큰 순서를 섞은 입력을 넣고 SA(PX) = P·SA(X)를 확인한다. 위치 인코딩을 더하면?</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참고 자료</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원문은 필요한 절만 골라 읽는다</a:t>
            </a:r>
          </a:p>
        </p:txBody>
      </p:sp>
      <p:sp>
        <p:nvSpPr>
          <p:cNvPr id="8" name="Rounded Rectangle 7"/>
          <p:cNvSpPr/>
          <p:nvPr/>
        </p:nvSpPr>
        <p:spPr>
          <a:xfrm>
            <a:off x="10543032" y="914400"/>
            <a:ext cx="1188720" cy="365760"/>
          </a:xfrm>
          <a:prstGeom prst="roundRect">
            <a:avLst>
              <a:gd name="adj" fmla="val 50000"/>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정리</a:t>
            </a:r>
          </a:p>
        </p:txBody>
      </p:sp>
      <p:graphicFrame>
        <p:nvGraphicFramePr>
          <p:cNvPr id="9" name="Table 8"/>
          <p:cNvGraphicFramePr>
            <a:graphicFrameLocks noGrp="1"/>
          </p:cNvGraphicFramePr>
          <p:nvPr/>
        </p:nvGraphicFramePr>
        <p:xfrm>
          <a:off x="457200" y="1408176"/>
          <a:ext cx="11274551" cy="2798064"/>
        </p:xfrm>
        <a:graphic>
          <a:graphicData uri="http://schemas.openxmlformats.org/drawingml/2006/table">
            <a:tbl>
              <a:tblPr firstRow="1" bandRow="0">
                <a:tableStyleId>{5940675A-B579-460E-94D1-54222C63F5DA}</a:tableStyleId>
              </a:tblPr>
              <a:tblGrid>
                <a:gridCol w="6691400"/>
                <a:gridCol w="4583151"/>
              </a:tblGrid>
              <a:tr h="359664">
                <a:tc>
                  <a:txBody>
                    <a:bodyPr wrap="square" lIns="36576" rIns="36576" tIns="36576" bIns="36576" anchor="t"/>
                    <a:lstStyle/>
                    <a:p>
                      <a:pPr algn="ctr" marL="0" indent="0">
                        <a:lnSpc>
                          <a:spcPct val="110000"/>
                        </a:lnSpc>
                        <a:spcBef>
                          <a:spcPts val="0"/>
                        </a:spcBef>
                        <a:spcAft>
                          <a:spcPts val="0"/>
                        </a:spcAft>
                        <a:buNone/>
                      </a:pPr>
                      <a:r>
                        <a:rPr sz="1400" b="1">
                          <a:solidFill>
                            <a:srgbClr val="FFFFFF"/>
                          </a:solidFill>
                          <a:latin typeface="맑은 고딕"/>
                          <a:ea typeface="맑은 고딕"/>
                          <a:cs typeface="맑은 고딕"/>
                        </a:rPr>
                        <a:t>자료</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400" b="1">
                          <a:solidFill>
                            <a:srgbClr val="FFFFFF"/>
                          </a:solidFill>
                          <a:latin typeface="맑은 고딕"/>
                          <a:ea typeface="맑은 고딕"/>
                          <a:cs typeface="맑은 고딕"/>
                        </a:rPr>
                        <a:t>이번 주에 읽을 부분</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573024">
                <a:tc>
                  <a:txBody>
                    <a:bodyPr wrap="square" lIns="36576" rIns="36576" tIns="36576" bIns="36576" anchor="t"/>
                    <a:lstStyle/>
                    <a:p>
                      <a:pPr algn="l" marL="0" indent="0">
                        <a:lnSpc>
                          <a:spcPct val="110000"/>
                        </a:lnSpc>
                        <a:spcBef>
                          <a:spcPts val="0"/>
                        </a:spcBef>
                        <a:spcAft>
                          <a:spcPts val="0"/>
                        </a:spcAft>
                        <a:buNone/>
                      </a:pPr>
                      <a:r>
                        <a:rPr sz="1400" b="1">
                          <a:solidFill>
                            <a:srgbClr val="1B2A36"/>
                          </a:solidFill>
                          <a:latin typeface="맑은 고딕"/>
                          <a:ea typeface="맑은 고딕"/>
                          <a:cs typeface="맑은 고딕"/>
                        </a:rPr>
                        <a:t>[17] Bahdanau, Cho &amp; Bengio (2014). Neural Machine Translation by Jointly Learning to Align and Translate</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400" b="0">
                          <a:solidFill>
                            <a:srgbClr val="1B2A36"/>
                          </a:solidFill>
                          <a:latin typeface="맑은 고딕"/>
                          <a:ea typeface="맑은 고딕"/>
                          <a:cs typeface="맑은 고딕"/>
                        </a:rPr>
                        <a:t>§3 정렬 모델, 정렬 그림</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573024">
                <a:tc>
                  <a:txBody>
                    <a:bodyPr wrap="square" lIns="36576" rIns="36576" tIns="36576" bIns="36576" anchor="t"/>
                    <a:lstStyle/>
                    <a:p>
                      <a:pPr algn="l" marL="0" indent="0">
                        <a:lnSpc>
                          <a:spcPct val="110000"/>
                        </a:lnSpc>
                        <a:spcBef>
                          <a:spcPts val="0"/>
                        </a:spcBef>
                        <a:spcAft>
                          <a:spcPts val="0"/>
                        </a:spcAft>
                        <a:buNone/>
                      </a:pPr>
                      <a:r>
                        <a:rPr sz="1400" b="1">
                          <a:solidFill>
                            <a:srgbClr val="1B2A36"/>
                          </a:solidFill>
                          <a:latin typeface="맑은 고딕"/>
                          <a:ea typeface="맑은 고딕"/>
                          <a:cs typeface="맑은 고딕"/>
                        </a:rPr>
                        <a:t>[18] Luong, Pham &amp; Manning (2015). Effective Approaches to Attention-based NMT</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400" b="0">
                          <a:solidFill>
                            <a:srgbClr val="1B2A36"/>
                          </a:solidFill>
                          <a:latin typeface="맑은 고딕"/>
                          <a:ea typeface="맑은 고딕"/>
                          <a:cs typeface="맑은 고딕"/>
                        </a:rPr>
                        <a:t>점수 함수 비교</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59664">
                <a:tc>
                  <a:txBody>
                    <a:bodyPr wrap="square" lIns="36576" rIns="36576" tIns="36576" bIns="36576" anchor="t"/>
                    <a:lstStyle/>
                    <a:p>
                      <a:pPr algn="l" marL="0" indent="0">
                        <a:lnSpc>
                          <a:spcPct val="110000"/>
                        </a:lnSpc>
                        <a:spcBef>
                          <a:spcPts val="0"/>
                        </a:spcBef>
                        <a:spcAft>
                          <a:spcPts val="0"/>
                        </a:spcAft>
                        <a:buNone/>
                      </a:pPr>
                      <a:r>
                        <a:rPr sz="1400" b="1">
                          <a:solidFill>
                            <a:srgbClr val="1B2A36"/>
                          </a:solidFill>
                          <a:latin typeface="맑은 고딕"/>
                          <a:ea typeface="맑은 고딕"/>
                          <a:cs typeface="맑은 고딕"/>
                        </a:rPr>
                        <a:t>[22] Vaswani et al. (2017). Attention Is All You Need</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400" b="0">
                          <a:solidFill>
                            <a:srgbClr val="1B2A36"/>
                          </a:solidFill>
                          <a:latin typeface="맑은 고딕"/>
                          <a:ea typeface="맑은 고딕"/>
                          <a:cs typeface="맑은 고딕"/>
                        </a:rPr>
                        <a:t>§3.2 Attention, §3.5 위치 인코딩, Fig.1–2</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573024">
                <a:tc>
                  <a:txBody>
                    <a:bodyPr wrap="square" lIns="36576" rIns="36576" tIns="36576" bIns="36576" anchor="t"/>
                    <a:lstStyle/>
                    <a:p>
                      <a:pPr algn="l" marL="0" indent="0">
                        <a:lnSpc>
                          <a:spcPct val="110000"/>
                        </a:lnSpc>
                        <a:spcBef>
                          <a:spcPts val="0"/>
                        </a:spcBef>
                        <a:spcAft>
                          <a:spcPts val="0"/>
                        </a:spcAft>
                        <a:buNone/>
                      </a:pPr>
                      <a:r>
                        <a:rPr sz="1400" b="1">
                          <a:solidFill>
                            <a:srgbClr val="1B2A36"/>
                          </a:solidFill>
                          <a:latin typeface="맑은 고딕"/>
                          <a:ea typeface="맑은 고딕"/>
                          <a:cs typeface="맑은 고딕"/>
                        </a:rPr>
                        <a:t>[27] The Annotated Transformer · [28] PyTorch nn.MultiheadAttention 문서</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400" b="0">
                          <a:solidFill>
                            <a:srgbClr val="1B2A36"/>
                          </a:solidFill>
                          <a:latin typeface="맑은 고딕"/>
                          <a:ea typeface="맑은 고딕"/>
                          <a:cs typeface="맑은 고딕"/>
                        </a:rPr>
                        <a:t>shape과 구현 대조</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59664">
                <a:tc>
                  <a:txBody>
                    <a:bodyPr wrap="square" lIns="36576" rIns="36576" tIns="36576" bIns="36576" anchor="t"/>
                    <a:lstStyle/>
                    <a:p>
                      <a:pPr algn="l" marL="0" indent="0">
                        <a:lnSpc>
                          <a:spcPct val="110000"/>
                        </a:lnSpc>
                        <a:spcBef>
                          <a:spcPts val="0"/>
                        </a:spcBef>
                        <a:spcAft>
                          <a:spcPts val="0"/>
                        </a:spcAft>
                        <a:buNone/>
                      </a:pPr>
                      <a:r>
                        <a:rPr sz="1400" b="1">
                          <a:solidFill>
                            <a:srgbClr val="1B2A36"/>
                          </a:solidFill>
                          <a:latin typeface="맑은 고딕"/>
                          <a:ea typeface="맑은 고딕"/>
                          <a:cs typeface="맑은 고딕"/>
                        </a:rPr>
                        <a:t>[39][40] Attention 해석 관련 연구 (원자료 참고문헌)</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400" b="0">
                          <a:solidFill>
                            <a:srgbClr val="1B2A36"/>
                          </a:solidFill>
                          <a:latin typeface="맑은 고딕"/>
                          <a:ea typeface="맑은 고딕"/>
                          <a:cs typeface="맑은 고딕"/>
                        </a:rPr>
                        <a:t>heatmap 해석의 한계</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bl>
          </a:graphicData>
        </a:graphic>
      </p:graphicFrame>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남은 문제와 다음 질문</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답은 새 문제를 남긴다 — 다음 주는 여기서 출발한다</a:t>
            </a:r>
          </a:p>
        </p:txBody>
      </p:sp>
      <p:sp>
        <p:nvSpPr>
          <p:cNvPr id="8" name="Rounded Rectangle 7"/>
          <p:cNvSpPr/>
          <p:nvPr/>
        </p:nvSpPr>
        <p:spPr>
          <a:xfrm>
            <a:off x="10543032" y="914400"/>
            <a:ext cx="1188720" cy="365760"/>
          </a:xfrm>
          <a:prstGeom prst="roundRect">
            <a:avLst>
              <a:gd name="adj" fmla="val 50000"/>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정리</a:t>
            </a:r>
          </a:p>
        </p:txBody>
      </p:sp>
      <p:sp>
        <p:nvSpPr>
          <p:cNvPr id="9" name="Rounded Rectangle 8"/>
          <p:cNvSpPr/>
          <p:nvPr/>
        </p:nvSpPr>
        <p:spPr>
          <a:xfrm>
            <a:off x="457200" y="1591056"/>
            <a:ext cx="3422904" cy="3840480"/>
          </a:xfrm>
          <a:prstGeom prst="roundRect">
            <a:avLst>
              <a:gd name="adj" fmla="val 2671"/>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1682496"/>
            <a:ext cx="3240024" cy="39624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500" b="1">
                <a:solidFill>
                  <a:srgbClr val="01688F"/>
                </a:solidFill>
                <a:latin typeface="맑은 고딕"/>
                <a:ea typeface="맑은 고딕"/>
                <a:cs typeface="맑은 고딕"/>
              </a:rPr>
              <a:t>이번 주에 해결한 것</a:t>
            </a:r>
          </a:p>
        </p:txBody>
      </p:sp>
      <p:sp>
        <p:nvSpPr>
          <p:cNvPr id="11" name="TextBox 10"/>
          <p:cNvSpPr txBox="1"/>
          <p:nvPr/>
        </p:nvSpPr>
        <p:spPr>
          <a:xfrm>
            <a:off x="548640" y="2124456"/>
            <a:ext cx="3240024" cy="3215640"/>
          </a:xfrm>
          <a:prstGeom prst="rect">
            <a:avLst/>
          </a:prstGeom>
          <a:noFill/>
        </p:spPr>
        <p:txBody>
          <a:bodyPr wrap="square" lIns="18288" rIns="18288" tIns="36576" bIns="36576" anchor="ctr">
            <a:spAutoFit/>
          </a:bodyPr>
          <a:lstStyle/>
          <a:p>
            <a:pPr algn="ctr" marL="0" indent="0">
              <a:lnSpc>
                <a:spcPct val="110000"/>
              </a:lnSpc>
              <a:spcBef>
                <a:spcPts val="0"/>
              </a:spcBef>
              <a:spcAft>
                <a:spcPts val="450"/>
              </a:spcAft>
              <a:buNone/>
            </a:pPr>
            <a:r>
              <a:rPr sz="1800" b="0">
                <a:solidFill>
                  <a:srgbClr val="1B2A36"/>
                </a:solidFill>
                <a:latin typeface="맑은 고딕"/>
                <a:ea typeface="맑은 고딕"/>
                <a:cs typeface="맑은 고딕"/>
              </a:rPr>
              <a:t>출력마다 원문을 </a:t>
            </a:r>
            <a:r>
              <a:rPr sz="1800" b="1">
                <a:solidFill>
                  <a:srgbClr val="1B2A36"/>
                </a:solidFill>
                <a:latin typeface="맑은 고딕"/>
                <a:ea typeface="맑은 고딕"/>
                <a:cs typeface="맑은 고딕"/>
              </a:rPr>
              <a:t>다시 참조</a:t>
            </a:r>
            <a:r>
              <a:rPr sz="1800" b="0">
                <a:solidFill>
                  <a:srgbClr val="1B2A36"/>
                </a:solidFill>
                <a:latin typeface="맑은 고딕"/>
                <a:ea typeface="맑은 고딕"/>
                <a:cs typeface="맑은 고딕"/>
              </a:rPr>
              <a:t>하는 Attention</a:t>
            </a:r>
          </a:p>
          <a:p>
            <a:pPr algn="ctr" marL="0" indent="0">
              <a:lnSpc>
                <a:spcPct val="110000"/>
              </a:lnSpc>
              <a:spcBef>
                <a:spcPts val="0"/>
              </a:spcBef>
              <a:spcAft>
                <a:spcPts val="450"/>
              </a:spcAft>
              <a:buNone/>
            </a:pPr>
            <a:r>
              <a:rPr sz="1800" b="0">
                <a:solidFill>
                  <a:srgbClr val="1B2A36"/>
                </a:solidFill>
                <a:latin typeface="맑은 고딕"/>
                <a:ea typeface="맑은 고딕"/>
                <a:cs typeface="맑은 고딕"/>
              </a:rPr>
              <a:t>모든 위치가 직접 만나는 </a:t>
            </a:r>
            <a:r>
              <a:rPr sz="1800" b="1">
                <a:solidFill>
                  <a:srgbClr val="1B2A36"/>
                </a:solidFill>
                <a:latin typeface="맑은 고딕"/>
                <a:ea typeface="맑은 고딕"/>
                <a:cs typeface="맑은 고딕"/>
              </a:rPr>
              <a:t>Self-attention</a:t>
            </a:r>
          </a:p>
          <a:p>
            <a:pPr algn="ctr" marL="0" indent="0">
              <a:lnSpc>
                <a:spcPct val="110000"/>
              </a:lnSpc>
              <a:spcBef>
                <a:spcPts val="0"/>
              </a:spcBef>
              <a:spcAft>
                <a:spcPts val="450"/>
              </a:spcAft>
              <a:buNone/>
            </a:pPr>
            <a:r>
              <a:rPr sz="1800" b="0">
                <a:solidFill>
                  <a:srgbClr val="1B2A36"/>
                </a:solidFill>
                <a:latin typeface="맑은 고딕"/>
                <a:ea typeface="맑은 고딕"/>
                <a:cs typeface="맑은 고딕"/>
              </a:rPr>
              <a:t>Q·K·V · Multi-head · 위치 인코딩</a:t>
            </a:r>
          </a:p>
        </p:txBody>
      </p:sp>
      <p:cxnSp>
        <p:nvCxnSpPr>
          <p:cNvPr id="12" name="Connector 11"/>
          <p:cNvCxnSpPr/>
          <p:nvPr/>
        </p:nvCxnSpPr>
        <p:spPr>
          <a:xfrm>
            <a:off x="3925824" y="3511296"/>
            <a:ext cx="411480" cy="0"/>
          </a:xfrm>
          <a:prstGeom prst="line">
            <a:avLst/>
          </a:prstGeom>
          <a:ln w="2540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4383024" y="1591056"/>
            <a:ext cx="3422904" cy="3840480"/>
          </a:xfrm>
          <a:prstGeom prst="roundRect">
            <a:avLst>
              <a:gd name="adj" fmla="val 2671"/>
            </a:avLst>
          </a:prstGeom>
          <a:solidFill>
            <a:srgbClr val="FDF1E9"/>
          </a:solidFill>
          <a:ln w="12700">
            <a:solidFill>
              <a:srgbClr val="E9713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74464" y="1682496"/>
            <a:ext cx="3240024" cy="39624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500" b="1">
                <a:solidFill>
                  <a:srgbClr val="E97132"/>
                </a:solidFill>
                <a:latin typeface="맑은 고딕"/>
                <a:ea typeface="맑은 고딕"/>
                <a:cs typeface="맑은 고딕"/>
              </a:rPr>
              <a:t>아직 남은 문제</a:t>
            </a:r>
          </a:p>
        </p:txBody>
      </p:sp>
      <p:sp>
        <p:nvSpPr>
          <p:cNvPr id="15" name="TextBox 14"/>
          <p:cNvSpPr txBox="1"/>
          <p:nvPr/>
        </p:nvSpPr>
        <p:spPr>
          <a:xfrm>
            <a:off x="4474464" y="2124456"/>
            <a:ext cx="3240024" cy="3215640"/>
          </a:xfrm>
          <a:prstGeom prst="rect">
            <a:avLst/>
          </a:prstGeom>
          <a:noFill/>
        </p:spPr>
        <p:txBody>
          <a:bodyPr wrap="square" lIns="18288" rIns="18288" tIns="36576" bIns="36576" anchor="ctr">
            <a:spAutoFit/>
          </a:bodyPr>
          <a:lstStyle/>
          <a:p>
            <a:pPr algn="ctr" marL="0" indent="0">
              <a:lnSpc>
                <a:spcPct val="110000"/>
              </a:lnSpc>
              <a:spcBef>
                <a:spcPts val="0"/>
              </a:spcBef>
              <a:spcAft>
                <a:spcPts val="450"/>
              </a:spcAft>
              <a:buNone/>
            </a:pPr>
            <a:r>
              <a:rPr sz="1800" b="0">
                <a:solidFill>
                  <a:srgbClr val="1B2A36"/>
                </a:solidFill>
                <a:latin typeface="맑은 고딕"/>
                <a:ea typeface="맑은 고딕"/>
                <a:cs typeface="맑은 고딕"/>
              </a:rPr>
              <a:t>attention만으로는 </a:t>
            </a:r>
            <a:r>
              <a:rPr sz="1800" b="1">
                <a:solidFill>
                  <a:srgbClr val="1B2A36"/>
                </a:solidFill>
                <a:latin typeface="맑은 고딕"/>
                <a:ea typeface="맑은 고딕"/>
                <a:cs typeface="맑은 고딕"/>
              </a:rPr>
              <a:t>토큰별 비선형 변환</a:t>
            </a:r>
            <a:r>
              <a:rPr sz="1800" b="0">
                <a:solidFill>
                  <a:srgbClr val="1B2A36"/>
                </a:solidFill>
                <a:latin typeface="맑은 고딕"/>
                <a:ea typeface="맑은 고딕"/>
                <a:cs typeface="맑은 고딕"/>
              </a:rPr>
              <a:t>이 없다</a:t>
            </a:r>
          </a:p>
          <a:p>
            <a:pPr algn="ctr" marL="0" indent="0">
              <a:lnSpc>
                <a:spcPct val="110000"/>
              </a:lnSpc>
              <a:spcBef>
                <a:spcPts val="0"/>
              </a:spcBef>
              <a:spcAft>
                <a:spcPts val="450"/>
              </a:spcAft>
              <a:buNone/>
            </a:pPr>
            <a:r>
              <a:rPr sz="1800" b="0">
                <a:solidFill>
                  <a:srgbClr val="1B2A36"/>
                </a:solidFill>
                <a:latin typeface="맑은 고딕"/>
                <a:ea typeface="맑은 고딕"/>
                <a:cs typeface="맑은 고딕"/>
              </a:rPr>
              <a:t>깊게 쌓으면? 정답을 </a:t>
            </a:r>
            <a:r>
              <a:rPr sz="1800" b="1">
                <a:solidFill>
                  <a:srgbClr val="1B2A36"/>
                </a:solidFill>
                <a:latin typeface="맑은 고딕"/>
                <a:ea typeface="맑은 고딕"/>
                <a:cs typeface="맑은 고딕"/>
              </a:rPr>
              <a:t>훔쳐보지 않고</a:t>
            </a:r>
            <a:r>
              <a:rPr sz="1800" b="0">
                <a:solidFill>
                  <a:srgbClr val="1B2A36"/>
                </a:solidFill>
                <a:latin typeface="맑은 고딕"/>
                <a:ea typeface="맑은 고딕"/>
                <a:cs typeface="맑은 고딕"/>
              </a:rPr>
              <a:t> 학습하려면? </a:t>
            </a:r>
            <a:r>
              <a:rPr sz="1800" b="1">
                <a:solidFill>
                  <a:srgbClr val="1B2A36"/>
                </a:solidFill>
                <a:latin typeface="맑은 고딕"/>
                <a:ea typeface="맑은 고딕"/>
                <a:cs typeface="맑은 고딕"/>
              </a:rPr>
              <a:t>생성</a:t>
            </a:r>
            <a:r>
              <a:rPr sz="1800" b="0">
                <a:solidFill>
                  <a:srgbClr val="1B2A36"/>
                </a:solidFill>
                <a:latin typeface="맑은 고딕"/>
                <a:ea typeface="맑은 고딕"/>
                <a:cs typeface="맑은 고딕"/>
              </a:rPr>
              <a:t>은?</a:t>
            </a:r>
          </a:p>
        </p:txBody>
      </p:sp>
      <p:cxnSp>
        <p:nvCxnSpPr>
          <p:cNvPr id="16" name="Connector 15"/>
          <p:cNvCxnSpPr/>
          <p:nvPr/>
        </p:nvCxnSpPr>
        <p:spPr>
          <a:xfrm>
            <a:off x="7851648" y="3511296"/>
            <a:ext cx="411480" cy="0"/>
          </a:xfrm>
          <a:prstGeom prst="line">
            <a:avLst/>
          </a:prstGeom>
          <a:ln w="2540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8308848" y="1591056"/>
            <a:ext cx="3422904" cy="3840480"/>
          </a:xfrm>
          <a:prstGeom prst="roundRect">
            <a:avLst>
              <a:gd name="adj" fmla="val 2671"/>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400288" y="1682496"/>
            <a:ext cx="3240024" cy="39624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Week 6의 질문</a:t>
            </a:r>
          </a:p>
        </p:txBody>
      </p:sp>
      <p:sp>
        <p:nvSpPr>
          <p:cNvPr id="19" name="TextBox 18"/>
          <p:cNvSpPr txBox="1"/>
          <p:nvPr/>
        </p:nvSpPr>
        <p:spPr>
          <a:xfrm>
            <a:off x="8400288" y="2124456"/>
            <a:ext cx="3240024" cy="3215640"/>
          </a:xfrm>
          <a:prstGeom prst="rect">
            <a:avLst/>
          </a:prstGeom>
          <a:noFill/>
        </p:spPr>
        <p:txBody>
          <a:bodyPr wrap="square" lIns="18288" rIns="18288" tIns="36576" bIns="36576" anchor="ctr">
            <a:spAutoFit/>
          </a:bodyPr>
          <a:lstStyle/>
          <a:p>
            <a:pPr algn="ctr" marL="0" indent="0">
              <a:lnSpc>
                <a:spcPct val="110000"/>
              </a:lnSpc>
              <a:spcBef>
                <a:spcPts val="0"/>
              </a:spcBef>
              <a:spcAft>
                <a:spcPts val="450"/>
              </a:spcAft>
              <a:buNone/>
            </a:pPr>
            <a:r>
              <a:rPr sz="1800" b="1">
                <a:solidFill>
                  <a:srgbClr val="FFFFFF"/>
                </a:solidFill>
                <a:latin typeface="맑은 고딕"/>
                <a:ea typeface="맑은 고딕"/>
                <a:cs typeface="맑은 고딕"/>
              </a:rPr>
              <a:t>참조만으로</a:t>
            </a:r>
          </a:p>
          <a:p>
            <a:pPr algn="ctr" marL="0" indent="0">
              <a:lnSpc>
                <a:spcPct val="110000"/>
              </a:lnSpc>
              <a:spcBef>
                <a:spcPts val="0"/>
              </a:spcBef>
              <a:spcAft>
                <a:spcPts val="450"/>
              </a:spcAft>
              <a:buNone/>
            </a:pPr>
            <a:r>
              <a:rPr sz="1800" b="1">
                <a:solidFill>
                  <a:srgbClr val="FFFFFF"/>
                </a:solidFill>
                <a:latin typeface="맑은 고딕"/>
                <a:ea typeface="맑은 고딕"/>
                <a:cs typeface="맑은 고딕"/>
              </a:rPr>
              <a:t>시퀀스 모델을 만들면?</a:t>
            </a:r>
          </a:p>
          <a:p>
            <a:pPr algn="ctr" marL="0" indent="0">
              <a:lnSpc>
                <a:spcPct val="110000"/>
              </a:lnSpc>
              <a:spcBef>
                <a:spcPts val="0"/>
              </a:spcBef>
              <a:spcAft>
                <a:spcPts val="450"/>
              </a:spcAft>
              <a:buNone/>
            </a:pPr>
            <a:r>
              <a:rPr sz="1800" b="0">
                <a:solidFill>
                  <a:srgbClr val="FFFFFF"/>
                </a:solidFill>
                <a:latin typeface="맑은 고딕"/>
                <a:ea typeface="맑은 고딕"/>
                <a:cs typeface="맑은 고딕"/>
              </a:rPr>
              <a:t>FFN · Residual · LayerNorm · Mask · 학습 · 생성</a:t>
            </a:r>
          </a:p>
        </p:txBody>
      </p:sp>
    </p:spTree>
  </p:cSld>
  <p:clrMapOvr>
    <a:masterClrMapping/>
  </p:clrMapOvr>
</p:sld>
</file>

<file path=ppt/theme/theme1.xml><?xml version="1.0" encoding="utf-8"?>
<a:theme xmlns:a="http://schemas.openxmlformats.org/drawingml/2006/main" name="Office 테마">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맑은 고딕"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2_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테마">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맑은 고딕"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1">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6991B60C-0B87-4813-A3C9-C04D3D506FA3}">
  <we:reference id="WA200010001" version="1.0.0.1" store="Omex" storeType="OMEX"/>
  <we:alternateReferences>
    <we:reference id="WA200010001" version="1.0.0.1" store="WA200010001" storeType="OMEX"/>
  </we:alternateReferences>
  <we:properties>
    <we:property name="claude.fileId" value="&quot;36273689-c3e2-4185-b47f-e280f0f57d29&quot;"/>
  </we:properties>
  <we:bindings/>
  <we:snapshot xmlns:r="http://schemas.openxmlformats.org/officeDocument/2006/relationships"/>
</we:webextension>
</file>

<file path=ppt/webextensions/webextension2.xml><?xml version="1.0" encoding="utf-8"?>
<we:webextension xmlns:we="http://schemas.microsoft.com/office/webextensions/webextension/2010/11" id="{79D06B6F-593C-4965-A8E3-9778E5C31F9B}">
  <we:reference id="WA200010725" version="1.0.0.1" store="Omex" storeType="OMEX"/>
  <we:alternateReferences>
    <we:reference id="WA200010725" version="1.0.0.1" store="WA200010725" storeType="OMEX"/>
  </we:alternateReferences>
  <we:properties>
    <we:property name="claude.fileId" value="&quot;b6f5a1e2-33ed-4cdb-b763-f3262e0a7160&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31557</TotalTime>
  <Words>68</Words>
  <Application>Microsoft Office PowerPoint</Application>
  <PresentationFormat>와이드스크린</PresentationFormat>
  <Paragraphs>24</Paragraphs>
  <Slides>3</Slides>
  <Notes>3</Notes>
  <HiddenSlides>0</HiddenSlides>
  <MMClips>0</MMClips>
  <ScaleCrop>false</ScaleCrop>
  <HeadingPairs>
    <vt:vector size="6" baseType="variant">
      <vt:variant>
        <vt:lpstr>사용한 글꼴</vt:lpstr>
      </vt:variant>
      <vt:variant>
        <vt:i4>5</vt:i4>
      </vt:variant>
      <vt:variant>
        <vt:lpstr>테마</vt:lpstr>
      </vt:variant>
      <vt:variant>
        <vt:i4>2</vt:i4>
      </vt:variant>
      <vt:variant>
        <vt:lpstr>슬라이드 제목</vt:lpstr>
      </vt:variant>
      <vt:variant>
        <vt:i4>3</vt:i4>
      </vt:variant>
    </vt:vector>
  </HeadingPairs>
  <TitlesOfParts>
    <vt:vector size="10" baseType="lpstr">
      <vt:lpstr>맑은 고딕</vt:lpstr>
      <vt:lpstr>시스템 서체 일반체</vt:lpstr>
      <vt:lpstr>Arial</vt:lpstr>
      <vt:lpstr>Trebuchet MS</vt:lpstr>
      <vt:lpstr>Wingdings</vt:lpstr>
      <vt:lpstr>Office 테마</vt:lpstr>
      <vt:lpstr>2_Office 테마</vt:lpstr>
      <vt:lpstr>subject</vt:lpstr>
      <vt:lpstr>Name</vt:lpstr>
      <vt:lpstr>Question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문상준</dc:creator>
  <cp:lastModifiedBy>민윤홍</cp:lastModifiedBy>
  <cp:revision>1287</cp:revision>
  <cp:lastPrinted>2026-04-30T03:45:43Z</cp:lastPrinted>
  <dcterms:created xsi:type="dcterms:W3CDTF">2026-03-17T00:52:02Z</dcterms:created>
  <dcterms:modified xsi:type="dcterms:W3CDTF">2026-09-03T15:32:22Z</dcterms:modified>
</cp:coreProperties>
</file>