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  <p:sldMasterId id="2147483662" r:id="rId2"/>
  </p:sldMasterIdLst>
  <p:notesMasterIdLst>
    <p:notesMasterId r:id="rId6"/>
  </p:notesMasterIdLst>
  <p:sldIdLst>
    <p:sldId id="770" r:id="rId3"/>
    <p:sldId id="1002" r:id="rId11"/>
    <p:sldId id="1003" r:id="rId12"/>
    <p:sldId id="1004" r:id="rId13"/>
    <p:sldId id="1005" r:id="rId14"/>
    <p:sldId id="1006" r:id="rId15"/>
    <p:sldId id="1007" r:id="rId16"/>
    <p:sldId id="1008" r:id="rId17"/>
    <p:sldId id="1009" r:id="rId18"/>
    <p:sldId id="1010" r:id="rId19"/>
    <p:sldId id="1011" r:id="rId20"/>
    <p:sldId id="1012" r:id="rId21"/>
    <p:sldId id="1013" r:id="rId22"/>
    <p:sldId id="1014" r:id="rId23"/>
    <p:sldId id="1015" r:id="rId24"/>
    <p:sldId id="1016" r:id="rId25"/>
    <p:sldId id="1017" r:id="rId26"/>
    <p:sldId id="1018" r:id="rId27"/>
    <p:sldId id="1019" r:id="rId28"/>
    <p:sldId id="1020" r:id="rId29"/>
    <p:sldId id="1021" r:id="rId30"/>
    <p:sldId id="1022" r:id="rId31"/>
    <p:sldId id="1023" r:id="rId32"/>
    <p:sldId id="1024" r:id="rId33"/>
    <p:sldId id="1025" r:id="rId34"/>
    <p:sldId id="1026" r:id="rId35"/>
    <p:sldId id="1027" r:id="rId36"/>
    <p:sldId id="1028" r:id="rId37"/>
    <p:sldId id="1029" r:id="rId38"/>
    <p:sldId id="1030" r:id="rId39"/>
    <p:sldId id="1031" r:id="rId40"/>
    <p:sldId id="1032" r:id="rId41"/>
    <p:sldId id="1033" r:id="rId42"/>
    <p:sldId id="1034" r:id="rId43"/>
    <p:sldId id="1035" r:id="rId44"/>
    <p:sldId id="1036" r:id="rId45"/>
    <p:sldId id="1037" r:id="rId46"/>
    <p:sldId id="1038" r:id="rId47"/>
    <p:sldId id="1039" r:id="rId48"/>
    <p:sldId id="1040" r:id="rId49"/>
    <p:sldId id="1041" r:id="rId50"/>
    <p:sldId id="1042" r:id="rId51"/>
    <p:sldId id="772" r:id="rId5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5F1E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65" autoAdjust="0"/>
    <p:restoredTop sz="73176" autoAdjust="0"/>
  </p:normalViewPr>
  <p:slideViewPr>
    <p:cSldViewPr snapToGrid="0" showGuides="1">
      <p:cViewPr varScale="1">
        <p:scale>
          <a:sx n="85" d="100"/>
          <a:sy n="85" d="100"/>
        </p:scale>
        <p:origin x="1476" y="90"/>
      </p:cViewPr>
      <p:guideLst>
        <p:guide orient="horz" pos="2160"/>
        <p:guide pos="3840"/>
      </p:guideLst>
    </p:cSldViewPr>
  </p:slideViewPr>
  <p:notesTextViewPr>
    <p:cViewPr>
      <p:scale>
        <a:sx n="125" d="100"/>
        <a:sy n="125" d="100"/>
      </p:scale>
      <p:origin x="0" y="0"/>
    </p:cViewPr>
  </p:notesTextViewPr>
  <p:notesViewPr>
    <p:cSldViewPr snapToGrid="0" showGuides="1">
      <p:cViewPr varScale="1">
        <p:scale>
          <a:sx n="118" d="100"/>
          <a:sy n="118" d="100"/>
        </p:scale>
        <p:origin x="3954" y="96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5" Type="http://schemas.openxmlformats.org/officeDocument/2006/relationships/slide" Target="slides/slide3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DC70FBF-EBC7-48BC-9FF4-60E98111FAF8}" type="datetimeFigureOut">
              <a:rPr lang="ko-KR" altLang="en-US" smtClean="0"/>
              <a:t>2026-09-04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E5A6E62-6464-48E3-A950-8B46B2C8108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1313675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n-US" altLang="ko-KR" dirty="0"/>
              <a:t> </a:t>
            </a:r>
            <a:r>
              <a:rPr lang="ko-KR" altLang="ko-KR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오른쪽: →</a:t>
            </a:r>
          </a:p>
          <a:p>
            <a:pPr lvl="0"/>
            <a:r>
              <a:rPr lang="ko-KR" altLang="ko-KR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왼쪽: ←</a:t>
            </a:r>
          </a:p>
          <a:p>
            <a:pPr lvl="0"/>
            <a:r>
              <a:rPr lang="ko-KR" altLang="ko-KR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위쪽: ↑</a:t>
            </a:r>
          </a:p>
          <a:p>
            <a:pPr lvl="0"/>
            <a:r>
              <a:rPr lang="ko-KR" altLang="ko-KR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아래쪽: ↓</a:t>
            </a:r>
          </a:p>
          <a:p>
            <a:pPr lvl="0"/>
            <a:r>
              <a:rPr lang="ko-KR" altLang="ko-KR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좌우 양방향: ↔ ⇔</a:t>
            </a:r>
          </a:p>
          <a:p>
            <a:pPr lvl="0"/>
            <a:r>
              <a:rPr lang="ko-KR" altLang="ko-KR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상하 양방향: ↕</a:t>
            </a:r>
          </a:p>
          <a:p>
            <a:pPr lvl="0"/>
            <a:r>
              <a:rPr lang="ko-KR" altLang="ko-KR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대각선: ↗ ↘ ↖ ↙</a:t>
            </a:r>
          </a:p>
          <a:p>
            <a:endParaRPr lang="ko-KR" altLang="en-US"/>
          </a:p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9F891E5-1CD2-4B05-8178-8C49B58924F9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110004020202020204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110004020202020204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770211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 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5A6E62-6464-48E3-A950-8B46B2C8108B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1374747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지난주 MLP는 이론적으로 강력하지만 두 가지 벽에 부딪힌다: 입력이 크면 파라미터가 폭발하고, 층이 깊으면 학습이 잘 안 된다. 오늘은 데이터의 구조를 모델에 넣는 방법(CNN)과, 깊은 모델을 실제로 학습시키기 위한 조건(데이터·GPU·ReLU·Residual·Normalization)을 본다.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지난 주 복습 — Perceptron의 한계(XOR) / 비선형 은닉층 + 역전파 = MLP / 분류 출력: Softmax + Cross-entropy. 하지만 남은 문제가 있다: 입력이 이미지(수만 픽셀)면 모든 입력을 모든 뉴런에 연결 → 파라미터 폭발 / 층을 깊게 쌓으면 기울기가 곱해지며 사라진다. 이번 주는 이 질문에서 출발한다: 공간 구조를 어떻게 쓰고, / 깊은 모델은 어떻게 학습시키나?. 학생에게 지난 주 내용을 한 문장씩 먼저 말해 보게 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과정 지도에서 오늘은 3번째 질문이다. 오늘의 순서: 이미지를 MLP로 다루면? / 합성곱: 가까운 곳만, 같은 필터로 / 옆길: SVM과 일반화 (1995) / 깊은 모델이 가능해진 조건 (2006–2012) / 더 깊게: Residual과 Normalization (2015–2016). 끝나면 할 수 있어야 하는 것: 합성곱의 출력 크기와 파라미터 수를 계산한다 / CNN의 구조적 가정(지역성·가중치 공유)과 그 대가를 설명한다 / AlexNet이 ‘구조 하나’ 덕분이 아닌 이유를 말한다 / Residual y = x + F(x)가 깊은 학습을 돕는 이유를 설명한다 / BatchNorm과 LayerNorm의 정규화 축을 구분한다. 수업 마지막에 이 목표를 셀프 체크로 다시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오늘 처음 나오는 용어들. 외울 필요는 없고, 설명 중 막히면 이 표로 돌아온다. 채널 (channel): 같은 위치의 여러 특징 (RGB 3개, 특징 맵 64개…) / 필터 · 커널: 작은 가중치 격자 (예: 3×3) / stride · padding: 필터가 움직이는 간격 · 가장자리에 덧댄 0 / pooling: 영역을 요약해 크기를 줄임 (max, avg) / 수용 영역: 출력 한 칸이 영향을 받는 입력 범위 / 구조적 가정: 데이터에 대해 모델 구조에 미리 넣은 믿음 / 잔차 연결: 입력을 출력에 그대로 더하는 지름길 / 정규화 (Norm): 값들을 평균 0·분산 1 근처로 맞춤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이미지의 한 칸(픽셀)은 밝기 숫자다(0~255). 흑백 8×8 이미지는 (1, 8, 8) 텐서, 컬러는 빨강·초록·파랑 3개 채널이라 (3, H, W). 여러 장을 묶으면 (B, C, H, W). 1주차의 (B, N, d)처럼 축마다 이름이 있다: 배치, 채널, 세로, 가로.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입력 32×32×3을 같은 크기의 64채널 특징 맵(32×32×64)으로 바꾸는 층을 생각하자. 모든 입력(3,072개)을 모든 출력(65,536개)에 연결하면 3,072 × 65,536 = 201,326,592개의 가중치. 작은 이미지 한 층에 2억 개 — 메모리도, 학습 데이터도 감당할 수 없다. 게다가 펼치는 순간 '어느 픽셀이 이웃인지'라는 공간 정보가 사라진다. 같은 연결을 국소 영역으로 제한하면 177만 개, 거기에 가중치를 공유하면 1,728개(편향 포함 1,792)로 줄어든다.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이미지에는 세 가지 성질이 있다. ① 지역성: 가까운 픽셀끼리 함께 의미를 만든다(선, 모서리). ② 위치와 무관한 패턴: 고양이 귀는 사진 어디에 있어도 고양이 귀다. ③ 계층: 선 → 모양 → 부분 → 물체. CNN은 이 세 가지를 구조에 직접 넣는다. 이런 가정을 inductive bias(귀납적 편향)라고 한다. 공짜는 아니다: 가정이 맞지 않는 데이터(예: 멀리 떨어진 위치 사이의 관계가 중요한 경우)에서는 제약이 된다 — 5주차 Attention이 다른 선택을 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입력 6×6은 왼쪽이 밝고(10) 오른쪽이 어둡다(0). 필터 [[1,0,−1],[1,0,−1],[1,0,−1]]는 '왼쪽이 밝고 오른쪽이 어두운' 세로 경계에 반응한다. 주황 창 위치: (10·1 + 10·0 + 0·(−1)) × 3줄 = 30. 경계가 없는 곳에서는 0. 결과 4×4 특징 맵에서 경계 위치만 큰 값. 같은 9개 가중치를 모든 위치에 재사용하므로, 경계가 어디에 있든 같은 방식으로 찾는다.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y[i, j] = Σ_u Σ_v W[u, v] · x[i+u, j+v] + b. 필터 크기 K×K 안의 모든 칸을 곱해서 더한다 — 1주차의 내적 그대로. 원자료 주의: 딥러닝에서 'convolution'이라 부르는 구현은 대부분 필터를 뒤집지 않는 cross-correlation이다. 필터가 학습되므로 실용적 차이는 없다. 핵심은 두 가지: 국소 영역(작은 창)과 공유된 가중치(같은 W를 모든 위치에).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N: 입력 한 변 길이, K: 필터 크기, P: padding(가장자리에 덧댄 0의 두께), S: stride(필터가 움직이는 간격). 예: 6×6에 3×3, P=0, S=1 → (6−3)/1+1 = 4. 32×32에 5×5 → 28 (LeNet 첫 층). 32×32에 3×3, P=1 → 32 (크기 유지, 'same' padding). 32×32에 3×3, P=1, S=2 → ⌊31/2⌋+1 = 16 (절반으로).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컬러 입력(C_in=3)에 3×3 필터를 쓰면 필터 하나의 크기는 3×3×3 = 27. 특징 맵을 64개(C_out=64) 만들려면 필터 64개. 파라미터 = 64 × 27 + 64(편향) = 1,792. 입력 이미지 크기(32×32든 1000×1000이든)와 무관하다는 점이 핵심. 출력 shape는 (B, 64, 32, 32) (P=1). 같은 입출력의 완전 연결층은 2억 개였다.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max pooling 2×2, stride 2: 4×4 → 2×2. 각 영역에서 가장 강한 반응만 남긴다. 학습할 파라미터가 없다. 효과: 계산량 감소, 작은 위치 이동에 덜 민감. 대신 정확한 위치 정보 일부를 버린다. 최근 모델은 pooling 대신 stride 2 합성곱을 쓰기도 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한 층의 3×3 필터는 3칸만 보지만, 그 출력을 다시 3×3으로 보면 입력 5칸, 한 번 더 쌓으면 7칸. 층을 쌓을수록 선 → 모양 → 부분 → 물체처럼 넓은 영역을 통합한다. VGG(2014)의 논리: 3×3 세 층은 7×7 한 층과 같은 범위를 보면서 파라미터는 27C² vs 49C²로 적고 비선형성은 3번. 제약: 멀리 떨어진 두 위치가 만나려면 층을 여러 번 거쳐야 한다(경로가 길다).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LeCun 등(1989)은 역전파로 합성곱 신경망을 학습해 손글씨 우편번호를 인식했다. 1998년 LeNet-5 논문은 이 구조를 정리했다. (Fukushima의 1980 Neocognitron도 국소 연결과 계층 구조의 선구적 모델.) shape 흐름: 1×32×32 → C1 6@28×28 (5×5) → S2 6@14×14 → C3 16@10×10 → S4 16@5×5 → C5 120 → F6 84 → 출력 10. 합성곱으로 특징을 뽑고 공간 크기를 줄인 뒤, 마지막에 지난주의 MLP로 분류한다.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같은 필터를 모든 위치에 쓰므로 입력 패턴을 한 칸 옮기면 특징 맵의 반응도 한 칸 옮겨진다 — translation equivariance(이동 등변성). 여기에 전체 max 같은 요약을 붙이면 이 예시에서는 위치와 무관한 값(불변)이 된다. 원자료 주의: CNN이 자동으로 완벽한 위치 불변성을 보장하는 것은 아니다. 경계·padding·stride·pooling에 따라 조건이 달라진다.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nn.Conv2d(in_channels, out_channels, kernel_size, padding). 입력 (8, 3, 32, 32) → 출력 (8, 64, 32, 32). 파라미터 1,792개 — 앞의 손 계산과 같다. MaxPool2d(2)는 공간을 절반으로. LeNet 첫 층 Conv2d(1, 6, 5)는 32 → 28, 파라미터 6×25+6 = 156. 실습: 각 줄의 출력 shape을 공식으로 먼저 계산하고 실행해 맞춰 보기.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원자료의 정리 표. 네 개념 각각이 무엇을 얻게 해 주고, 대신 어떤 제약을 만드는지. 특히 '한 층에서 멀리 떨어진 위치가 직접 만나지 못한다', '넓은 의존 관계를 만들 때 경로가 길어진다'는 제약을 기억해 두자. 5주차 Attention은 이 제약을 다른 방식으로 푼다.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Cortes &amp; Vapnik(1995) Support-Vector Networks. 선형 분리가 가능해도 경계는 무수히 많다. SVM은 가장 가까운 점(서포트 벡터)까지의 거리, 즉 마진이 최대인 경계를 고른다. 마진이 넓을수록 새 데이터에 대한 일반화가 좋다는 이론적 근거가 있다. 볼록 최적화라서 해가 유일하고 안정적으로 찾아진다 — 당시 신경망보다 다루기 쉬웠다.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1차원에서 직선(점) 하나로 안 나뉘는 데이터도 x → (x, x²)로 올리면 선형 분리가 된다. 커널 트릭은 이 변환을 명시적으로 계산하지 않고 내적만으로 처리한다. 2주차 은닉층이 '새 좌표'를 학습했다면, SVM 커널은 좋은 좌표를 사람이 고르는 방식이다. 원자료가 이 옆길에서 가져오는 관점: 신경망을 깊게 만드는 것과 별개로, 데이터에 맞는 모델 복잡도는 어느 정도인가, 무엇을 통제하면 일반화가 좋아지는가. 커널 최적화의 전체 유도는 다루지 않는다. 그리고 전통적 머신러닝은 신경망의 '실패한 이전 세대'가 아니다.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2주차 연쇄법칙: 기울기는 층을 거꾸로 지나며 곱해진다. sigmoid 도함수의 최댓값은 0.25이므로 10층을 지나면 최대 0.25^10 ≈ 9.5×10^−7. 앞쪽 층은 사실상 학습 신호를 받지 못한다(기울기 소실). ReLU는 양수 구간 도함수가 1이라 이 곱셈 감소가 없다. (가중치 크기 효과는 제외한 단순화. 원자료 주의: ReLU라고 모든 소실 문제가 사라지는 것은 아니다.)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Hinton, Osindero, Teh(2006) 'A fast learning algorithm for deep belief nets': 층을 하나씩 비지도 방식으로 먼저 학습(greedy layer-wise pretraining)한 뒤 전체를 역전파로 미세 조정. 깊은 모델도 학습될 수 있다는 것을 보여 주며 '딥러닝' 부흥의 계기가 되었다. 원자료 주의: 당시의 '사전학습'과 오늘날 대규모 언어 모델의 '사전학습'은 같은 개념이 아니다. 이후 ReLU, 좋은 초기화, 대규모 데이터, GPU가 갖춰지면서 층별 사전학습 없이도 깊은 모델을 학습하게 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Krizhevsky, Sutskever, Hinton(2012). ImageNet(ILSVRC) 약 120만 장, 1000개 클래스. 합성곱 5층 + 완전 연결 3층, 약 6,000만 파라미터. GTX 580 GPU 2대로 약 5~6일 학습. ReLU로 학습 속도 향상, dropout으로 과적합 억제, 데이터 증강(자르기·뒤집기) 사용. top-5 오류 15.3%로 2위 26.2%를 크게 앞서며 컴퓨터 비전이 딥러닝으로 넘어가는 전환점이 되었다.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원자료: 깊은 모델이 가능해진 것은 구조 하나 덕분이 아니다. 표현력이 충분해도 학습·데이터·자원이 부족하면 그 표현을 얻지 못한다. 여섯 가지 조건이 동시에 맞아떨어졌다. 이 관점은 Transformer에도 그대로 적용된다 — Transformer의 성공도 구조, 대규모 데이터, 병렬 하드웨어, 학습 기법(warm-up, 정규화)이 함께 만든 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ILSVRC 분류 top-5 오류: 2010 28.2%, 2011 25.8% (둘 다 사람이 설계한 특징 + 분류기), 2012 AlexNet 15.3%, 2013 11.7%, 2014 GoogLeNet 6.67% (22층; VGG는 7.3%로 2위, 16~19층), 2015 ResNet 3.57% (152층). 깊이가 성능의 핵심 축이 되었다. 그런데 '그냥 더 깊게' 쌓으면 문제가 생긴다 → Part 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 et al.(2015)의 관찰: 단순히 층을 쌓은 plain 망에서 56층이 20층보다 훈련 오류와 테스트 오류가 모두 높았다(CIFAR-10). 과적합이라면 훈련 오류는 낮아야 한다. 이론적으로는 56층이 20층을 흉내 낼 수 있다(남는 36층이 입력을 그대로 통과시키면). 그런데 학습이 그 해를 찾지 못한다 — 2주차의 '표현 가능 vs 학습으로 찾음' 구분 그대로. 그림은 논문의 경향을 단순화한 개념도.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ResNet의 아이디어: 층이 출력 전체를 새로 만드는 대신, 입력 x에 더할 변화량 F(x)만 학습한다. y = x + F(x). '아무것도 안 하기'가 쉬워진다(F = 0이면 y = x). 앞의 문제(남는 층이 입력을 통과시키기)가 저절로 해결된다. 기울기 관점: ∂y/∂x = I + ∂F/∂x — 항등(identity) 경로 덕분에 기울기가 층을 건너 직접 흐른다. 오른쪽 그림(toy 실험)에서 40층을 지나도 기울기가 유지된다. 원자료 주의: 이 식은 단순 잔차(Pre-LN 형태)에서 성립. 원형 Transformer의 Post-LN은 뒤에 LN이 있어 전체 미분이 이렇게 단순하지 않다(6주차).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깊은 망에서는 층을 지날수록 값의 크기(스케일)가 들쭉날쭉해져 학습이 불안정해진다. 정규화는 값들을 평균 0, 분산 1 근처로 맞춘다. 예: (1, 2, 3, 4) → 평균 2.5, 분산 1.25(표준편차 1.118) → (−1.34, −0.45, 0.45, 1.34). 그 뒤 학습되는 γ(스케일)와 β(이동)로 필요한 만큼 되돌릴 수 있게 한다. ε는 0으로 나누지 않기 위한 작은 수.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BatchNorm(Ioffe &amp; Szegedy, 2015): 같은 특징을 배치 전체에 걸쳐 정규화 — 배치 크기와 다른 샘플에 의존. CNN에서 큰 효과. LayerNorm(Ba, Kiros, Hinton, 2016): 샘플(토큰) 하나의 d개 특징을 정규화 — 배치와 무관, 길이가 제각각인 시퀀스에 적합. 그래서 Transformer는 LayerNorm을 쓴다(6주차). 입력 (B, N, d)에서 LayerNorm(d)는 마지막 축 d로 평균을 낸다.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원자료 관점: 잔차·정규화를 CNN 층이나 Attention처럼 '무언가를 알아내는 부품'으로 설명하면 오해가 생긴다. 이들은 깊은 계산을 이어 붙이고 안정적으로 학습시키기 위한 조건이다. ResNet(2015)과 LayerNorm(2016)은 Transformer(2017)에 그대로 들어간다. 또 ConvS2S(2017)는 순환 없이 합성곱만으로 시퀀스를 처리해, 병렬화가 Attention만의 시도가 아니었음을 보여준다(원자료 계보).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원자료의 Bridge Question. CNN에서 어떤 위치를 볼지(K×K 이웃)와 비중(필터 가중치)은 학습 후 고정되고 입력과 무관하다. 만약 입력마다 '어디를 얼마나 볼지'를 계산한다면? 그것이 5주차 Attention의 아이디어다. 그 전에 다음 주는 또 다른 데이터 구조 — 순서가 있고 길이가 제각각인 언어 — 를 다룬다.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오늘의 요약. 각 줄을 학생이 자기 말로 다시 설명하게 한다: CNN = 지역성 + 가중치 공유 + 계층 — 파라미터 2억 → 1,792 / 출력 크기 O = ⌊(N − K + 2P)/S⌋ + 1, 파라미터 = C_out·C_in·K² + C_out / 모든 구조적 가정은 이득과 제약을 함께 가져온다 (등변성 ≠ 불변성) / SVM: 마진과 일반화, 모델 복잡도를 통제하는 관점 / 깊은 학습 = 데이터 + GPU + ReLU + 규제 + 초기화 + 구조가 함께 (AlexNet 2012) / Residual(y = x + F(x))과 LayerNorm은 깊은 계산을 학습 가능하게 하는 조건 → Transformer로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[정답]</a:t>
            </a:r>
          </a:p>
          <a:p>
            <a:r>
              <a:t>Q1. 입력 64×64, 필터 5×5, padding 2, stride 2일 때 출력 크기는?</a:t>
            </a:r>
          </a:p>
          <a:p>
            <a:r>
              <a:t>  → ⌊(64 − 5 + 4)/2⌋ + 1 = ⌊31.5⌋ + 1 = 32</a:t>
            </a:r>
          </a:p>
          <a:p>
            <a:r>
              <a:t>Q2. 입력 채널 16, 출력 채널 32, 3×3 합성곱의 파라미터 수는?</a:t>
            </a:r>
          </a:p>
          <a:p>
            <a:r>
              <a:t>  → 32 × 16 × 9 + 32 = 4,640</a:t>
            </a:r>
          </a:p>
          <a:p>
            <a:r>
              <a:t>Q3. ‘CNN은 입력을 옮겨도 최종 출력이 항상 같다’ — 참인가?</a:t>
            </a:r>
          </a:p>
          <a:p>
            <a:r>
              <a:t>  → 거짓. 등변성은 있지만 완벽한 불변성은 보장되지 않는다 (경계·stride·pooling에 따라 다름)</a:t>
            </a:r>
          </a:p>
          <a:p>
            <a:r>
              <a:t>Q4. 56층이 20층보다 훈련 오류가 높다. 과적합인가?</a:t>
            </a:r>
          </a:p>
          <a:p>
            <a:r>
              <a:t>  → 아니다. 훈련 오류가 높으므로 최적화(학습) 문제 → Residual로 해결</a:t>
            </a:r>
          </a:p>
          <a:p>
            <a:r>
              <a:t>Q5. Transformer의 LayerNorm은 batch 전체의 같은 특징을 정규화한다 — 참인가?</a:t>
            </a:r>
          </a:p>
          <a:p>
            <a:r>
              <a:t>  → 거짓. 토큰 하나의 d개 특징을 정규화한다 (BatchNorm과 다름)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각 문장이 왜 틀렸는지 계산으로 설명하게 한다. “CNN → RNN → Transformer 순서로 교체되었다” → 서로 다른 데이터 구조에 다른 가정을 넣은 계보가 병행했다 / “CNN은 완벽한 위치 불변성을 보장한다” → 등변성과 불변성은 다르다. 경계·padding·stride·pooling에 따라 달라진다 / “AlexNet은 CNN 구조 덕분에 성공했다” → 데이터·GPU·ReLU·dropout·증강 등이 함께 작동했다 / “깊을수록 훈련 오류가 낮아지는 게 당연하다” → plain 망은 깊어지면 훈련 오류가 커질 수 있다 (최적화 문제) / “Residual·LayerNorm도 의미를 추출하는 블록이다” → 깊은 계산을 이어 붙이고 학습 가능하게 하는 조건이다 / “2006년 사전학습 = 오늘 LLM의 사전학습” → 목적과 방법이 다른 개념이다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원자료 운영안 3회차 산출물: 필터·수용 영역·파라미터 수. 과제는 ‘논문 읽고 정리’ 대신 제출 결과가 분명한 질문으로 준다(원자료 운영안). 필터 동작 관찰 (원자료 권장 실습): 3×3 필터 하나를 정해 6×6 입력에 적용한다. 입력 패턴을 한 칸 옮겼을 때 출력이 어떻게 바뀌는지 비교 (경계 처리는 같게). / 파라미터 비교: 같은 입출력 크기의 완전 연결층·국소 연결층·합성곱의 파라미터 수를 계산해 표로 정리한다. / 잔차 실험: 20층 MLP를 plain / residual 두 버전으로 만들어 첫 층의 기울기 크기를 비교한다 (PyTorch).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번호는 원자료 참고문헌 번호. 처음부터 모든 실험을 읽기보다 표에 적은 절과 그림만 먼저 읽는다. [10] LeCun et al. (1998). Gradient-Based Learning Applied to Document Recognition / [07] Cortes &amp; Vapnik (1995). Support-Vector Networks / [12] Hinton, Osindero &amp; Teh (2006). A Fast Learning Algorithm for Deep Belief Nets / [13] Krizhevsky, Sutskever &amp; Hinton (2012). ImageNet Classification with Deep CNNs / [19] He et al. (2015). Deep Residual Learning for Image Recognition / [20] Ba, Kiros &amp; Hinton (2016). Layer Normalization · Ioffe &amp; Szegedy (2015). Batch Normalization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다음 주: 문장을 숫자로 바꾸는 법(토큰, 임베딩)부터, 순서를 따라 상태를 전달하는 RNN과 LSTM, 그리고 번역을 위한 Seq2Seq까지. 이번 주에 해결한 것: 구조적 가정(지역성·공유)으로 큰 입력을 효율적으로 / 데이터·GPU·ReLU·Residual·Norm으로 깊은 모델을 학습. 남은 문제: 언어는 격자가 아니라 순서, 길이도 제각각 / “그 책은 … (20단어 뒤) … 재미있었다” — 먼 단어를 어떻게 기억할까?. 다음: 순서를 어떻게 표현하고, / 먼 정보를 어떻게 기억할까? / RNN · LSTM · Seq2Seq.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microsoft.com/office/2007/relationships/hdphoto" Target="../media/hdphoto1.wdp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3252A1B-C763-C9A6-AADD-43FBC3B7C80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BF423261-3F68-B8A6-DA8C-C1B31F16FB1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2A705C5-459B-96C8-2CA2-5E12914FA3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2026-07-31</a:t>
            </a:r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6D39F56-7BCA-57D8-9039-ED968753E2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6646A04-24C2-3C45-EE21-FB23BA2FAB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7ADC79-C875-44C7-B2EB-DB4716D8F1D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701879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EDC6883-1C8A-9E20-19B7-877053834C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7B08F0A-0E00-18F3-9E65-0314486465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0560133-C35C-8C4F-328E-8E9B79F401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2026-07-31</a:t>
            </a:r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29A8A1F-82FA-EC9E-A4C5-677BD6CE24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E6DF691-3C61-A125-27FF-5EF0B51810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7ADC79-C875-44C7-B2EB-DB4716D8F1D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6975482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7D95DA7-E147-5F92-926F-DEBDF03327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E113DEB-D6E9-DC7D-3B33-DF60095FA23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77413F7-6293-669A-C49C-CBD4B87F49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2026-07-31</a:t>
            </a:r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659463A-8506-F832-BF63-0AB5383242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92153CB-E77A-DDE1-B666-3A7483A057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7ADC79-C875-44C7-B2EB-DB4716D8F1D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3283669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CCAB2C3-915D-1F0F-FD8B-8851B2DCE0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0543B65-182A-1AF8-1ADF-73493AE2568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01FC3C4-0188-7117-4A57-48CDCD1BFD7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5573293-D299-1ACC-B5F6-5249201C59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2026-07-31</a:t>
            </a:r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92E0B931-ECD0-9014-3A6C-96A4332353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705D45AC-93A5-F441-B0D9-C72C7D9615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7ADC79-C875-44C7-B2EB-DB4716D8F1D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6179283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68F5203-0A0C-E761-43DC-1E4FCF6328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4B12E34-F53B-1A87-9EF2-C6C9AD4AF5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B2005B8-C78F-3258-A421-5AEC2A338E4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36FCEAEE-2647-1263-6BFA-6783FEEA7D2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A19C9D7-D5A0-149F-D2A7-61824E4EF9E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FEE39A88-1C17-B89B-34ED-6E5C1BFC2E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2026-07-31</a:t>
            </a:r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939754EA-D4D9-36B7-2239-6BD62CA32B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ADA14D8B-D0E2-0987-5C43-F597C8B9EA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7ADC79-C875-44C7-B2EB-DB4716D8F1D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7098743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B1830CA-B77F-223E-2F40-8194C04C97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A7D32D80-AD85-E48F-7B4C-3514085491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2026-07-31</a:t>
            </a:r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09BC26F6-F455-63DE-95C5-F4225A6E75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3011D057-29DE-8E21-B820-9373E1D502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7ADC79-C875-44C7-B2EB-DB4716D8F1D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4658052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3EE82FB6-0C07-5848-5C12-3916F5909A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2026-07-31</a:t>
            </a:r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8479ED77-F80B-BC2E-F13C-AB7A6DF0B6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264ADE3-6C32-5057-058C-6C8D737E19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7ADC79-C875-44C7-B2EB-DB4716D8F1D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06256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103ECFF-667E-1220-0A59-5BE19AED98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194255F-D651-1764-0366-FBA95DFD92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A834124B-2B82-BDE2-890E-BFD9AA2DEAF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2860289-4016-BA2D-B545-D07153FC5F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2026-07-31</a:t>
            </a:r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4CF585F0-BA8F-2A7C-DBB7-F2289CD192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44C75D0-17A4-045E-30A7-0DCE3A8774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7ADC79-C875-44C7-B2EB-DB4716D8F1D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291437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4F30D40-10EB-DE9D-C961-CAA1D931B4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8D68E722-038F-3A9D-65EF-E5304FA2E3E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F9E95962-4F65-7241-5E2C-05F96638FDD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22B0918-E7F3-D78C-44EF-462950321D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2026-07-31</a:t>
            </a:r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D36987F-BD53-DD08-6650-29BA313C1C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921EE29-1D4F-8E30-549E-5034953BA9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7ADC79-C875-44C7-B2EB-DB4716D8F1D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8817587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D828FF4-3094-9A4A-896C-406EBC406D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2622EFE7-558D-D0D6-ABB0-E152FCD2D92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0959EF9-421B-0B42-076F-3EAADFF2E3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2026-07-31</a:t>
            </a:r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A93E55E-A7CF-31DF-B702-56441B2DDE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63FED1B-F32D-7F6B-C465-88AC604962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7ADC79-C875-44C7-B2EB-DB4716D8F1D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2504597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3380E2CC-C4B8-964B-F70D-8574A5993A8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F1FADE95-344E-A9E2-C2C0-7DA9EBB50DB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5B0CF5E-5337-96DA-CF9F-4B18025AFB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2026-07-31</a:t>
            </a:r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FC46605-06E8-BD79-FC4E-DE74549757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34CE113-CD48-4415-1206-5002C02997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7ADC79-C875-44C7-B2EB-DB4716D8F1D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0596011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1524001" y="2376766"/>
            <a:ext cx="9144000" cy="855184"/>
          </a:xfrm>
          <a:prstGeom prst="rect">
            <a:avLst/>
          </a:prstGeom>
        </p:spPr>
        <p:txBody>
          <a:bodyPr anchor="b">
            <a:normAutofit/>
          </a:bodyPr>
          <a:lstStyle>
            <a:lvl1pPr algn="ctr">
              <a:defRPr sz="4400" b="1">
                <a:solidFill>
                  <a:srgbClr val="2D3F4E"/>
                </a:solidFill>
                <a:latin typeface="Trebuchet MS" panose="020B070302020209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1" y="3602038"/>
            <a:ext cx="9144000" cy="1655762"/>
          </a:xfrm>
        </p:spPr>
        <p:txBody>
          <a:bodyPr/>
          <a:lstStyle>
            <a:lvl1pPr marL="0" indent="0" algn="ctr">
              <a:buNone/>
              <a:defRPr sz="2400" b="1">
                <a:solidFill>
                  <a:srgbClr val="2D3F4E"/>
                </a:solidFill>
                <a:latin typeface="Trebuchet MS" panose="020B0703020202090204" pitchFamily="34" charset="0"/>
              </a:defRPr>
            </a:lvl1pPr>
            <a:lvl2pPr marL="457202" indent="0" algn="ctr">
              <a:buNone/>
              <a:defRPr sz="2000"/>
            </a:lvl2pPr>
            <a:lvl3pPr marL="914404" indent="0" algn="ctr">
              <a:buNone/>
              <a:defRPr sz="1800"/>
            </a:lvl3pPr>
            <a:lvl4pPr marL="1371605" indent="0" algn="ctr">
              <a:buNone/>
              <a:defRPr sz="1600"/>
            </a:lvl4pPr>
            <a:lvl5pPr marL="1828807" indent="0" algn="ctr">
              <a:buNone/>
              <a:defRPr sz="1600"/>
            </a:lvl5pPr>
            <a:lvl6pPr marL="2286009" indent="0" algn="ctr">
              <a:buNone/>
              <a:defRPr sz="1600"/>
            </a:lvl6pPr>
            <a:lvl7pPr marL="2743211" indent="0" algn="ctr">
              <a:buNone/>
              <a:defRPr sz="1600"/>
            </a:lvl7pPr>
            <a:lvl8pPr marL="3200413" indent="0" algn="ctr">
              <a:buNone/>
              <a:defRPr sz="1600"/>
            </a:lvl8pPr>
            <a:lvl9pPr marL="3657615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부제목 2">
            <a:extLst>
              <a:ext uri="{FF2B5EF4-FFF2-40B4-BE49-F238E27FC236}">
                <a16:creationId xmlns:a16="http://schemas.microsoft.com/office/drawing/2014/main" id="{EB3B124F-36C4-94D5-C22F-6D439133A7B4}"/>
              </a:ext>
            </a:extLst>
          </p:cNvPr>
          <p:cNvSpPr txBox="1">
            <a:spLocks/>
          </p:cNvSpPr>
          <p:nvPr userDrawn="1"/>
        </p:nvSpPr>
        <p:spPr>
          <a:xfrm>
            <a:off x="3787205" y="5728639"/>
            <a:ext cx="4617590" cy="37267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14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Trebuchet MS" panose="020B0703020202090204" pitchFamily="34" charset="0"/>
                <a:ea typeface="Baskerville" panose="02020502070401020303" pitchFamily="18" charset="0"/>
              </a:rPr>
              <a:t>Advanced Intelligent Computing Architecture Lab.</a:t>
            </a:r>
            <a:endParaRPr lang="ko-KR" altLang="en-US" sz="1400" dirty="0">
              <a:solidFill>
                <a:schemeClr val="tx1">
                  <a:lumMod val="50000"/>
                  <a:lumOff val="50000"/>
                </a:schemeClr>
              </a:solidFill>
              <a:latin typeface="Trebuchet MS" panose="020B0603020202020204" pitchFamily="34" charset="0"/>
            </a:endParaRPr>
          </a:p>
        </p:txBody>
      </p:sp>
      <p:grpSp>
        <p:nvGrpSpPr>
          <p:cNvPr id="5" name="그룹 4">
            <a:extLst>
              <a:ext uri="{FF2B5EF4-FFF2-40B4-BE49-F238E27FC236}">
                <a16:creationId xmlns:a16="http://schemas.microsoft.com/office/drawing/2014/main" id="{4BDBBFFA-AC6B-4DE0-F991-D9DA483B3EE6}"/>
              </a:ext>
            </a:extLst>
          </p:cNvPr>
          <p:cNvGrpSpPr/>
          <p:nvPr userDrawn="1"/>
        </p:nvGrpSpPr>
        <p:grpSpPr>
          <a:xfrm>
            <a:off x="5196905" y="4977344"/>
            <a:ext cx="1798190" cy="646162"/>
            <a:chOff x="5976117" y="116467"/>
            <a:chExt cx="4341047" cy="1559914"/>
          </a:xfrm>
        </p:grpSpPr>
        <p:sp>
          <p:nvSpPr>
            <p:cNvPr id="6" name="사각형: 둥근 모서리 5">
              <a:extLst>
                <a:ext uri="{FF2B5EF4-FFF2-40B4-BE49-F238E27FC236}">
                  <a16:creationId xmlns:a16="http://schemas.microsoft.com/office/drawing/2014/main" id="{7D01C0DA-7E19-0F85-F60D-470CBEC2E8C3}"/>
                </a:ext>
              </a:extLst>
            </p:cNvPr>
            <p:cNvSpPr/>
            <p:nvPr userDrawn="1"/>
          </p:nvSpPr>
          <p:spPr>
            <a:xfrm>
              <a:off x="7547660" y="613810"/>
              <a:ext cx="360000" cy="1046263"/>
            </a:xfrm>
            <a:prstGeom prst="roundRect">
              <a:avLst/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7" name="사각형: 둥근 모서리 6">
              <a:extLst>
                <a:ext uri="{FF2B5EF4-FFF2-40B4-BE49-F238E27FC236}">
                  <a16:creationId xmlns:a16="http://schemas.microsoft.com/office/drawing/2014/main" id="{ED4AC07B-F602-BF95-CE22-697B01DEE9B4}"/>
                </a:ext>
              </a:extLst>
            </p:cNvPr>
            <p:cNvSpPr/>
            <p:nvPr userDrawn="1"/>
          </p:nvSpPr>
          <p:spPr>
            <a:xfrm>
              <a:off x="6776499" y="1312781"/>
              <a:ext cx="1131162" cy="363600"/>
            </a:xfrm>
            <a:prstGeom prst="roundRect">
              <a:avLst/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8" name="사각형: 둥근 모서리 34">
              <a:extLst>
                <a:ext uri="{FF2B5EF4-FFF2-40B4-BE49-F238E27FC236}">
                  <a16:creationId xmlns:a16="http://schemas.microsoft.com/office/drawing/2014/main" id="{6FDA9D2B-21BB-4F37-E3AB-497C69ED2087}"/>
                </a:ext>
              </a:extLst>
            </p:cNvPr>
            <p:cNvSpPr/>
            <p:nvPr userDrawn="1"/>
          </p:nvSpPr>
          <p:spPr>
            <a:xfrm rot="923841">
              <a:off x="6171723" y="144498"/>
              <a:ext cx="372850" cy="1492452"/>
            </a:xfrm>
            <a:custGeom>
              <a:avLst/>
              <a:gdLst>
                <a:gd name="connsiteX0" fmla="*/ 0 w 469949"/>
                <a:gd name="connsiteY0" fmla="*/ 78326 h 2189184"/>
                <a:gd name="connsiteX1" fmla="*/ 78326 w 469949"/>
                <a:gd name="connsiteY1" fmla="*/ 0 h 2189184"/>
                <a:gd name="connsiteX2" fmla="*/ 391623 w 469949"/>
                <a:gd name="connsiteY2" fmla="*/ 0 h 2189184"/>
                <a:gd name="connsiteX3" fmla="*/ 469949 w 469949"/>
                <a:gd name="connsiteY3" fmla="*/ 78326 h 2189184"/>
                <a:gd name="connsiteX4" fmla="*/ 469949 w 469949"/>
                <a:gd name="connsiteY4" fmla="*/ 2110858 h 2189184"/>
                <a:gd name="connsiteX5" fmla="*/ 391623 w 469949"/>
                <a:gd name="connsiteY5" fmla="*/ 2189184 h 2189184"/>
                <a:gd name="connsiteX6" fmla="*/ 78326 w 469949"/>
                <a:gd name="connsiteY6" fmla="*/ 2189184 h 2189184"/>
                <a:gd name="connsiteX7" fmla="*/ 0 w 469949"/>
                <a:gd name="connsiteY7" fmla="*/ 2110858 h 2189184"/>
                <a:gd name="connsiteX8" fmla="*/ 0 w 469949"/>
                <a:gd name="connsiteY8" fmla="*/ 78326 h 2189184"/>
                <a:gd name="connsiteX0" fmla="*/ 0 w 470074"/>
                <a:gd name="connsiteY0" fmla="*/ 168229 h 2279087"/>
                <a:gd name="connsiteX1" fmla="*/ 78326 w 470074"/>
                <a:gd name="connsiteY1" fmla="*/ 89903 h 2279087"/>
                <a:gd name="connsiteX2" fmla="*/ 431082 w 470074"/>
                <a:gd name="connsiteY2" fmla="*/ 0 h 2279087"/>
                <a:gd name="connsiteX3" fmla="*/ 469949 w 470074"/>
                <a:gd name="connsiteY3" fmla="*/ 168229 h 2279087"/>
                <a:gd name="connsiteX4" fmla="*/ 469949 w 470074"/>
                <a:gd name="connsiteY4" fmla="*/ 2200761 h 2279087"/>
                <a:gd name="connsiteX5" fmla="*/ 391623 w 470074"/>
                <a:gd name="connsiteY5" fmla="*/ 2279087 h 2279087"/>
                <a:gd name="connsiteX6" fmla="*/ 78326 w 470074"/>
                <a:gd name="connsiteY6" fmla="*/ 2279087 h 2279087"/>
                <a:gd name="connsiteX7" fmla="*/ 0 w 470074"/>
                <a:gd name="connsiteY7" fmla="*/ 2200761 h 2279087"/>
                <a:gd name="connsiteX8" fmla="*/ 0 w 470074"/>
                <a:gd name="connsiteY8" fmla="*/ 168229 h 2279087"/>
                <a:gd name="connsiteX0" fmla="*/ 0 w 473939"/>
                <a:gd name="connsiteY0" fmla="*/ 152392 h 2263250"/>
                <a:gd name="connsiteX1" fmla="*/ 78326 w 473939"/>
                <a:gd name="connsiteY1" fmla="*/ 74066 h 2263250"/>
                <a:gd name="connsiteX2" fmla="*/ 445323 w 473939"/>
                <a:gd name="connsiteY2" fmla="*/ 0 h 2263250"/>
                <a:gd name="connsiteX3" fmla="*/ 469949 w 473939"/>
                <a:gd name="connsiteY3" fmla="*/ 152392 h 2263250"/>
                <a:gd name="connsiteX4" fmla="*/ 469949 w 473939"/>
                <a:gd name="connsiteY4" fmla="*/ 2184924 h 2263250"/>
                <a:gd name="connsiteX5" fmla="*/ 391623 w 473939"/>
                <a:gd name="connsiteY5" fmla="*/ 2263250 h 2263250"/>
                <a:gd name="connsiteX6" fmla="*/ 78326 w 473939"/>
                <a:gd name="connsiteY6" fmla="*/ 2263250 h 2263250"/>
                <a:gd name="connsiteX7" fmla="*/ 0 w 473939"/>
                <a:gd name="connsiteY7" fmla="*/ 2184924 h 2263250"/>
                <a:gd name="connsiteX8" fmla="*/ 0 w 473939"/>
                <a:gd name="connsiteY8" fmla="*/ 152392 h 2263250"/>
                <a:gd name="connsiteX0" fmla="*/ 0 w 479858"/>
                <a:gd name="connsiteY0" fmla="*/ 175184 h 2286042"/>
                <a:gd name="connsiteX1" fmla="*/ 78326 w 479858"/>
                <a:gd name="connsiteY1" fmla="*/ 96858 h 2286042"/>
                <a:gd name="connsiteX2" fmla="*/ 456335 w 479858"/>
                <a:gd name="connsiteY2" fmla="*/ 0 h 2286042"/>
                <a:gd name="connsiteX3" fmla="*/ 469949 w 479858"/>
                <a:gd name="connsiteY3" fmla="*/ 175184 h 2286042"/>
                <a:gd name="connsiteX4" fmla="*/ 469949 w 479858"/>
                <a:gd name="connsiteY4" fmla="*/ 2207716 h 2286042"/>
                <a:gd name="connsiteX5" fmla="*/ 391623 w 479858"/>
                <a:gd name="connsiteY5" fmla="*/ 2286042 h 2286042"/>
                <a:gd name="connsiteX6" fmla="*/ 78326 w 479858"/>
                <a:gd name="connsiteY6" fmla="*/ 2286042 h 2286042"/>
                <a:gd name="connsiteX7" fmla="*/ 0 w 479858"/>
                <a:gd name="connsiteY7" fmla="*/ 2207716 h 2286042"/>
                <a:gd name="connsiteX8" fmla="*/ 0 w 479858"/>
                <a:gd name="connsiteY8" fmla="*/ 175184 h 2286042"/>
                <a:gd name="connsiteX0" fmla="*/ 0 w 479858"/>
                <a:gd name="connsiteY0" fmla="*/ 175184 h 2286042"/>
                <a:gd name="connsiteX1" fmla="*/ 78326 w 479858"/>
                <a:gd name="connsiteY1" fmla="*/ 96858 h 2286042"/>
                <a:gd name="connsiteX2" fmla="*/ 456335 w 479858"/>
                <a:gd name="connsiteY2" fmla="*/ 0 h 2286042"/>
                <a:gd name="connsiteX3" fmla="*/ 469949 w 479858"/>
                <a:gd name="connsiteY3" fmla="*/ 175184 h 2286042"/>
                <a:gd name="connsiteX4" fmla="*/ 469949 w 479858"/>
                <a:gd name="connsiteY4" fmla="*/ 2207716 h 2286042"/>
                <a:gd name="connsiteX5" fmla="*/ 391623 w 479858"/>
                <a:gd name="connsiteY5" fmla="*/ 2286042 h 2286042"/>
                <a:gd name="connsiteX6" fmla="*/ 78326 w 479858"/>
                <a:gd name="connsiteY6" fmla="*/ 2286042 h 2286042"/>
                <a:gd name="connsiteX7" fmla="*/ 0 w 479858"/>
                <a:gd name="connsiteY7" fmla="*/ 2207716 h 2286042"/>
                <a:gd name="connsiteX8" fmla="*/ 0 w 479858"/>
                <a:gd name="connsiteY8" fmla="*/ 175184 h 22860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9858" h="2286042">
                  <a:moveTo>
                    <a:pt x="0" y="175184"/>
                  </a:moveTo>
                  <a:cubicBezTo>
                    <a:pt x="0" y="131926"/>
                    <a:pt x="35068" y="96858"/>
                    <a:pt x="78326" y="96858"/>
                  </a:cubicBezTo>
                  <a:cubicBezTo>
                    <a:pt x="394302" y="4021"/>
                    <a:pt x="351903" y="0"/>
                    <a:pt x="456335" y="0"/>
                  </a:cubicBezTo>
                  <a:cubicBezTo>
                    <a:pt x="499593" y="0"/>
                    <a:pt x="469949" y="131926"/>
                    <a:pt x="469949" y="175184"/>
                  </a:cubicBezTo>
                  <a:lnTo>
                    <a:pt x="469949" y="2207716"/>
                  </a:lnTo>
                  <a:cubicBezTo>
                    <a:pt x="469949" y="2250974"/>
                    <a:pt x="434881" y="2286042"/>
                    <a:pt x="391623" y="2286042"/>
                  </a:cubicBezTo>
                  <a:lnTo>
                    <a:pt x="78326" y="2286042"/>
                  </a:lnTo>
                  <a:cubicBezTo>
                    <a:pt x="35068" y="2286042"/>
                    <a:pt x="0" y="2250974"/>
                    <a:pt x="0" y="2207716"/>
                  </a:cubicBezTo>
                  <a:lnTo>
                    <a:pt x="0" y="175184"/>
                  </a:lnTo>
                  <a:close/>
                </a:path>
              </a:pathLst>
            </a:cu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9" name="사각형: 둥근 모서리 8">
              <a:extLst>
                <a:ext uri="{FF2B5EF4-FFF2-40B4-BE49-F238E27FC236}">
                  <a16:creationId xmlns:a16="http://schemas.microsoft.com/office/drawing/2014/main" id="{E135C6C3-D988-0443-168B-FABB6CAB15AB}"/>
                </a:ext>
              </a:extLst>
            </p:cNvPr>
            <p:cNvSpPr/>
            <p:nvPr userDrawn="1"/>
          </p:nvSpPr>
          <p:spPr>
            <a:xfrm>
              <a:off x="5976117" y="1562385"/>
              <a:ext cx="367024" cy="107393"/>
            </a:xfrm>
            <a:prstGeom prst="roundRect">
              <a:avLst>
                <a:gd name="adj" fmla="val 49751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10" name="사각형: 둥근 모서리 9">
              <a:extLst>
                <a:ext uri="{FF2B5EF4-FFF2-40B4-BE49-F238E27FC236}">
                  <a16:creationId xmlns:a16="http://schemas.microsoft.com/office/drawing/2014/main" id="{6086E433-4747-0B2B-6F82-1F92A460E912}"/>
                </a:ext>
              </a:extLst>
            </p:cNvPr>
            <p:cNvSpPr/>
            <p:nvPr userDrawn="1"/>
          </p:nvSpPr>
          <p:spPr>
            <a:xfrm rot="17142116">
              <a:off x="5845212" y="1386473"/>
              <a:ext cx="447973" cy="107393"/>
            </a:xfrm>
            <a:prstGeom prst="roundRect">
              <a:avLst>
                <a:gd name="adj" fmla="val 49751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11" name="사각형: 둥근 모서리 10">
              <a:extLst>
                <a:ext uri="{FF2B5EF4-FFF2-40B4-BE49-F238E27FC236}">
                  <a16:creationId xmlns:a16="http://schemas.microsoft.com/office/drawing/2014/main" id="{E9F9AE10-6C32-FE3C-D6FF-0F343E1757E3}"/>
                </a:ext>
              </a:extLst>
            </p:cNvPr>
            <p:cNvSpPr/>
            <p:nvPr userDrawn="1"/>
          </p:nvSpPr>
          <p:spPr>
            <a:xfrm>
              <a:off x="7547660" y="189796"/>
              <a:ext cx="360000" cy="355633"/>
            </a:xfrm>
            <a:prstGeom prst="roundRect">
              <a:avLst/>
            </a:pr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12" name="사각형: 둥근 모서리 34">
              <a:extLst>
                <a:ext uri="{FF2B5EF4-FFF2-40B4-BE49-F238E27FC236}">
                  <a16:creationId xmlns:a16="http://schemas.microsoft.com/office/drawing/2014/main" id="{5C706ED6-9017-234E-8BAB-E84A527A4F3C}"/>
                </a:ext>
              </a:extLst>
            </p:cNvPr>
            <p:cNvSpPr/>
            <p:nvPr userDrawn="1"/>
          </p:nvSpPr>
          <p:spPr>
            <a:xfrm rot="923841">
              <a:off x="9359767" y="144498"/>
              <a:ext cx="372850" cy="1492452"/>
            </a:xfrm>
            <a:custGeom>
              <a:avLst/>
              <a:gdLst>
                <a:gd name="connsiteX0" fmla="*/ 0 w 469949"/>
                <a:gd name="connsiteY0" fmla="*/ 78326 h 2189184"/>
                <a:gd name="connsiteX1" fmla="*/ 78326 w 469949"/>
                <a:gd name="connsiteY1" fmla="*/ 0 h 2189184"/>
                <a:gd name="connsiteX2" fmla="*/ 391623 w 469949"/>
                <a:gd name="connsiteY2" fmla="*/ 0 h 2189184"/>
                <a:gd name="connsiteX3" fmla="*/ 469949 w 469949"/>
                <a:gd name="connsiteY3" fmla="*/ 78326 h 2189184"/>
                <a:gd name="connsiteX4" fmla="*/ 469949 w 469949"/>
                <a:gd name="connsiteY4" fmla="*/ 2110858 h 2189184"/>
                <a:gd name="connsiteX5" fmla="*/ 391623 w 469949"/>
                <a:gd name="connsiteY5" fmla="*/ 2189184 h 2189184"/>
                <a:gd name="connsiteX6" fmla="*/ 78326 w 469949"/>
                <a:gd name="connsiteY6" fmla="*/ 2189184 h 2189184"/>
                <a:gd name="connsiteX7" fmla="*/ 0 w 469949"/>
                <a:gd name="connsiteY7" fmla="*/ 2110858 h 2189184"/>
                <a:gd name="connsiteX8" fmla="*/ 0 w 469949"/>
                <a:gd name="connsiteY8" fmla="*/ 78326 h 2189184"/>
                <a:gd name="connsiteX0" fmla="*/ 0 w 470074"/>
                <a:gd name="connsiteY0" fmla="*/ 168229 h 2279087"/>
                <a:gd name="connsiteX1" fmla="*/ 78326 w 470074"/>
                <a:gd name="connsiteY1" fmla="*/ 89903 h 2279087"/>
                <a:gd name="connsiteX2" fmla="*/ 431082 w 470074"/>
                <a:gd name="connsiteY2" fmla="*/ 0 h 2279087"/>
                <a:gd name="connsiteX3" fmla="*/ 469949 w 470074"/>
                <a:gd name="connsiteY3" fmla="*/ 168229 h 2279087"/>
                <a:gd name="connsiteX4" fmla="*/ 469949 w 470074"/>
                <a:gd name="connsiteY4" fmla="*/ 2200761 h 2279087"/>
                <a:gd name="connsiteX5" fmla="*/ 391623 w 470074"/>
                <a:gd name="connsiteY5" fmla="*/ 2279087 h 2279087"/>
                <a:gd name="connsiteX6" fmla="*/ 78326 w 470074"/>
                <a:gd name="connsiteY6" fmla="*/ 2279087 h 2279087"/>
                <a:gd name="connsiteX7" fmla="*/ 0 w 470074"/>
                <a:gd name="connsiteY7" fmla="*/ 2200761 h 2279087"/>
                <a:gd name="connsiteX8" fmla="*/ 0 w 470074"/>
                <a:gd name="connsiteY8" fmla="*/ 168229 h 2279087"/>
                <a:gd name="connsiteX0" fmla="*/ 0 w 473939"/>
                <a:gd name="connsiteY0" fmla="*/ 152392 h 2263250"/>
                <a:gd name="connsiteX1" fmla="*/ 78326 w 473939"/>
                <a:gd name="connsiteY1" fmla="*/ 74066 h 2263250"/>
                <a:gd name="connsiteX2" fmla="*/ 445323 w 473939"/>
                <a:gd name="connsiteY2" fmla="*/ 0 h 2263250"/>
                <a:gd name="connsiteX3" fmla="*/ 469949 w 473939"/>
                <a:gd name="connsiteY3" fmla="*/ 152392 h 2263250"/>
                <a:gd name="connsiteX4" fmla="*/ 469949 w 473939"/>
                <a:gd name="connsiteY4" fmla="*/ 2184924 h 2263250"/>
                <a:gd name="connsiteX5" fmla="*/ 391623 w 473939"/>
                <a:gd name="connsiteY5" fmla="*/ 2263250 h 2263250"/>
                <a:gd name="connsiteX6" fmla="*/ 78326 w 473939"/>
                <a:gd name="connsiteY6" fmla="*/ 2263250 h 2263250"/>
                <a:gd name="connsiteX7" fmla="*/ 0 w 473939"/>
                <a:gd name="connsiteY7" fmla="*/ 2184924 h 2263250"/>
                <a:gd name="connsiteX8" fmla="*/ 0 w 473939"/>
                <a:gd name="connsiteY8" fmla="*/ 152392 h 2263250"/>
                <a:gd name="connsiteX0" fmla="*/ 0 w 479858"/>
                <a:gd name="connsiteY0" fmla="*/ 175184 h 2286042"/>
                <a:gd name="connsiteX1" fmla="*/ 78326 w 479858"/>
                <a:gd name="connsiteY1" fmla="*/ 96858 h 2286042"/>
                <a:gd name="connsiteX2" fmla="*/ 456335 w 479858"/>
                <a:gd name="connsiteY2" fmla="*/ 0 h 2286042"/>
                <a:gd name="connsiteX3" fmla="*/ 469949 w 479858"/>
                <a:gd name="connsiteY3" fmla="*/ 175184 h 2286042"/>
                <a:gd name="connsiteX4" fmla="*/ 469949 w 479858"/>
                <a:gd name="connsiteY4" fmla="*/ 2207716 h 2286042"/>
                <a:gd name="connsiteX5" fmla="*/ 391623 w 479858"/>
                <a:gd name="connsiteY5" fmla="*/ 2286042 h 2286042"/>
                <a:gd name="connsiteX6" fmla="*/ 78326 w 479858"/>
                <a:gd name="connsiteY6" fmla="*/ 2286042 h 2286042"/>
                <a:gd name="connsiteX7" fmla="*/ 0 w 479858"/>
                <a:gd name="connsiteY7" fmla="*/ 2207716 h 2286042"/>
                <a:gd name="connsiteX8" fmla="*/ 0 w 479858"/>
                <a:gd name="connsiteY8" fmla="*/ 175184 h 2286042"/>
                <a:gd name="connsiteX0" fmla="*/ 0 w 479858"/>
                <a:gd name="connsiteY0" fmla="*/ 175184 h 2286042"/>
                <a:gd name="connsiteX1" fmla="*/ 78326 w 479858"/>
                <a:gd name="connsiteY1" fmla="*/ 96858 h 2286042"/>
                <a:gd name="connsiteX2" fmla="*/ 456335 w 479858"/>
                <a:gd name="connsiteY2" fmla="*/ 0 h 2286042"/>
                <a:gd name="connsiteX3" fmla="*/ 469949 w 479858"/>
                <a:gd name="connsiteY3" fmla="*/ 175184 h 2286042"/>
                <a:gd name="connsiteX4" fmla="*/ 469949 w 479858"/>
                <a:gd name="connsiteY4" fmla="*/ 2207716 h 2286042"/>
                <a:gd name="connsiteX5" fmla="*/ 391623 w 479858"/>
                <a:gd name="connsiteY5" fmla="*/ 2286042 h 2286042"/>
                <a:gd name="connsiteX6" fmla="*/ 78326 w 479858"/>
                <a:gd name="connsiteY6" fmla="*/ 2286042 h 2286042"/>
                <a:gd name="connsiteX7" fmla="*/ 0 w 479858"/>
                <a:gd name="connsiteY7" fmla="*/ 2207716 h 2286042"/>
                <a:gd name="connsiteX8" fmla="*/ 0 w 479858"/>
                <a:gd name="connsiteY8" fmla="*/ 175184 h 22860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9858" h="2286042">
                  <a:moveTo>
                    <a:pt x="0" y="175184"/>
                  </a:moveTo>
                  <a:cubicBezTo>
                    <a:pt x="0" y="131926"/>
                    <a:pt x="35068" y="96858"/>
                    <a:pt x="78326" y="96858"/>
                  </a:cubicBezTo>
                  <a:cubicBezTo>
                    <a:pt x="394302" y="4021"/>
                    <a:pt x="351903" y="0"/>
                    <a:pt x="456335" y="0"/>
                  </a:cubicBezTo>
                  <a:cubicBezTo>
                    <a:pt x="499593" y="0"/>
                    <a:pt x="469949" y="131926"/>
                    <a:pt x="469949" y="175184"/>
                  </a:cubicBezTo>
                  <a:lnTo>
                    <a:pt x="469949" y="2207716"/>
                  </a:lnTo>
                  <a:cubicBezTo>
                    <a:pt x="469949" y="2250974"/>
                    <a:pt x="434881" y="2286042"/>
                    <a:pt x="391623" y="2286042"/>
                  </a:cubicBezTo>
                  <a:lnTo>
                    <a:pt x="78326" y="2286042"/>
                  </a:lnTo>
                  <a:cubicBezTo>
                    <a:pt x="35068" y="2286042"/>
                    <a:pt x="0" y="2250974"/>
                    <a:pt x="0" y="2207716"/>
                  </a:cubicBezTo>
                  <a:lnTo>
                    <a:pt x="0" y="175184"/>
                  </a:lnTo>
                  <a:close/>
                </a:path>
              </a:pathLst>
            </a:cu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13" name="사각형: 둥근 모서리 12">
              <a:extLst>
                <a:ext uri="{FF2B5EF4-FFF2-40B4-BE49-F238E27FC236}">
                  <a16:creationId xmlns:a16="http://schemas.microsoft.com/office/drawing/2014/main" id="{A7E79BBD-9AB2-7ACC-C325-DE0F17968F3D}"/>
                </a:ext>
              </a:extLst>
            </p:cNvPr>
            <p:cNvSpPr/>
            <p:nvPr userDrawn="1"/>
          </p:nvSpPr>
          <p:spPr>
            <a:xfrm>
              <a:off x="9539301" y="186675"/>
              <a:ext cx="408152" cy="183858"/>
            </a:xfrm>
            <a:prstGeom prst="roundRect">
              <a:avLst>
                <a:gd name="adj" fmla="val 23143"/>
              </a:avLst>
            </a:pr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15" name="사각형: 둥근 모서리 14">
              <a:extLst>
                <a:ext uri="{FF2B5EF4-FFF2-40B4-BE49-F238E27FC236}">
                  <a16:creationId xmlns:a16="http://schemas.microsoft.com/office/drawing/2014/main" id="{3E740AB6-D3B7-E380-7325-A8FCB7E27C43}"/>
                </a:ext>
              </a:extLst>
            </p:cNvPr>
            <p:cNvSpPr/>
            <p:nvPr userDrawn="1"/>
          </p:nvSpPr>
          <p:spPr>
            <a:xfrm flipH="1">
              <a:off x="9958325" y="1568154"/>
              <a:ext cx="358839" cy="107393"/>
            </a:xfrm>
            <a:prstGeom prst="roundRect">
              <a:avLst>
                <a:gd name="adj" fmla="val 43099"/>
              </a:avLst>
            </a:pr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16" name="사각형: 둥근 모서리 15">
              <a:extLst>
                <a:ext uri="{FF2B5EF4-FFF2-40B4-BE49-F238E27FC236}">
                  <a16:creationId xmlns:a16="http://schemas.microsoft.com/office/drawing/2014/main" id="{58020E3B-C01B-8C60-4008-5C3AE090F73D}"/>
                </a:ext>
              </a:extLst>
            </p:cNvPr>
            <p:cNvSpPr/>
            <p:nvPr userDrawn="1"/>
          </p:nvSpPr>
          <p:spPr>
            <a:xfrm rot="4506704" flipH="1">
              <a:off x="9985282" y="1378492"/>
              <a:ext cx="464231" cy="107393"/>
            </a:xfrm>
            <a:prstGeom prst="roundRect">
              <a:avLst>
                <a:gd name="adj" fmla="val 50000"/>
              </a:avLst>
            </a:pr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18" name="사각형: 둥근 모서리 17">
              <a:extLst>
                <a:ext uri="{FF2B5EF4-FFF2-40B4-BE49-F238E27FC236}">
                  <a16:creationId xmlns:a16="http://schemas.microsoft.com/office/drawing/2014/main" id="{3ADDB6F6-1190-2E66-F4B9-5226221B81CE}"/>
                </a:ext>
              </a:extLst>
            </p:cNvPr>
            <p:cNvSpPr/>
            <p:nvPr userDrawn="1"/>
          </p:nvSpPr>
          <p:spPr>
            <a:xfrm rot="17142116">
              <a:off x="9285907" y="1386473"/>
              <a:ext cx="447973" cy="107393"/>
            </a:xfrm>
            <a:prstGeom prst="roundRect">
              <a:avLst>
                <a:gd name="adj" fmla="val 49751"/>
              </a:avLst>
            </a:pr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0" name="사각형: 둥근 모서리 19">
              <a:extLst>
                <a:ext uri="{FF2B5EF4-FFF2-40B4-BE49-F238E27FC236}">
                  <a16:creationId xmlns:a16="http://schemas.microsoft.com/office/drawing/2014/main" id="{446A6345-87FD-6E5B-7ED2-F7B600F78F01}"/>
                </a:ext>
              </a:extLst>
            </p:cNvPr>
            <p:cNvSpPr/>
            <p:nvPr userDrawn="1"/>
          </p:nvSpPr>
          <p:spPr>
            <a:xfrm>
              <a:off x="8225540" y="182176"/>
              <a:ext cx="976417" cy="355633"/>
            </a:xfrm>
            <a:prstGeom prst="roundRect">
              <a:avLst/>
            </a:pr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1" name="사각형: 둥근 모서리 20">
              <a:extLst>
                <a:ext uri="{FF2B5EF4-FFF2-40B4-BE49-F238E27FC236}">
                  <a16:creationId xmlns:a16="http://schemas.microsoft.com/office/drawing/2014/main" id="{95379B5F-0DF1-1253-1ED9-2A52BE662FB2}"/>
                </a:ext>
              </a:extLst>
            </p:cNvPr>
            <p:cNvSpPr/>
            <p:nvPr userDrawn="1"/>
          </p:nvSpPr>
          <p:spPr>
            <a:xfrm>
              <a:off x="8225541" y="1310440"/>
              <a:ext cx="1287590" cy="355633"/>
            </a:xfrm>
            <a:prstGeom prst="roundRect">
              <a:avLst/>
            </a:pr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2" name="사각형: 둥근 모서리 21">
              <a:extLst>
                <a:ext uri="{FF2B5EF4-FFF2-40B4-BE49-F238E27FC236}">
                  <a16:creationId xmlns:a16="http://schemas.microsoft.com/office/drawing/2014/main" id="{981700A3-FD95-7923-E24A-DE44C3B1E20D}"/>
                </a:ext>
              </a:extLst>
            </p:cNvPr>
            <p:cNvSpPr/>
            <p:nvPr userDrawn="1"/>
          </p:nvSpPr>
          <p:spPr>
            <a:xfrm>
              <a:off x="8210345" y="186675"/>
              <a:ext cx="360000" cy="1473398"/>
            </a:xfrm>
            <a:prstGeom prst="roundRect">
              <a:avLst/>
            </a:pr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3" name="사각형: 둥근 모서리 48">
              <a:extLst>
                <a:ext uri="{FF2B5EF4-FFF2-40B4-BE49-F238E27FC236}">
                  <a16:creationId xmlns:a16="http://schemas.microsoft.com/office/drawing/2014/main" id="{498E65AD-3F00-17C7-D5FC-9360F0D8D83F}"/>
                </a:ext>
              </a:extLst>
            </p:cNvPr>
            <p:cNvSpPr/>
            <p:nvPr userDrawn="1"/>
          </p:nvSpPr>
          <p:spPr>
            <a:xfrm rot="20700000">
              <a:off x="9757285" y="116467"/>
              <a:ext cx="365971" cy="1546595"/>
            </a:xfrm>
            <a:custGeom>
              <a:avLst/>
              <a:gdLst>
                <a:gd name="connsiteX0" fmla="*/ 0 w 469949"/>
                <a:gd name="connsiteY0" fmla="*/ 78326 h 2189184"/>
                <a:gd name="connsiteX1" fmla="*/ 78326 w 469949"/>
                <a:gd name="connsiteY1" fmla="*/ 0 h 2189184"/>
                <a:gd name="connsiteX2" fmla="*/ 391623 w 469949"/>
                <a:gd name="connsiteY2" fmla="*/ 0 h 2189184"/>
                <a:gd name="connsiteX3" fmla="*/ 469949 w 469949"/>
                <a:gd name="connsiteY3" fmla="*/ 78326 h 2189184"/>
                <a:gd name="connsiteX4" fmla="*/ 469949 w 469949"/>
                <a:gd name="connsiteY4" fmla="*/ 2110858 h 2189184"/>
                <a:gd name="connsiteX5" fmla="*/ 391623 w 469949"/>
                <a:gd name="connsiteY5" fmla="*/ 2189184 h 2189184"/>
                <a:gd name="connsiteX6" fmla="*/ 78326 w 469949"/>
                <a:gd name="connsiteY6" fmla="*/ 2189184 h 2189184"/>
                <a:gd name="connsiteX7" fmla="*/ 0 w 469949"/>
                <a:gd name="connsiteY7" fmla="*/ 2110858 h 2189184"/>
                <a:gd name="connsiteX8" fmla="*/ 0 w 469949"/>
                <a:gd name="connsiteY8" fmla="*/ 78326 h 218918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401214 w 479540"/>
                <a:gd name="connsiteY2" fmla="*/ 64040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401214 w 479540"/>
                <a:gd name="connsiteY2" fmla="*/ 64040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4 w 469953"/>
                <a:gd name="connsiteY0" fmla="*/ 154603 h 2265461"/>
                <a:gd name="connsiteX1" fmla="*/ 42068 w 469953"/>
                <a:gd name="connsiteY1" fmla="*/ 0 h 2265461"/>
                <a:gd name="connsiteX2" fmla="*/ 330427 w 469953"/>
                <a:gd name="connsiteY2" fmla="*/ 74670 h 2265461"/>
                <a:gd name="connsiteX3" fmla="*/ 469953 w 469953"/>
                <a:gd name="connsiteY3" fmla="*/ 154603 h 2265461"/>
                <a:gd name="connsiteX4" fmla="*/ 469953 w 469953"/>
                <a:gd name="connsiteY4" fmla="*/ 2187135 h 2265461"/>
                <a:gd name="connsiteX5" fmla="*/ 391627 w 469953"/>
                <a:gd name="connsiteY5" fmla="*/ 2265461 h 2265461"/>
                <a:gd name="connsiteX6" fmla="*/ 78330 w 469953"/>
                <a:gd name="connsiteY6" fmla="*/ 2265461 h 2265461"/>
                <a:gd name="connsiteX7" fmla="*/ 4 w 469953"/>
                <a:gd name="connsiteY7" fmla="*/ 2187135 h 2265461"/>
                <a:gd name="connsiteX8" fmla="*/ 4 w 469953"/>
                <a:gd name="connsiteY8" fmla="*/ 154603 h 2265461"/>
                <a:gd name="connsiteX0" fmla="*/ 4 w 469953"/>
                <a:gd name="connsiteY0" fmla="*/ 154603 h 2265461"/>
                <a:gd name="connsiteX1" fmla="*/ 42068 w 469953"/>
                <a:gd name="connsiteY1" fmla="*/ 0 h 2265461"/>
                <a:gd name="connsiteX2" fmla="*/ 330427 w 469953"/>
                <a:gd name="connsiteY2" fmla="*/ 74670 h 2265461"/>
                <a:gd name="connsiteX3" fmla="*/ 469953 w 469953"/>
                <a:gd name="connsiteY3" fmla="*/ 154603 h 2265461"/>
                <a:gd name="connsiteX4" fmla="*/ 469953 w 469953"/>
                <a:gd name="connsiteY4" fmla="*/ 2187135 h 2265461"/>
                <a:gd name="connsiteX5" fmla="*/ 391627 w 469953"/>
                <a:gd name="connsiteY5" fmla="*/ 2265461 h 2265461"/>
                <a:gd name="connsiteX6" fmla="*/ 78330 w 469953"/>
                <a:gd name="connsiteY6" fmla="*/ 2265461 h 2265461"/>
                <a:gd name="connsiteX7" fmla="*/ 4 w 469953"/>
                <a:gd name="connsiteY7" fmla="*/ 2187135 h 2265461"/>
                <a:gd name="connsiteX8" fmla="*/ 4 w 469953"/>
                <a:gd name="connsiteY8" fmla="*/ 154603 h 2265461"/>
                <a:gd name="connsiteX0" fmla="*/ 7203 w 477152"/>
                <a:gd name="connsiteY0" fmla="*/ 202492 h 2313350"/>
                <a:gd name="connsiteX1" fmla="*/ 25429 w 477152"/>
                <a:gd name="connsiteY1" fmla="*/ 0 h 2313350"/>
                <a:gd name="connsiteX2" fmla="*/ 337626 w 477152"/>
                <a:gd name="connsiteY2" fmla="*/ 122559 h 2313350"/>
                <a:gd name="connsiteX3" fmla="*/ 477152 w 477152"/>
                <a:gd name="connsiteY3" fmla="*/ 202492 h 2313350"/>
                <a:gd name="connsiteX4" fmla="*/ 477152 w 477152"/>
                <a:gd name="connsiteY4" fmla="*/ 2235024 h 2313350"/>
                <a:gd name="connsiteX5" fmla="*/ 398826 w 477152"/>
                <a:gd name="connsiteY5" fmla="*/ 2313350 h 2313350"/>
                <a:gd name="connsiteX6" fmla="*/ 85529 w 477152"/>
                <a:gd name="connsiteY6" fmla="*/ 2313350 h 2313350"/>
                <a:gd name="connsiteX7" fmla="*/ 7203 w 477152"/>
                <a:gd name="connsiteY7" fmla="*/ 2235024 h 2313350"/>
                <a:gd name="connsiteX8" fmla="*/ 7203 w 477152"/>
                <a:gd name="connsiteY8" fmla="*/ 202492 h 2313350"/>
                <a:gd name="connsiteX0" fmla="*/ 7204 w 477153"/>
                <a:gd name="connsiteY0" fmla="*/ 202492 h 2313350"/>
                <a:gd name="connsiteX1" fmla="*/ 25430 w 477153"/>
                <a:gd name="connsiteY1" fmla="*/ 0 h 2313350"/>
                <a:gd name="connsiteX2" fmla="*/ 341592 w 477153"/>
                <a:gd name="connsiteY2" fmla="*/ 105392 h 2313350"/>
                <a:gd name="connsiteX3" fmla="*/ 477153 w 477153"/>
                <a:gd name="connsiteY3" fmla="*/ 202492 h 2313350"/>
                <a:gd name="connsiteX4" fmla="*/ 477153 w 477153"/>
                <a:gd name="connsiteY4" fmla="*/ 2235024 h 2313350"/>
                <a:gd name="connsiteX5" fmla="*/ 398827 w 477153"/>
                <a:gd name="connsiteY5" fmla="*/ 2313350 h 2313350"/>
                <a:gd name="connsiteX6" fmla="*/ 85530 w 477153"/>
                <a:gd name="connsiteY6" fmla="*/ 2313350 h 2313350"/>
                <a:gd name="connsiteX7" fmla="*/ 7204 w 477153"/>
                <a:gd name="connsiteY7" fmla="*/ 2235024 h 2313350"/>
                <a:gd name="connsiteX8" fmla="*/ 7204 w 477153"/>
                <a:gd name="connsiteY8" fmla="*/ 202492 h 2313350"/>
                <a:gd name="connsiteX0" fmla="*/ 7204 w 477153"/>
                <a:gd name="connsiteY0" fmla="*/ 202492 h 2313350"/>
                <a:gd name="connsiteX1" fmla="*/ 25430 w 477153"/>
                <a:gd name="connsiteY1" fmla="*/ 0 h 2313350"/>
                <a:gd name="connsiteX2" fmla="*/ 341592 w 477153"/>
                <a:gd name="connsiteY2" fmla="*/ 105392 h 2313350"/>
                <a:gd name="connsiteX3" fmla="*/ 477153 w 477153"/>
                <a:gd name="connsiteY3" fmla="*/ 202492 h 2313350"/>
                <a:gd name="connsiteX4" fmla="*/ 477153 w 477153"/>
                <a:gd name="connsiteY4" fmla="*/ 2235024 h 2313350"/>
                <a:gd name="connsiteX5" fmla="*/ 398827 w 477153"/>
                <a:gd name="connsiteY5" fmla="*/ 2313350 h 2313350"/>
                <a:gd name="connsiteX6" fmla="*/ 85530 w 477153"/>
                <a:gd name="connsiteY6" fmla="*/ 2313350 h 2313350"/>
                <a:gd name="connsiteX7" fmla="*/ 7204 w 477153"/>
                <a:gd name="connsiteY7" fmla="*/ 2235024 h 2313350"/>
                <a:gd name="connsiteX8" fmla="*/ 7204 w 477153"/>
                <a:gd name="connsiteY8" fmla="*/ 202492 h 2313350"/>
                <a:gd name="connsiteX0" fmla="*/ -1 w 469948"/>
                <a:gd name="connsiteY0" fmla="*/ 174286 h 2285144"/>
                <a:gd name="connsiteX1" fmla="*/ 49782 w 469948"/>
                <a:gd name="connsiteY1" fmla="*/ 1 h 2285144"/>
                <a:gd name="connsiteX2" fmla="*/ 334387 w 469948"/>
                <a:gd name="connsiteY2" fmla="*/ 77186 h 2285144"/>
                <a:gd name="connsiteX3" fmla="*/ 469948 w 469948"/>
                <a:gd name="connsiteY3" fmla="*/ 174286 h 2285144"/>
                <a:gd name="connsiteX4" fmla="*/ 469948 w 469948"/>
                <a:gd name="connsiteY4" fmla="*/ 2206818 h 2285144"/>
                <a:gd name="connsiteX5" fmla="*/ 391622 w 469948"/>
                <a:gd name="connsiteY5" fmla="*/ 2285144 h 2285144"/>
                <a:gd name="connsiteX6" fmla="*/ 78325 w 469948"/>
                <a:gd name="connsiteY6" fmla="*/ 2285144 h 2285144"/>
                <a:gd name="connsiteX7" fmla="*/ -1 w 469948"/>
                <a:gd name="connsiteY7" fmla="*/ 2206818 h 2285144"/>
                <a:gd name="connsiteX8" fmla="*/ -1 w 469948"/>
                <a:gd name="connsiteY8" fmla="*/ 174286 h 2285144"/>
                <a:gd name="connsiteX0" fmla="*/ 0 w 469949"/>
                <a:gd name="connsiteY0" fmla="*/ 174285 h 2285143"/>
                <a:gd name="connsiteX1" fmla="*/ 49783 w 469949"/>
                <a:gd name="connsiteY1" fmla="*/ 0 h 2285143"/>
                <a:gd name="connsiteX2" fmla="*/ 334388 w 469949"/>
                <a:gd name="connsiteY2" fmla="*/ 77185 h 2285143"/>
                <a:gd name="connsiteX3" fmla="*/ 469949 w 469949"/>
                <a:gd name="connsiteY3" fmla="*/ 174285 h 2285143"/>
                <a:gd name="connsiteX4" fmla="*/ 469949 w 469949"/>
                <a:gd name="connsiteY4" fmla="*/ 2206817 h 2285143"/>
                <a:gd name="connsiteX5" fmla="*/ 391623 w 469949"/>
                <a:gd name="connsiteY5" fmla="*/ 2285143 h 2285143"/>
                <a:gd name="connsiteX6" fmla="*/ 78326 w 469949"/>
                <a:gd name="connsiteY6" fmla="*/ 2285143 h 2285143"/>
                <a:gd name="connsiteX7" fmla="*/ 0 w 469949"/>
                <a:gd name="connsiteY7" fmla="*/ 2206817 h 2285143"/>
                <a:gd name="connsiteX8" fmla="*/ 0 w 469949"/>
                <a:gd name="connsiteY8" fmla="*/ 174285 h 2285143"/>
                <a:gd name="connsiteX0" fmla="*/ 1054 w 471003"/>
                <a:gd name="connsiteY0" fmla="*/ 197892 h 2308750"/>
                <a:gd name="connsiteX1" fmla="*/ 34082 w 471003"/>
                <a:gd name="connsiteY1" fmla="*/ 0 h 2308750"/>
                <a:gd name="connsiteX2" fmla="*/ 335442 w 471003"/>
                <a:gd name="connsiteY2" fmla="*/ 100792 h 2308750"/>
                <a:gd name="connsiteX3" fmla="*/ 471003 w 471003"/>
                <a:gd name="connsiteY3" fmla="*/ 197892 h 2308750"/>
                <a:gd name="connsiteX4" fmla="*/ 471003 w 471003"/>
                <a:gd name="connsiteY4" fmla="*/ 2230424 h 2308750"/>
                <a:gd name="connsiteX5" fmla="*/ 392677 w 471003"/>
                <a:gd name="connsiteY5" fmla="*/ 2308750 h 2308750"/>
                <a:gd name="connsiteX6" fmla="*/ 79380 w 471003"/>
                <a:gd name="connsiteY6" fmla="*/ 2308750 h 2308750"/>
                <a:gd name="connsiteX7" fmla="*/ 1054 w 471003"/>
                <a:gd name="connsiteY7" fmla="*/ 2230424 h 2308750"/>
                <a:gd name="connsiteX8" fmla="*/ 1054 w 471003"/>
                <a:gd name="connsiteY8" fmla="*/ 197892 h 2308750"/>
                <a:gd name="connsiteX0" fmla="*/ 1054 w 471003"/>
                <a:gd name="connsiteY0" fmla="*/ 197892 h 2308750"/>
                <a:gd name="connsiteX1" fmla="*/ 34082 w 471003"/>
                <a:gd name="connsiteY1" fmla="*/ 0 h 2308750"/>
                <a:gd name="connsiteX2" fmla="*/ 334861 w 471003"/>
                <a:gd name="connsiteY2" fmla="*/ 89571 h 2308750"/>
                <a:gd name="connsiteX3" fmla="*/ 471003 w 471003"/>
                <a:gd name="connsiteY3" fmla="*/ 197892 h 2308750"/>
                <a:gd name="connsiteX4" fmla="*/ 471003 w 471003"/>
                <a:gd name="connsiteY4" fmla="*/ 2230424 h 2308750"/>
                <a:gd name="connsiteX5" fmla="*/ 392677 w 471003"/>
                <a:gd name="connsiteY5" fmla="*/ 2308750 h 2308750"/>
                <a:gd name="connsiteX6" fmla="*/ 79380 w 471003"/>
                <a:gd name="connsiteY6" fmla="*/ 2308750 h 2308750"/>
                <a:gd name="connsiteX7" fmla="*/ 1054 w 471003"/>
                <a:gd name="connsiteY7" fmla="*/ 2230424 h 2308750"/>
                <a:gd name="connsiteX8" fmla="*/ 1054 w 471003"/>
                <a:gd name="connsiteY8" fmla="*/ 197892 h 2308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1003" h="2308750">
                  <a:moveTo>
                    <a:pt x="1054" y="197892"/>
                  </a:moveTo>
                  <a:cubicBezTo>
                    <a:pt x="1054" y="154634"/>
                    <a:pt x="-9176" y="0"/>
                    <a:pt x="34082" y="0"/>
                  </a:cubicBezTo>
                  <a:cubicBezTo>
                    <a:pt x="252569" y="55222"/>
                    <a:pt x="180322" y="46561"/>
                    <a:pt x="334861" y="89571"/>
                  </a:cubicBezTo>
                  <a:cubicBezTo>
                    <a:pt x="454403" y="123843"/>
                    <a:pt x="471003" y="154634"/>
                    <a:pt x="471003" y="197892"/>
                  </a:cubicBezTo>
                  <a:lnTo>
                    <a:pt x="471003" y="2230424"/>
                  </a:lnTo>
                  <a:cubicBezTo>
                    <a:pt x="471003" y="2273682"/>
                    <a:pt x="435935" y="2308750"/>
                    <a:pt x="392677" y="2308750"/>
                  </a:cubicBezTo>
                  <a:lnTo>
                    <a:pt x="79380" y="2308750"/>
                  </a:lnTo>
                  <a:cubicBezTo>
                    <a:pt x="36122" y="2308750"/>
                    <a:pt x="1054" y="2273682"/>
                    <a:pt x="1054" y="2230424"/>
                  </a:cubicBezTo>
                  <a:lnTo>
                    <a:pt x="1054" y="197892"/>
                  </a:lnTo>
                  <a:close/>
                </a:path>
              </a:pathLst>
            </a:cu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4" name="사각형: 둥근 모서리 23">
              <a:extLst>
                <a:ext uri="{FF2B5EF4-FFF2-40B4-BE49-F238E27FC236}">
                  <a16:creationId xmlns:a16="http://schemas.microsoft.com/office/drawing/2014/main" id="{D84E8DEB-2540-8D52-2097-8A0B84519D14}"/>
                </a:ext>
              </a:extLst>
            </p:cNvPr>
            <p:cNvSpPr/>
            <p:nvPr userDrawn="1"/>
          </p:nvSpPr>
          <p:spPr>
            <a:xfrm rot="4506704" flipH="1">
              <a:off x="9456291" y="360823"/>
              <a:ext cx="464231" cy="107393"/>
            </a:xfrm>
            <a:prstGeom prst="roundRect">
              <a:avLst>
                <a:gd name="adj" fmla="val 32586"/>
              </a:avLst>
            </a:pr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5" name="사각형: 둥근 모서리 24">
              <a:extLst>
                <a:ext uri="{FF2B5EF4-FFF2-40B4-BE49-F238E27FC236}">
                  <a16:creationId xmlns:a16="http://schemas.microsoft.com/office/drawing/2014/main" id="{C3344A89-4809-DD59-23EA-4FD793BECF83}"/>
                </a:ext>
              </a:extLst>
            </p:cNvPr>
            <p:cNvSpPr/>
            <p:nvPr userDrawn="1"/>
          </p:nvSpPr>
          <p:spPr>
            <a:xfrm flipH="1">
              <a:off x="9586770" y="180267"/>
              <a:ext cx="351774" cy="60140"/>
            </a:xfrm>
            <a:prstGeom prst="roundRect">
              <a:avLst>
                <a:gd name="adj" fmla="val 32586"/>
              </a:avLst>
            </a:pr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6" name="사각형: 둥근 모서리 25">
              <a:extLst>
                <a:ext uri="{FF2B5EF4-FFF2-40B4-BE49-F238E27FC236}">
                  <a16:creationId xmlns:a16="http://schemas.microsoft.com/office/drawing/2014/main" id="{AC3D8F07-1C02-3E73-01E8-41A155CCDB1D}"/>
                </a:ext>
              </a:extLst>
            </p:cNvPr>
            <p:cNvSpPr/>
            <p:nvPr userDrawn="1"/>
          </p:nvSpPr>
          <p:spPr>
            <a:xfrm>
              <a:off x="6347129" y="186675"/>
              <a:ext cx="408152" cy="183858"/>
            </a:xfrm>
            <a:prstGeom prst="roundRect">
              <a:avLst>
                <a:gd name="adj" fmla="val 23143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7" name="사각형: 둥근 모서리 26">
              <a:extLst>
                <a:ext uri="{FF2B5EF4-FFF2-40B4-BE49-F238E27FC236}">
                  <a16:creationId xmlns:a16="http://schemas.microsoft.com/office/drawing/2014/main" id="{F52B978E-9C88-1E75-EF2C-6F071425AA66}"/>
                </a:ext>
              </a:extLst>
            </p:cNvPr>
            <p:cNvSpPr/>
            <p:nvPr userDrawn="1"/>
          </p:nvSpPr>
          <p:spPr>
            <a:xfrm flipH="1">
              <a:off x="6766153" y="1568154"/>
              <a:ext cx="358839" cy="107393"/>
            </a:xfrm>
            <a:prstGeom prst="roundRect">
              <a:avLst>
                <a:gd name="adj" fmla="val 43099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8" name="사각형: 둥근 모서리 27">
              <a:extLst>
                <a:ext uri="{FF2B5EF4-FFF2-40B4-BE49-F238E27FC236}">
                  <a16:creationId xmlns:a16="http://schemas.microsoft.com/office/drawing/2014/main" id="{7CCA3927-601C-0089-540E-B40E21642851}"/>
                </a:ext>
              </a:extLst>
            </p:cNvPr>
            <p:cNvSpPr/>
            <p:nvPr userDrawn="1"/>
          </p:nvSpPr>
          <p:spPr>
            <a:xfrm rot="4506704" flipH="1">
              <a:off x="6793110" y="1378492"/>
              <a:ext cx="464231" cy="107393"/>
            </a:xfrm>
            <a:prstGeom prst="roundRect">
              <a:avLst>
                <a:gd name="adj" fmla="val 50000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9" name="사각형: 둥근 모서리 48">
              <a:extLst>
                <a:ext uri="{FF2B5EF4-FFF2-40B4-BE49-F238E27FC236}">
                  <a16:creationId xmlns:a16="http://schemas.microsoft.com/office/drawing/2014/main" id="{74ED5022-514D-AC86-79B3-BFB20B0BDA78}"/>
                </a:ext>
              </a:extLst>
            </p:cNvPr>
            <p:cNvSpPr/>
            <p:nvPr userDrawn="1"/>
          </p:nvSpPr>
          <p:spPr>
            <a:xfrm rot="20700000">
              <a:off x="6565113" y="116467"/>
              <a:ext cx="365971" cy="1546595"/>
            </a:xfrm>
            <a:custGeom>
              <a:avLst/>
              <a:gdLst>
                <a:gd name="connsiteX0" fmla="*/ 0 w 469949"/>
                <a:gd name="connsiteY0" fmla="*/ 78326 h 2189184"/>
                <a:gd name="connsiteX1" fmla="*/ 78326 w 469949"/>
                <a:gd name="connsiteY1" fmla="*/ 0 h 2189184"/>
                <a:gd name="connsiteX2" fmla="*/ 391623 w 469949"/>
                <a:gd name="connsiteY2" fmla="*/ 0 h 2189184"/>
                <a:gd name="connsiteX3" fmla="*/ 469949 w 469949"/>
                <a:gd name="connsiteY3" fmla="*/ 78326 h 2189184"/>
                <a:gd name="connsiteX4" fmla="*/ 469949 w 469949"/>
                <a:gd name="connsiteY4" fmla="*/ 2110858 h 2189184"/>
                <a:gd name="connsiteX5" fmla="*/ 391623 w 469949"/>
                <a:gd name="connsiteY5" fmla="*/ 2189184 h 2189184"/>
                <a:gd name="connsiteX6" fmla="*/ 78326 w 469949"/>
                <a:gd name="connsiteY6" fmla="*/ 2189184 h 2189184"/>
                <a:gd name="connsiteX7" fmla="*/ 0 w 469949"/>
                <a:gd name="connsiteY7" fmla="*/ 2110858 h 2189184"/>
                <a:gd name="connsiteX8" fmla="*/ 0 w 469949"/>
                <a:gd name="connsiteY8" fmla="*/ 78326 h 218918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401214 w 479540"/>
                <a:gd name="connsiteY2" fmla="*/ 64040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401214 w 479540"/>
                <a:gd name="connsiteY2" fmla="*/ 64040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4 w 469953"/>
                <a:gd name="connsiteY0" fmla="*/ 154603 h 2265461"/>
                <a:gd name="connsiteX1" fmla="*/ 42068 w 469953"/>
                <a:gd name="connsiteY1" fmla="*/ 0 h 2265461"/>
                <a:gd name="connsiteX2" fmla="*/ 330427 w 469953"/>
                <a:gd name="connsiteY2" fmla="*/ 74670 h 2265461"/>
                <a:gd name="connsiteX3" fmla="*/ 469953 w 469953"/>
                <a:gd name="connsiteY3" fmla="*/ 154603 h 2265461"/>
                <a:gd name="connsiteX4" fmla="*/ 469953 w 469953"/>
                <a:gd name="connsiteY4" fmla="*/ 2187135 h 2265461"/>
                <a:gd name="connsiteX5" fmla="*/ 391627 w 469953"/>
                <a:gd name="connsiteY5" fmla="*/ 2265461 h 2265461"/>
                <a:gd name="connsiteX6" fmla="*/ 78330 w 469953"/>
                <a:gd name="connsiteY6" fmla="*/ 2265461 h 2265461"/>
                <a:gd name="connsiteX7" fmla="*/ 4 w 469953"/>
                <a:gd name="connsiteY7" fmla="*/ 2187135 h 2265461"/>
                <a:gd name="connsiteX8" fmla="*/ 4 w 469953"/>
                <a:gd name="connsiteY8" fmla="*/ 154603 h 2265461"/>
                <a:gd name="connsiteX0" fmla="*/ 4 w 469953"/>
                <a:gd name="connsiteY0" fmla="*/ 154603 h 2265461"/>
                <a:gd name="connsiteX1" fmla="*/ 42068 w 469953"/>
                <a:gd name="connsiteY1" fmla="*/ 0 h 2265461"/>
                <a:gd name="connsiteX2" fmla="*/ 330427 w 469953"/>
                <a:gd name="connsiteY2" fmla="*/ 74670 h 2265461"/>
                <a:gd name="connsiteX3" fmla="*/ 469953 w 469953"/>
                <a:gd name="connsiteY3" fmla="*/ 154603 h 2265461"/>
                <a:gd name="connsiteX4" fmla="*/ 469953 w 469953"/>
                <a:gd name="connsiteY4" fmla="*/ 2187135 h 2265461"/>
                <a:gd name="connsiteX5" fmla="*/ 391627 w 469953"/>
                <a:gd name="connsiteY5" fmla="*/ 2265461 h 2265461"/>
                <a:gd name="connsiteX6" fmla="*/ 78330 w 469953"/>
                <a:gd name="connsiteY6" fmla="*/ 2265461 h 2265461"/>
                <a:gd name="connsiteX7" fmla="*/ 4 w 469953"/>
                <a:gd name="connsiteY7" fmla="*/ 2187135 h 2265461"/>
                <a:gd name="connsiteX8" fmla="*/ 4 w 469953"/>
                <a:gd name="connsiteY8" fmla="*/ 154603 h 2265461"/>
                <a:gd name="connsiteX0" fmla="*/ 7203 w 477152"/>
                <a:gd name="connsiteY0" fmla="*/ 202492 h 2313350"/>
                <a:gd name="connsiteX1" fmla="*/ 25429 w 477152"/>
                <a:gd name="connsiteY1" fmla="*/ 0 h 2313350"/>
                <a:gd name="connsiteX2" fmla="*/ 337626 w 477152"/>
                <a:gd name="connsiteY2" fmla="*/ 122559 h 2313350"/>
                <a:gd name="connsiteX3" fmla="*/ 477152 w 477152"/>
                <a:gd name="connsiteY3" fmla="*/ 202492 h 2313350"/>
                <a:gd name="connsiteX4" fmla="*/ 477152 w 477152"/>
                <a:gd name="connsiteY4" fmla="*/ 2235024 h 2313350"/>
                <a:gd name="connsiteX5" fmla="*/ 398826 w 477152"/>
                <a:gd name="connsiteY5" fmla="*/ 2313350 h 2313350"/>
                <a:gd name="connsiteX6" fmla="*/ 85529 w 477152"/>
                <a:gd name="connsiteY6" fmla="*/ 2313350 h 2313350"/>
                <a:gd name="connsiteX7" fmla="*/ 7203 w 477152"/>
                <a:gd name="connsiteY7" fmla="*/ 2235024 h 2313350"/>
                <a:gd name="connsiteX8" fmla="*/ 7203 w 477152"/>
                <a:gd name="connsiteY8" fmla="*/ 202492 h 2313350"/>
                <a:gd name="connsiteX0" fmla="*/ 7204 w 477153"/>
                <a:gd name="connsiteY0" fmla="*/ 202492 h 2313350"/>
                <a:gd name="connsiteX1" fmla="*/ 25430 w 477153"/>
                <a:gd name="connsiteY1" fmla="*/ 0 h 2313350"/>
                <a:gd name="connsiteX2" fmla="*/ 341592 w 477153"/>
                <a:gd name="connsiteY2" fmla="*/ 105392 h 2313350"/>
                <a:gd name="connsiteX3" fmla="*/ 477153 w 477153"/>
                <a:gd name="connsiteY3" fmla="*/ 202492 h 2313350"/>
                <a:gd name="connsiteX4" fmla="*/ 477153 w 477153"/>
                <a:gd name="connsiteY4" fmla="*/ 2235024 h 2313350"/>
                <a:gd name="connsiteX5" fmla="*/ 398827 w 477153"/>
                <a:gd name="connsiteY5" fmla="*/ 2313350 h 2313350"/>
                <a:gd name="connsiteX6" fmla="*/ 85530 w 477153"/>
                <a:gd name="connsiteY6" fmla="*/ 2313350 h 2313350"/>
                <a:gd name="connsiteX7" fmla="*/ 7204 w 477153"/>
                <a:gd name="connsiteY7" fmla="*/ 2235024 h 2313350"/>
                <a:gd name="connsiteX8" fmla="*/ 7204 w 477153"/>
                <a:gd name="connsiteY8" fmla="*/ 202492 h 2313350"/>
                <a:gd name="connsiteX0" fmla="*/ 7204 w 477153"/>
                <a:gd name="connsiteY0" fmla="*/ 202492 h 2313350"/>
                <a:gd name="connsiteX1" fmla="*/ 25430 w 477153"/>
                <a:gd name="connsiteY1" fmla="*/ 0 h 2313350"/>
                <a:gd name="connsiteX2" fmla="*/ 341592 w 477153"/>
                <a:gd name="connsiteY2" fmla="*/ 105392 h 2313350"/>
                <a:gd name="connsiteX3" fmla="*/ 477153 w 477153"/>
                <a:gd name="connsiteY3" fmla="*/ 202492 h 2313350"/>
                <a:gd name="connsiteX4" fmla="*/ 477153 w 477153"/>
                <a:gd name="connsiteY4" fmla="*/ 2235024 h 2313350"/>
                <a:gd name="connsiteX5" fmla="*/ 398827 w 477153"/>
                <a:gd name="connsiteY5" fmla="*/ 2313350 h 2313350"/>
                <a:gd name="connsiteX6" fmla="*/ 85530 w 477153"/>
                <a:gd name="connsiteY6" fmla="*/ 2313350 h 2313350"/>
                <a:gd name="connsiteX7" fmla="*/ 7204 w 477153"/>
                <a:gd name="connsiteY7" fmla="*/ 2235024 h 2313350"/>
                <a:gd name="connsiteX8" fmla="*/ 7204 w 477153"/>
                <a:gd name="connsiteY8" fmla="*/ 202492 h 2313350"/>
                <a:gd name="connsiteX0" fmla="*/ -1 w 469948"/>
                <a:gd name="connsiteY0" fmla="*/ 174286 h 2285144"/>
                <a:gd name="connsiteX1" fmla="*/ 49782 w 469948"/>
                <a:gd name="connsiteY1" fmla="*/ 1 h 2285144"/>
                <a:gd name="connsiteX2" fmla="*/ 334387 w 469948"/>
                <a:gd name="connsiteY2" fmla="*/ 77186 h 2285144"/>
                <a:gd name="connsiteX3" fmla="*/ 469948 w 469948"/>
                <a:gd name="connsiteY3" fmla="*/ 174286 h 2285144"/>
                <a:gd name="connsiteX4" fmla="*/ 469948 w 469948"/>
                <a:gd name="connsiteY4" fmla="*/ 2206818 h 2285144"/>
                <a:gd name="connsiteX5" fmla="*/ 391622 w 469948"/>
                <a:gd name="connsiteY5" fmla="*/ 2285144 h 2285144"/>
                <a:gd name="connsiteX6" fmla="*/ 78325 w 469948"/>
                <a:gd name="connsiteY6" fmla="*/ 2285144 h 2285144"/>
                <a:gd name="connsiteX7" fmla="*/ -1 w 469948"/>
                <a:gd name="connsiteY7" fmla="*/ 2206818 h 2285144"/>
                <a:gd name="connsiteX8" fmla="*/ -1 w 469948"/>
                <a:gd name="connsiteY8" fmla="*/ 174286 h 2285144"/>
                <a:gd name="connsiteX0" fmla="*/ 0 w 469949"/>
                <a:gd name="connsiteY0" fmla="*/ 174285 h 2285143"/>
                <a:gd name="connsiteX1" fmla="*/ 49783 w 469949"/>
                <a:gd name="connsiteY1" fmla="*/ 0 h 2285143"/>
                <a:gd name="connsiteX2" fmla="*/ 334388 w 469949"/>
                <a:gd name="connsiteY2" fmla="*/ 77185 h 2285143"/>
                <a:gd name="connsiteX3" fmla="*/ 469949 w 469949"/>
                <a:gd name="connsiteY3" fmla="*/ 174285 h 2285143"/>
                <a:gd name="connsiteX4" fmla="*/ 469949 w 469949"/>
                <a:gd name="connsiteY4" fmla="*/ 2206817 h 2285143"/>
                <a:gd name="connsiteX5" fmla="*/ 391623 w 469949"/>
                <a:gd name="connsiteY5" fmla="*/ 2285143 h 2285143"/>
                <a:gd name="connsiteX6" fmla="*/ 78326 w 469949"/>
                <a:gd name="connsiteY6" fmla="*/ 2285143 h 2285143"/>
                <a:gd name="connsiteX7" fmla="*/ 0 w 469949"/>
                <a:gd name="connsiteY7" fmla="*/ 2206817 h 2285143"/>
                <a:gd name="connsiteX8" fmla="*/ 0 w 469949"/>
                <a:gd name="connsiteY8" fmla="*/ 174285 h 2285143"/>
                <a:gd name="connsiteX0" fmla="*/ 1054 w 471003"/>
                <a:gd name="connsiteY0" fmla="*/ 197892 h 2308750"/>
                <a:gd name="connsiteX1" fmla="*/ 34082 w 471003"/>
                <a:gd name="connsiteY1" fmla="*/ 0 h 2308750"/>
                <a:gd name="connsiteX2" fmla="*/ 335442 w 471003"/>
                <a:gd name="connsiteY2" fmla="*/ 100792 h 2308750"/>
                <a:gd name="connsiteX3" fmla="*/ 471003 w 471003"/>
                <a:gd name="connsiteY3" fmla="*/ 197892 h 2308750"/>
                <a:gd name="connsiteX4" fmla="*/ 471003 w 471003"/>
                <a:gd name="connsiteY4" fmla="*/ 2230424 h 2308750"/>
                <a:gd name="connsiteX5" fmla="*/ 392677 w 471003"/>
                <a:gd name="connsiteY5" fmla="*/ 2308750 h 2308750"/>
                <a:gd name="connsiteX6" fmla="*/ 79380 w 471003"/>
                <a:gd name="connsiteY6" fmla="*/ 2308750 h 2308750"/>
                <a:gd name="connsiteX7" fmla="*/ 1054 w 471003"/>
                <a:gd name="connsiteY7" fmla="*/ 2230424 h 2308750"/>
                <a:gd name="connsiteX8" fmla="*/ 1054 w 471003"/>
                <a:gd name="connsiteY8" fmla="*/ 197892 h 2308750"/>
                <a:gd name="connsiteX0" fmla="*/ 1054 w 471003"/>
                <a:gd name="connsiteY0" fmla="*/ 197892 h 2308750"/>
                <a:gd name="connsiteX1" fmla="*/ 34082 w 471003"/>
                <a:gd name="connsiteY1" fmla="*/ 0 h 2308750"/>
                <a:gd name="connsiteX2" fmla="*/ 334861 w 471003"/>
                <a:gd name="connsiteY2" fmla="*/ 89571 h 2308750"/>
                <a:gd name="connsiteX3" fmla="*/ 471003 w 471003"/>
                <a:gd name="connsiteY3" fmla="*/ 197892 h 2308750"/>
                <a:gd name="connsiteX4" fmla="*/ 471003 w 471003"/>
                <a:gd name="connsiteY4" fmla="*/ 2230424 h 2308750"/>
                <a:gd name="connsiteX5" fmla="*/ 392677 w 471003"/>
                <a:gd name="connsiteY5" fmla="*/ 2308750 h 2308750"/>
                <a:gd name="connsiteX6" fmla="*/ 79380 w 471003"/>
                <a:gd name="connsiteY6" fmla="*/ 2308750 h 2308750"/>
                <a:gd name="connsiteX7" fmla="*/ 1054 w 471003"/>
                <a:gd name="connsiteY7" fmla="*/ 2230424 h 2308750"/>
                <a:gd name="connsiteX8" fmla="*/ 1054 w 471003"/>
                <a:gd name="connsiteY8" fmla="*/ 197892 h 2308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1003" h="2308750">
                  <a:moveTo>
                    <a:pt x="1054" y="197892"/>
                  </a:moveTo>
                  <a:cubicBezTo>
                    <a:pt x="1054" y="154634"/>
                    <a:pt x="-9176" y="0"/>
                    <a:pt x="34082" y="0"/>
                  </a:cubicBezTo>
                  <a:cubicBezTo>
                    <a:pt x="252569" y="55222"/>
                    <a:pt x="180322" y="46561"/>
                    <a:pt x="334861" y="89571"/>
                  </a:cubicBezTo>
                  <a:cubicBezTo>
                    <a:pt x="454403" y="123843"/>
                    <a:pt x="471003" y="154634"/>
                    <a:pt x="471003" y="197892"/>
                  </a:cubicBezTo>
                  <a:lnTo>
                    <a:pt x="471003" y="2230424"/>
                  </a:lnTo>
                  <a:cubicBezTo>
                    <a:pt x="471003" y="2273682"/>
                    <a:pt x="435935" y="2308750"/>
                    <a:pt x="392677" y="2308750"/>
                  </a:cubicBezTo>
                  <a:lnTo>
                    <a:pt x="79380" y="2308750"/>
                  </a:lnTo>
                  <a:cubicBezTo>
                    <a:pt x="36122" y="2308750"/>
                    <a:pt x="1054" y="2273682"/>
                    <a:pt x="1054" y="2230424"/>
                  </a:cubicBezTo>
                  <a:lnTo>
                    <a:pt x="1054" y="197892"/>
                  </a:lnTo>
                  <a:close/>
                </a:path>
              </a:pathLst>
            </a:cu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30" name="사각형: 둥근 모서리 29">
              <a:extLst>
                <a:ext uri="{FF2B5EF4-FFF2-40B4-BE49-F238E27FC236}">
                  <a16:creationId xmlns:a16="http://schemas.microsoft.com/office/drawing/2014/main" id="{6DF17EFE-4DE7-23E0-83AE-F34E55751FBA}"/>
                </a:ext>
              </a:extLst>
            </p:cNvPr>
            <p:cNvSpPr/>
            <p:nvPr userDrawn="1"/>
          </p:nvSpPr>
          <p:spPr>
            <a:xfrm rot="4506704" flipH="1">
              <a:off x="6264119" y="360823"/>
              <a:ext cx="464231" cy="107393"/>
            </a:xfrm>
            <a:prstGeom prst="roundRect">
              <a:avLst>
                <a:gd name="adj" fmla="val 32586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31" name="사각형: 둥근 모서리 30">
              <a:extLst>
                <a:ext uri="{FF2B5EF4-FFF2-40B4-BE49-F238E27FC236}">
                  <a16:creationId xmlns:a16="http://schemas.microsoft.com/office/drawing/2014/main" id="{E99538CC-61E2-1721-E8D1-CDDF420D356E}"/>
                </a:ext>
              </a:extLst>
            </p:cNvPr>
            <p:cNvSpPr/>
            <p:nvPr userDrawn="1"/>
          </p:nvSpPr>
          <p:spPr>
            <a:xfrm flipH="1">
              <a:off x="6394598" y="180267"/>
              <a:ext cx="351774" cy="60140"/>
            </a:xfrm>
            <a:prstGeom prst="roundRect">
              <a:avLst>
                <a:gd name="adj" fmla="val 32586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</p:grpSp>
      <p:grpSp>
        <p:nvGrpSpPr>
          <p:cNvPr id="32" name="그룹 31">
            <a:extLst>
              <a:ext uri="{FF2B5EF4-FFF2-40B4-BE49-F238E27FC236}">
                <a16:creationId xmlns:a16="http://schemas.microsoft.com/office/drawing/2014/main" id="{50790F64-4FE8-0A76-F8EF-FEA76BB718F4}"/>
              </a:ext>
            </a:extLst>
          </p:cNvPr>
          <p:cNvGrpSpPr/>
          <p:nvPr userDrawn="1"/>
        </p:nvGrpSpPr>
        <p:grpSpPr>
          <a:xfrm>
            <a:off x="9608429" y="6377262"/>
            <a:ext cx="2549704" cy="447351"/>
            <a:chOff x="2347257" y="6113745"/>
            <a:chExt cx="2549704" cy="447351"/>
          </a:xfrm>
        </p:grpSpPr>
        <p:pic>
          <p:nvPicPr>
            <p:cNvPr id="33" name="그림 32" descr="로고, 그래픽, 그래픽 디자인, 스크린샷이(가) 표시된 사진&#10;&#10;자동 생성된 설명">
              <a:extLst>
                <a:ext uri="{FF2B5EF4-FFF2-40B4-BE49-F238E27FC236}">
                  <a16:creationId xmlns:a16="http://schemas.microsoft.com/office/drawing/2014/main" id="{5F0107DC-1969-2332-9966-A8D4F0495726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347257" y="6113745"/>
              <a:ext cx="1016707" cy="447351"/>
            </a:xfrm>
            <a:prstGeom prst="rect">
              <a:avLst/>
            </a:prstGeom>
          </p:spPr>
        </p:pic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21C8422F-847D-E2D6-6D3B-C424656E2C83}"/>
                </a:ext>
              </a:extLst>
            </p:cNvPr>
            <p:cNvSpPr txBox="1"/>
            <p:nvPr userDrawn="1"/>
          </p:nvSpPr>
          <p:spPr>
            <a:xfrm>
              <a:off x="3356155" y="6113745"/>
              <a:ext cx="1540806" cy="374526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>
                <a:lnSpc>
                  <a:spcPts val="1100"/>
                </a:lnSpc>
              </a:pPr>
              <a:r>
                <a:rPr lang="en-US" sz="1200" b="1" dirty="0">
                  <a:solidFill>
                    <a:srgbClr val="5A5B5E"/>
                  </a:solidFill>
                  <a:latin typeface="Trebuchet MS" panose="020B0703020202090204" pitchFamily="34" charset="0"/>
                  <a:ea typeface="Baskerville" panose="02020502070401020303" pitchFamily="18" charset="0"/>
                </a:rPr>
                <a:t>School of Software</a:t>
              </a:r>
            </a:p>
            <a:p>
              <a:pPr algn="ctr">
                <a:lnSpc>
                  <a:spcPts val="1100"/>
                </a:lnSpc>
              </a:pPr>
              <a:r>
                <a:rPr lang="en-US" sz="1200" b="1" dirty="0" err="1">
                  <a:solidFill>
                    <a:srgbClr val="1DA1C6"/>
                  </a:solidFill>
                  <a:latin typeface="Trebuchet MS" panose="020B0703020202090204" pitchFamily="34" charset="0"/>
                  <a:ea typeface="Baskerville" panose="02020502070401020303" pitchFamily="18" charset="0"/>
                </a:rPr>
                <a:t>Soongsil</a:t>
              </a:r>
              <a:r>
                <a:rPr lang="en-US" sz="1200" b="1" dirty="0">
                  <a:solidFill>
                    <a:srgbClr val="1DA1C6"/>
                  </a:solidFill>
                  <a:latin typeface="Trebuchet MS" panose="020B0703020202090204" pitchFamily="34" charset="0"/>
                  <a:ea typeface="Baskerville" panose="02020502070401020303" pitchFamily="18" charset="0"/>
                </a:rPr>
                <a:t> University</a:t>
              </a:r>
            </a:p>
          </p:txBody>
        </p:sp>
      </p:grpSp>
      <p:sp>
        <p:nvSpPr>
          <p:cNvPr id="43" name="내용 개체 틀 42">
            <a:extLst>
              <a:ext uri="{FF2B5EF4-FFF2-40B4-BE49-F238E27FC236}">
                <a16:creationId xmlns:a16="http://schemas.microsoft.com/office/drawing/2014/main" id="{7F399805-B9E0-9A92-4145-86CBE2C1A796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1524001" y="1299326"/>
            <a:ext cx="9144000" cy="855183"/>
          </a:xfrm>
        </p:spPr>
        <p:txBody>
          <a:bodyPr anchor="b"/>
          <a:lstStyle>
            <a:lvl1pPr marL="0" indent="0" algn="ctr">
              <a:buNone/>
              <a:defRPr sz="4800" b="1">
                <a:latin typeface="Trebuchet MS" panose="020B0603020202020204" pitchFamily="34" charset="0"/>
              </a:defRPr>
            </a:lvl1pPr>
          </a:lstStyle>
          <a:p>
            <a:pPr lvl="0"/>
            <a:r>
              <a:rPr lang="ko-KR" altLang="en-US" dirty="0"/>
              <a:t>마스터 텍스트 스타일</a:t>
            </a:r>
          </a:p>
        </p:txBody>
      </p:sp>
    </p:spTree>
    <p:extLst>
      <p:ext uri="{BB962C8B-B14F-4D97-AF65-F5344CB8AC3E}">
        <p14:creationId xmlns:p14="http://schemas.microsoft.com/office/powerpoint/2010/main" val="3125989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마지막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1" y="1122363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4800">
                <a:latin typeface="Trebuchet MS" panose="020B070302020209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grpSp>
        <p:nvGrpSpPr>
          <p:cNvPr id="32" name="그룹 31">
            <a:extLst>
              <a:ext uri="{FF2B5EF4-FFF2-40B4-BE49-F238E27FC236}">
                <a16:creationId xmlns:a16="http://schemas.microsoft.com/office/drawing/2014/main" id="{50790F64-4FE8-0A76-F8EF-FEA76BB718F4}"/>
              </a:ext>
            </a:extLst>
          </p:cNvPr>
          <p:cNvGrpSpPr/>
          <p:nvPr userDrawn="1"/>
        </p:nvGrpSpPr>
        <p:grpSpPr>
          <a:xfrm>
            <a:off x="9608429" y="6377262"/>
            <a:ext cx="2549704" cy="447351"/>
            <a:chOff x="2347257" y="6113745"/>
            <a:chExt cx="2549704" cy="447351"/>
          </a:xfrm>
        </p:grpSpPr>
        <p:pic>
          <p:nvPicPr>
            <p:cNvPr id="33" name="그림 32" descr="로고, 그래픽, 그래픽 디자인, 스크린샷이(가) 표시된 사진&#10;&#10;자동 생성된 설명">
              <a:extLst>
                <a:ext uri="{FF2B5EF4-FFF2-40B4-BE49-F238E27FC236}">
                  <a16:creationId xmlns:a16="http://schemas.microsoft.com/office/drawing/2014/main" id="{5F0107DC-1969-2332-9966-A8D4F0495726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347257" y="6113745"/>
              <a:ext cx="1016707" cy="447351"/>
            </a:xfrm>
            <a:prstGeom prst="rect">
              <a:avLst/>
            </a:prstGeom>
          </p:spPr>
        </p:pic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21C8422F-847D-E2D6-6D3B-C424656E2C83}"/>
                </a:ext>
              </a:extLst>
            </p:cNvPr>
            <p:cNvSpPr txBox="1"/>
            <p:nvPr userDrawn="1"/>
          </p:nvSpPr>
          <p:spPr>
            <a:xfrm>
              <a:off x="3356155" y="6113745"/>
              <a:ext cx="1540806" cy="374526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>
                <a:lnSpc>
                  <a:spcPts val="1100"/>
                </a:lnSpc>
              </a:pPr>
              <a:r>
                <a:rPr lang="en-US" sz="1200" b="1" dirty="0">
                  <a:solidFill>
                    <a:srgbClr val="5A5B5E"/>
                  </a:solidFill>
                  <a:latin typeface="Trebuchet MS" panose="020B0703020202090204" pitchFamily="34" charset="0"/>
                  <a:ea typeface="Baskerville" panose="02020502070401020303" pitchFamily="18" charset="0"/>
                </a:rPr>
                <a:t>School of Software</a:t>
              </a:r>
            </a:p>
            <a:p>
              <a:pPr algn="ctr">
                <a:lnSpc>
                  <a:spcPts val="1100"/>
                </a:lnSpc>
              </a:pPr>
              <a:r>
                <a:rPr lang="en-US" sz="1200" b="1" dirty="0" err="1">
                  <a:solidFill>
                    <a:srgbClr val="1DA1C6"/>
                  </a:solidFill>
                  <a:latin typeface="Trebuchet MS" panose="020B0703020202090204" pitchFamily="34" charset="0"/>
                  <a:ea typeface="Baskerville" panose="02020502070401020303" pitchFamily="18" charset="0"/>
                </a:rPr>
                <a:t>Soongsil</a:t>
              </a:r>
              <a:r>
                <a:rPr lang="en-US" sz="1200" b="1" dirty="0">
                  <a:solidFill>
                    <a:srgbClr val="1DA1C6"/>
                  </a:solidFill>
                  <a:latin typeface="Trebuchet MS" panose="020B0703020202090204" pitchFamily="34" charset="0"/>
                  <a:ea typeface="Baskerville" panose="02020502070401020303" pitchFamily="18" charset="0"/>
                </a:rPr>
                <a:t> University</a:t>
              </a:r>
            </a:p>
          </p:txBody>
        </p:sp>
      </p:grpSp>
      <p:pic>
        <p:nvPicPr>
          <p:cNvPr id="35" name="그림 34">
            <a:extLst>
              <a:ext uri="{FF2B5EF4-FFF2-40B4-BE49-F238E27FC236}">
                <a16:creationId xmlns:a16="http://schemas.microsoft.com/office/drawing/2014/main" id="{4538A30A-D7A1-6521-A4C9-7B9DA3C4FFD7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546080"/>
            <a:ext cx="1311920" cy="1311920"/>
          </a:xfrm>
          <a:prstGeom prst="rect">
            <a:avLst/>
          </a:prstGeom>
        </p:spPr>
      </p:pic>
      <p:sp>
        <p:nvSpPr>
          <p:cNvPr id="36" name="직사각형 35">
            <a:extLst>
              <a:ext uri="{FF2B5EF4-FFF2-40B4-BE49-F238E27FC236}">
                <a16:creationId xmlns:a16="http://schemas.microsoft.com/office/drawing/2014/main" id="{25080A8C-CABB-86CB-451E-4AA69A1125FB}"/>
              </a:ext>
            </a:extLst>
          </p:cNvPr>
          <p:cNvSpPr/>
          <p:nvPr userDrawn="1"/>
        </p:nvSpPr>
        <p:spPr>
          <a:xfrm>
            <a:off x="1197392" y="6516837"/>
            <a:ext cx="2395207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400" b="1" dirty="0">
                <a:latin typeface="Trebuchet MS" panose="020B0603020202020204" pitchFamily="34" charset="0"/>
              </a:rPr>
              <a:t>Lab: https://aica.ssu.ac.kr</a:t>
            </a:r>
            <a:endParaRPr lang="ko-KR" altLang="en-US" sz="1400" b="1" dirty="0">
              <a:latin typeface="Trebuchet MS" panose="020B0603020202020204" pitchFamily="34" charset="0"/>
            </a:endParaRPr>
          </a:p>
        </p:txBody>
      </p:sp>
      <p:sp>
        <p:nvSpPr>
          <p:cNvPr id="17" name="텍스트 개체 틀 16">
            <a:extLst>
              <a:ext uri="{FF2B5EF4-FFF2-40B4-BE49-F238E27FC236}">
                <a16:creationId xmlns:a16="http://schemas.microsoft.com/office/drawing/2014/main" id="{FB6F3407-DDCF-0C52-4C34-A45338DFBA8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197392" y="6261269"/>
            <a:ext cx="3185923" cy="307777"/>
          </a:xfrm>
        </p:spPr>
        <p:txBody>
          <a:bodyPr>
            <a:normAutofit/>
          </a:bodyPr>
          <a:lstStyle>
            <a:lvl1pPr marL="0" indent="0">
              <a:buNone/>
              <a:defRPr sz="1400" b="1">
                <a:latin typeface="Trebuchet MS" panose="020B0603020202020204" pitchFamily="34" charset="0"/>
              </a:defRPr>
            </a:lvl1pPr>
            <a:lvl2pPr marL="457202" indent="0">
              <a:buNone/>
              <a:defRPr/>
            </a:lvl2pPr>
            <a:lvl3pPr marL="914404" indent="0">
              <a:buNone/>
              <a:defRPr/>
            </a:lvl3pPr>
            <a:lvl4pPr marL="1371605" indent="0">
              <a:buNone/>
              <a:defRPr/>
            </a:lvl4pPr>
            <a:lvl5pPr marL="1828807" indent="0">
              <a:buNone/>
              <a:defRPr/>
            </a:lvl5pPr>
          </a:lstStyle>
          <a:p>
            <a:pPr lvl="0"/>
            <a:r>
              <a:rPr lang="ko-KR" altLang="en-US" dirty="0"/>
              <a:t>본인 이메일 주소 </a:t>
            </a:r>
            <a:r>
              <a:rPr lang="en-US" altLang="ko-KR" dirty="0"/>
              <a:t>(E-mail: ~)</a:t>
            </a:r>
            <a:endParaRPr lang="ko-KR" altLang="en-US" dirty="0"/>
          </a:p>
        </p:txBody>
      </p:sp>
      <p:sp>
        <p:nvSpPr>
          <p:cNvPr id="19" name="부제목 2">
            <a:extLst>
              <a:ext uri="{FF2B5EF4-FFF2-40B4-BE49-F238E27FC236}">
                <a16:creationId xmlns:a16="http://schemas.microsoft.com/office/drawing/2014/main" id="{F294413C-AB4A-7E8A-9974-28FF957DA562}"/>
              </a:ext>
            </a:extLst>
          </p:cNvPr>
          <p:cNvSpPr txBox="1">
            <a:spLocks/>
          </p:cNvSpPr>
          <p:nvPr userDrawn="1"/>
        </p:nvSpPr>
        <p:spPr>
          <a:xfrm>
            <a:off x="3787205" y="5728639"/>
            <a:ext cx="4617590" cy="37267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14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Trebuchet MS" panose="020B0703020202090204" pitchFamily="34" charset="0"/>
                <a:ea typeface="Baskerville" panose="02020502070401020303" pitchFamily="18" charset="0"/>
              </a:rPr>
              <a:t>Advanced Intelligent Computing Architecture Lab.</a:t>
            </a:r>
            <a:endParaRPr lang="ko-KR" altLang="en-US" sz="1400" dirty="0">
              <a:solidFill>
                <a:schemeClr val="tx1">
                  <a:lumMod val="50000"/>
                  <a:lumOff val="50000"/>
                </a:schemeClr>
              </a:solidFill>
              <a:latin typeface="Trebuchet MS" panose="020B0603020202020204" pitchFamily="34" charset="0"/>
            </a:endParaRPr>
          </a:p>
        </p:txBody>
      </p:sp>
      <p:grpSp>
        <p:nvGrpSpPr>
          <p:cNvPr id="37" name="그룹 36">
            <a:extLst>
              <a:ext uri="{FF2B5EF4-FFF2-40B4-BE49-F238E27FC236}">
                <a16:creationId xmlns:a16="http://schemas.microsoft.com/office/drawing/2014/main" id="{63E9D89E-488B-7C80-8E05-D47E50776676}"/>
              </a:ext>
            </a:extLst>
          </p:cNvPr>
          <p:cNvGrpSpPr/>
          <p:nvPr userDrawn="1"/>
        </p:nvGrpSpPr>
        <p:grpSpPr>
          <a:xfrm>
            <a:off x="5196905" y="4977344"/>
            <a:ext cx="1798190" cy="646162"/>
            <a:chOff x="5976117" y="116467"/>
            <a:chExt cx="4341047" cy="1559914"/>
          </a:xfrm>
        </p:grpSpPr>
        <p:sp>
          <p:nvSpPr>
            <p:cNvPr id="38" name="사각형: 둥근 모서리 37">
              <a:extLst>
                <a:ext uri="{FF2B5EF4-FFF2-40B4-BE49-F238E27FC236}">
                  <a16:creationId xmlns:a16="http://schemas.microsoft.com/office/drawing/2014/main" id="{64ADCAA0-1610-1964-CF41-4AE81DD6BF1C}"/>
                </a:ext>
              </a:extLst>
            </p:cNvPr>
            <p:cNvSpPr/>
            <p:nvPr userDrawn="1"/>
          </p:nvSpPr>
          <p:spPr>
            <a:xfrm>
              <a:off x="7547660" y="613810"/>
              <a:ext cx="360000" cy="1046263"/>
            </a:xfrm>
            <a:prstGeom prst="roundRect">
              <a:avLst/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39" name="사각형: 둥근 모서리 38">
              <a:extLst>
                <a:ext uri="{FF2B5EF4-FFF2-40B4-BE49-F238E27FC236}">
                  <a16:creationId xmlns:a16="http://schemas.microsoft.com/office/drawing/2014/main" id="{028F6839-7E1F-F31F-B8F7-895801E25D74}"/>
                </a:ext>
              </a:extLst>
            </p:cNvPr>
            <p:cNvSpPr/>
            <p:nvPr userDrawn="1"/>
          </p:nvSpPr>
          <p:spPr>
            <a:xfrm>
              <a:off x="6776499" y="1312781"/>
              <a:ext cx="1131162" cy="363600"/>
            </a:xfrm>
            <a:prstGeom prst="roundRect">
              <a:avLst/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40" name="사각형: 둥근 모서리 34">
              <a:extLst>
                <a:ext uri="{FF2B5EF4-FFF2-40B4-BE49-F238E27FC236}">
                  <a16:creationId xmlns:a16="http://schemas.microsoft.com/office/drawing/2014/main" id="{BBD4F966-775A-284D-982D-F7F64523168D}"/>
                </a:ext>
              </a:extLst>
            </p:cNvPr>
            <p:cNvSpPr/>
            <p:nvPr userDrawn="1"/>
          </p:nvSpPr>
          <p:spPr>
            <a:xfrm rot="923841">
              <a:off x="6171723" y="144498"/>
              <a:ext cx="372850" cy="1492452"/>
            </a:xfrm>
            <a:custGeom>
              <a:avLst/>
              <a:gdLst>
                <a:gd name="connsiteX0" fmla="*/ 0 w 469949"/>
                <a:gd name="connsiteY0" fmla="*/ 78326 h 2189184"/>
                <a:gd name="connsiteX1" fmla="*/ 78326 w 469949"/>
                <a:gd name="connsiteY1" fmla="*/ 0 h 2189184"/>
                <a:gd name="connsiteX2" fmla="*/ 391623 w 469949"/>
                <a:gd name="connsiteY2" fmla="*/ 0 h 2189184"/>
                <a:gd name="connsiteX3" fmla="*/ 469949 w 469949"/>
                <a:gd name="connsiteY3" fmla="*/ 78326 h 2189184"/>
                <a:gd name="connsiteX4" fmla="*/ 469949 w 469949"/>
                <a:gd name="connsiteY4" fmla="*/ 2110858 h 2189184"/>
                <a:gd name="connsiteX5" fmla="*/ 391623 w 469949"/>
                <a:gd name="connsiteY5" fmla="*/ 2189184 h 2189184"/>
                <a:gd name="connsiteX6" fmla="*/ 78326 w 469949"/>
                <a:gd name="connsiteY6" fmla="*/ 2189184 h 2189184"/>
                <a:gd name="connsiteX7" fmla="*/ 0 w 469949"/>
                <a:gd name="connsiteY7" fmla="*/ 2110858 h 2189184"/>
                <a:gd name="connsiteX8" fmla="*/ 0 w 469949"/>
                <a:gd name="connsiteY8" fmla="*/ 78326 h 2189184"/>
                <a:gd name="connsiteX0" fmla="*/ 0 w 470074"/>
                <a:gd name="connsiteY0" fmla="*/ 168229 h 2279087"/>
                <a:gd name="connsiteX1" fmla="*/ 78326 w 470074"/>
                <a:gd name="connsiteY1" fmla="*/ 89903 h 2279087"/>
                <a:gd name="connsiteX2" fmla="*/ 431082 w 470074"/>
                <a:gd name="connsiteY2" fmla="*/ 0 h 2279087"/>
                <a:gd name="connsiteX3" fmla="*/ 469949 w 470074"/>
                <a:gd name="connsiteY3" fmla="*/ 168229 h 2279087"/>
                <a:gd name="connsiteX4" fmla="*/ 469949 w 470074"/>
                <a:gd name="connsiteY4" fmla="*/ 2200761 h 2279087"/>
                <a:gd name="connsiteX5" fmla="*/ 391623 w 470074"/>
                <a:gd name="connsiteY5" fmla="*/ 2279087 h 2279087"/>
                <a:gd name="connsiteX6" fmla="*/ 78326 w 470074"/>
                <a:gd name="connsiteY6" fmla="*/ 2279087 h 2279087"/>
                <a:gd name="connsiteX7" fmla="*/ 0 w 470074"/>
                <a:gd name="connsiteY7" fmla="*/ 2200761 h 2279087"/>
                <a:gd name="connsiteX8" fmla="*/ 0 w 470074"/>
                <a:gd name="connsiteY8" fmla="*/ 168229 h 2279087"/>
                <a:gd name="connsiteX0" fmla="*/ 0 w 473939"/>
                <a:gd name="connsiteY0" fmla="*/ 152392 h 2263250"/>
                <a:gd name="connsiteX1" fmla="*/ 78326 w 473939"/>
                <a:gd name="connsiteY1" fmla="*/ 74066 h 2263250"/>
                <a:gd name="connsiteX2" fmla="*/ 445323 w 473939"/>
                <a:gd name="connsiteY2" fmla="*/ 0 h 2263250"/>
                <a:gd name="connsiteX3" fmla="*/ 469949 w 473939"/>
                <a:gd name="connsiteY3" fmla="*/ 152392 h 2263250"/>
                <a:gd name="connsiteX4" fmla="*/ 469949 w 473939"/>
                <a:gd name="connsiteY4" fmla="*/ 2184924 h 2263250"/>
                <a:gd name="connsiteX5" fmla="*/ 391623 w 473939"/>
                <a:gd name="connsiteY5" fmla="*/ 2263250 h 2263250"/>
                <a:gd name="connsiteX6" fmla="*/ 78326 w 473939"/>
                <a:gd name="connsiteY6" fmla="*/ 2263250 h 2263250"/>
                <a:gd name="connsiteX7" fmla="*/ 0 w 473939"/>
                <a:gd name="connsiteY7" fmla="*/ 2184924 h 2263250"/>
                <a:gd name="connsiteX8" fmla="*/ 0 w 473939"/>
                <a:gd name="connsiteY8" fmla="*/ 152392 h 2263250"/>
                <a:gd name="connsiteX0" fmla="*/ 0 w 479858"/>
                <a:gd name="connsiteY0" fmla="*/ 175184 h 2286042"/>
                <a:gd name="connsiteX1" fmla="*/ 78326 w 479858"/>
                <a:gd name="connsiteY1" fmla="*/ 96858 h 2286042"/>
                <a:gd name="connsiteX2" fmla="*/ 456335 w 479858"/>
                <a:gd name="connsiteY2" fmla="*/ 0 h 2286042"/>
                <a:gd name="connsiteX3" fmla="*/ 469949 w 479858"/>
                <a:gd name="connsiteY3" fmla="*/ 175184 h 2286042"/>
                <a:gd name="connsiteX4" fmla="*/ 469949 w 479858"/>
                <a:gd name="connsiteY4" fmla="*/ 2207716 h 2286042"/>
                <a:gd name="connsiteX5" fmla="*/ 391623 w 479858"/>
                <a:gd name="connsiteY5" fmla="*/ 2286042 h 2286042"/>
                <a:gd name="connsiteX6" fmla="*/ 78326 w 479858"/>
                <a:gd name="connsiteY6" fmla="*/ 2286042 h 2286042"/>
                <a:gd name="connsiteX7" fmla="*/ 0 w 479858"/>
                <a:gd name="connsiteY7" fmla="*/ 2207716 h 2286042"/>
                <a:gd name="connsiteX8" fmla="*/ 0 w 479858"/>
                <a:gd name="connsiteY8" fmla="*/ 175184 h 2286042"/>
                <a:gd name="connsiteX0" fmla="*/ 0 w 479858"/>
                <a:gd name="connsiteY0" fmla="*/ 175184 h 2286042"/>
                <a:gd name="connsiteX1" fmla="*/ 78326 w 479858"/>
                <a:gd name="connsiteY1" fmla="*/ 96858 h 2286042"/>
                <a:gd name="connsiteX2" fmla="*/ 456335 w 479858"/>
                <a:gd name="connsiteY2" fmla="*/ 0 h 2286042"/>
                <a:gd name="connsiteX3" fmla="*/ 469949 w 479858"/>
                <a:gd name="connsiteY3" fmla="*/ 175184 h 2286042"/>
                <a:gd name="connsiteX4" fmla="*/ 469949 w 479858"/>
                <a:gd name="connsiteY4" fmla="*/ 2207716 h 2286042"/>
                <a:gd name="connsiteX5" fmla="*/ 391623 w 479858"/>
                <a:gd name="connsiteY5" fmla="*/ 2286042 h 2286042"/>
                <a:gd name="connsiteX6" fmla="*/ 78326 w 479858"/>
                <a:gd name="connsiteY6" fmla="*/ 2286042 h 2286042"/>
                <a:gd name="connsiteX7" fmla="*/ 0 w 479858"/>
                <a:gd name="connsiteY7" fmla="*/ 2207716 h 2286042"/>
                <a:gd name="connsiteX8" fmla="*/ 0 w 479858"/>
                <a:gd name="connsiteY8" fmla="*/ 175184 h 22860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9858" h="2286042">
                  <a:moveTo>
                    <a:pt x="0" y="175184"/>
                  </a:moveTo>
                  <a:cubicBezTo>
                    <a:pt x="0" y="131926"/>
                    <a:pt x="35068" y="96858"/>
                    <a:pt x="78326" y="96858"/>
                  </a:cubicBezTo>
                  <a:cubicBezTo>
                    <a:pt x="394302" y="4021"/>
                    <a:pt x="351903" y="0"/>
                    <a:pt x="456335" y="0"/>
                  </a:cubicBezTo>
                  <a:cubicBezTo>
                    <a:pt x="499593" y="0"/>
                    <a:pt x="469949" y="131926"/>
                    <a:pt x="469949" y="175184"/>
                  </a:cubicBezTo>
                  <a:lnTo>
                    <a:pt x="469949" y="2207716"/>
                  </a:lnTo>
                  <a:cubicBezTo>
                    <a:pt x="469949" y="2250974"/>
                    <a:pt x="434881" y="2286042"/>
                    <a:pt x="391623" y="2286042"/>
                  </a:cubicBezTo>
                  <a:lnTo>
                    <a:pt x="78326" y="2286042"/>
                  </a:lnTo>
                  <a:cubicBezTo>
                    <a:pt x="35068" y="2286042"/>
                    <a:pt x="0" y="2250974"/>
                    <a:pt x="0" y="2207716"/>
                  </a:cubicBezTo>
                  <a:lnTo>
                    <a:pt x="0" y="175184"/>
                  </a:lnTo>
                  <a:close/>
                </a:path>
              </a:pathLst>
            </a:cu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41" name="사각형: 둥근 모서리 40">
              <a:extLst>
                <a:ext uri="{FF2B5EF4-FFF2-40B4-BE49-F238E27FC236}">
                  <a16:creationId xmlns:a16="http://schemas.microsoft.com/office/drawing/2014/main" id="{983DE28C-A4C4-604E-8D18-D46C51025028}"/>
                </a:ext>
              </a:extLst>
            </p:cNvPr>
            <p:cNvSpPr/>
            <p:nvPr userDrawn="1"/>
          </p:nvSpPr>
          <p:spPr>
            <a:xfrm>
              <a:off x="5976117" y="1562385"/>
              <a:ext cx="367024" cy="107393"/>
            </a:xfrm>
            <a:prstGeom prst="roundRect">
              <a:avLst>
                <a:gd name="adj" fmla="val 49751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42" name="사각형: 둥근 모서리 41">
              <a:extLst>
                <a:ext uri="{FF2B5EF4-FFF2-40B4-BE49-F238E27FC236}">
                  <a16:creationId xmlns:a16="http://schemas.microsoft.com/office/drawing/2014/main" id="{8E9AABCB-5098-84DC-87E1-79825A6A9438}"/>
                </a:ext>
              </a:extLst>
            </p:cNvPr>
            <p:cNvSpPr/>
            <p:nvPr userDrawn="1"/>
          </p:nvSpPr>
          <p:spPr>
            <a:xfrm rot="17142116">
              <a:off x="5845212" y="1386473"/>
              <a:ext cx="447973" cy="107393"/>
            </a:xfrm>
            <a:prstGeom prst="roundRect">
              <a:avLst>
                <a:gd name="adj" fmla="val 49751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43" name="사각형: 둥근 모서리 42">
              <a:extLst>
                <a:ext uri="{FF2B5EF4-FFF2-40B4-BE49-F238E27FC236}">
                  <a16:creationId xmlns:a16="http://schemas.microsoft.com/office/drawing/2014/main" id="{DEE37C14-9C69-3C23-0179-974AE185B185}"/>
                </a:ext>
              </a:extLst>
            </p:cNvPr>
            <p:cNvSpPr/>
            <p:nvPr userDrawn="1"/>
          </p:nvSpPr>
          <p:spPr>
            <a:xfrm>
              <a:off x="7547660" y="189796"/>
              <a:ext cx="360000" cy="355633"/>
            </a:xfrm>
            <a:prstGeom prst="roundRect">
              <a:avLst/>
            </a:pr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44" name="사각형: 둥근 모서리 34">
              <a:extLst>
                <a:ext uri="{FF2B5EF4-FFF2-40B4-BE49-F238E27FC236}">
                  <a16:creationId xmlns:a16="http://schemas.microsoft.com/office/drawing/2014/main" id="{4C38D65E-4FEC-804E-42C0-EF22F51FF0D4}"/>
                </a:ext>
              </a:extLst>
            </p:cNvPr>
            <p:cNvSpPr/>
            <p:nvPr userDrawn="1"/>
          </p:nvSpPr>
          <p:spPr>
            <a:xfrm rot="923841">
              <a:off x="9359767" y="144498"/>
              <a:ext cx="372850" cy="1492452"/>
            </a:xfrm>
            <a:custGeom>
              <a:avLst/>
              <a:gdLst>
                <a:gd name="connsiteX0" fmla="*/ 0 w 469949"/>
                <a:gd name="connsiteY0" fmla="*/ 78326 h 2189184"/>
                <a:gd name="connsiteX1" fmla="*/ 78326 w 469949"/>
                <a:gd name="connsiteY1" fmla="*/ 0 h 2189184"/>
                <a:gd name="connsiteX2" fmla="*/ 391623 w 469949"/>
                <a:gd name="connsiteY2" fmla="*/ 0 h 2189184"/>
                <a:gd name="connsiteX3" fmla="*/ 469949 w 469949"/>
                <a:gd name="connsiteY3" fmla="*/ 78326 h 2189184"/>
                <a:gd name="connsiteX4" fmla="*/ 469949 w 469949"/>
                <a:gd name="connsiteY4" fmla="*/ 2110858 h 2189184"/>
                <a:gd name="connsiteX5" fmla="*/ 391623 w 469949"/>
                <a:gd name="connsiteY5" fmla="*/ 2189184 h 2189184"/>
                <a:gd name="connsiteX6" fmla="*/ 78326 w 469949"/>
                <a:gd name="connsiteY6" fmla="*/ 2189184 h 2189184"/>
                <a:gd name="connsiteX7" fmla="*/ 0 w 469949"/>
                <a:gd name="connsiteY7" fmla="*/ 2110858 h 2189184"/>
                <a:gd name="connsiteX8" fmla="*/ 0 w 469949"/>
                <a:gd name="connsiteY8" fmla="*/ 78326 h 2189184"/>
                <a:gd name="connsiteX0" fmla="*/ 0 w 470074"/>
                <a:gd name="connsiteY0" fmla="*/ 168229 h 2279087"/>
                <a:gd name="connsiteX1" fmla="*/ 78326 w 470074"/>
                <a:gd name="connsiteY1" fmla="*/ 89903 h 2279087"/>
                <a:gd name="connsiteX2" fmla="*/ 431082 w 470074"/>
                <a:gd name="connsiteY2" fmla="*/ 0 h 2279087"/>
                <a:gd name="connsiteX3" fmla="*/ 469949 w 470074"/>
                <a:gd name="connsiteY3" fmla="*/ 168229 h 2279087"/>
                <a:gd name="connsiteX4" fmla="*/ 469949 w 470074"/>
                <a:gd name="connsiteY4" fmla="*/ 2200761 h 2279087"/>
                <a:gd name="connsiteX5" fmla="*/ 391623 w 470074"/>
                <a:gd name="connsiteY5" fmla="*/ 2279087 h 2279087"/>
                <a:gd name="connsiteX6" fmla="*/ 78326 w 470074"/>
                <a:gd name="connsiteY6" fmla="*/ 2279087 h 2279087"/>
                <a:gd name="connsiteX7" fmla="*/ 0 w 470074"/>
                <a:gd name="connsiteY7" fmla="*/ 2200761 h 2279087"/>
                <a:gd name="connsiteX8" fmla="*/ 0 w 470074"/>
                <a:gd name="connsiteY8" fmla="*/ 168229 h 2279087"/>
                <a:gd name="connsiteX0" fmla="*/ 0 w 473939"/>
                <a:gd name="connsiteY0" fmla="*/ 152392 h 2263250"/>
                <a:gd name="connsiteX1" fmla="*/ 78326 w 473939"/>
                <a:gd name="connsiteY1" fmla="*/ 74066 h 2263250"/>
                <a:gd name="connsiteX2" fmla="*/ 445323 w 473939"/>
                <a:gd name="connsiteY2" fmla="*/ 0 h 2263250"/>
                <a:gd name="connsiteX3" fmla="*/ 469949 w 473939"/>
                <a:gd name="connsiteY3" fmla="*/ 152392 h 2263250"/>
                <a:gd name="connsiteX4" fmla="*/ 469949 w 473939"/>
                <a:gd name="connsiteY4" fmla="*/ 2184924 h 2263250"/>
                <a:gd name="connsiteX5" fmla="*/ 391623 w 473939"/>
                <a:gd name="connsiteY5" fmla="*/ 2263250 h 2263250"/>
                <a:gd name="connsiteX6" fmla="*/ 78326 w 473939"/>
                <a:gd name="connsiteY6" fmla="*/ 2263250 h 2263250"/>
                <a:gd name="connsiteX7" fmla="*/ 0 w 473939"/>
                <a:gd name="connsiteY7" fmla="*/ 2184924 h 2263250"/>
                <a:gd name="connsiteX8" fmla="*/ 0 w 473939"/>
                <a:gd name="connsiteY8" fmla="*/ 152392 h 2263250"/>
                <a:gd name="connsiteX0" fmla="*/ 0 w 479858"/>
                <a:gd name="connsiteY0" fmla="*/ 175184 h 2286042"/>
                <a:gd name="connsiteX1" fmla="*/ 78326 w 479858"/>
                <a:gd name="connsiteY1" fmla="*/ 96858 h 2286042"/>
                <a:gd name="connsiteX2" fmla="*/ 456335 w 479858"/>
                <a:gd name="connsiteY2" fmla="*/ 0 h 2286042"/>
                <a:gd name="connsiteX3" fmla="*/ 469949 w 479858"/>
                <a:gd name="connsiteY3" fmla="*/ 175184 h 2286042"/>
                <a:gd name="connsiteX4" fmla="*/ 469949 w 479858"/>
                <a:gd name="connsiteY4" fmla="*/ 2207716 h 2286042"/>
                <a:gd name="connsiteX5" fmla="*/ 391623 w 479858"/>
                <a:gd name="connsiteY5" fmla="*/ 2286042 h 2286042"/>
                <a:gd name="connsiteX6" fmla="*/ 78326 w 479858"/>
                <a:gd name="connsiteY6" fmla="*/ 2286042 h 2286042"/>
                <a:gd name="connsiteX7" fmla="*/ 0 w 479858"/>
                <a:gd name="connsiteY7" fmla="*/ 2207716 h 2286042"/>
                <a:gd name="connsiteX8" fmla="*/ 0 w 479858"/>
                <a:gd name="connsiteY8" fmla="*/ 175184 h 2286042"/>
                <a:gd name="connsiteX0" fmla="*/ 0 w 479858"/>
                <a:gd name="connsiteY0" fmla="*/ 175184 h 2286042"/>
                <a:gd name="connsiteX1" fmla="*/ 78326 w 479858"/>
                <a:gd name="connsiteY1" fmla="*/ 96858 h 2286042"/>
                <a:gd name="connsiteX2" fmla="*/ 456335 w 479858"/>
                <a:gd name="connsiteY2" fmla="*/ 0 h 2286042"/>
                <a:gd name="connsiteX3" fmla="*/ 469949 w 479858"/>
                <a:gd name="connsiteY3" fmla="*/ 175184 h 2286042"/>
                <a:gd name="connsiteX4" fmla="*/ 469949 w 479858"/>
                <a:gd name="connsiteY4" fmla="*/ 2207716 h 2286042"/>
                <a:gd name="connsiteX5" fmla="*/ 391623 w 479858"/>
                <a:gd name="connsiteY5" fmla="*/ 2286042 h 2286042"/>
                <a:gd name="connsiteX6" fmla="*/ 78326 w 479858"/>
                <a:gd name="connsiteY6" fmla="*/ 2286042 h 2286042"/>
                <a:gd name="connsiteX7" fmla="*/ 0 w 479858"/>
                <a:gd name="connsiteY7" fmla="*/ 2207716 h 2286042"/>
                <a:gd name="connsiteX8" fmla="*/ 0 w 479858"/>
                <a:gd name="connsiteY8" fmla="*/ 175184 h 22860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9858" h="2286042">
                  <a:moveTo>
                    <a:pt x="0" y="175184"/>
                  </a:moveTo>
                  <a:cubicBezTo>
                    <a:pt x="0" y="131926"/>
                    <a:pt x="35068" y="96858"/>
                    <a:pt x="78326" y="96858"/>
                  </a:cubicBezTo>
                  <a:cubicBezTo>
                    <a:pt x="394302" y="4021"/>
                    <a:pt x="351903" y="0"/>
                    <a:pt x="456335" y="0"/>
                  </a:cubicBezTo>
                  <a:cubicBezTo>
                    <a:pt x="499593" y="0"/>
                    <a:pt x="469949" y="131926"/>
                    <a:pt x="469949" y="175184"/>
                  </a:cubicBezTo>
                  <a:lnTo>
                    <a:pt x="469949" y="2207716"/>
                  </a:lnTo>
                  <a:cubicBezTo>
                    <a:pt x="469949" y="2250974"/>
                    <a:pt x="434881" y="2286042"/>
                    <a:pt x="391623" y="2286042"/>
                  </a:cubicBezTo>
                  <a:lnTo>
                    <a:pt x="78326" y="2286042"/>
                  </a:lnTo>
                  <a:cubicBezTo>
                    <a:pt x="35068" y="2286042"/>
                    <a:pt x="0" y="2250974"/>
                    <a:pt x="0" y="2207716"/>
                  </a:cubicBezTo>
                  <a:lnTo>
                    <a:pt x="0" y="175184"/>
                  </a:lnTo>
                  <a:close/>
                </a:path>
              </a:pathLst>
            </a:cu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45" name="사각형: 둥근 모서리 44">
              <a:extLst>
                <a:ext uri="{FF2B5EF4-FFF2-40B4-BE49-F238E27FC236}">
                  <a16:creationId xmlns:a16="http://schemas.microsoft.com/office/drawing/2014/main" id="{7A23E54B-77C3-B58C-2FA5-9844FD869CAF}"/>
                </a:ext>
              </a:extLst>
            </p:cNvPr>
            <p:cNvSpPr/>
            <p:nvPr userDrawn="1"/>
          </p:nvSpPr>
          <p:spPr>
            <a:xfrm>
              <a:off x="9539301" y="186675"/>
              <a:ext cx="408152" cy="183858"/>
            </a:xfrm>
            <a:prstGeom prst="roundRect">
              <a:avLst>
                <a:gd name="adj" fmla="val 23143"/>
              </a:avLst>
            </a:pr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46" name="사각형: 둥근 모서리 45">
              <a:extLst>
                <a:ext uri="{FF2B5EF4-FFF2-40B4-BE49-F238E27FC236}">
                  <a16:creationId xmlns:a16="http://schemas.microsoft.com/office/drawing/2014/main" id="{32D96933-CDA3-3D64-DD04-22498904F2B0}"/>
                </a:ext>
              </a:extLst>
            </p:cNvPr>
            <p:cNvSpPr/>
            <p:nvPr userDrawn="1"/>
          </p:nvSpPr>
          <p:spPr>
            <a:xfrm flipH="1">
              <a:off x="9958325" y="1568154"/>
              <a:ext cx="358839" cy="107393"/>
            </a:xfrm>
            <a:prstGeom prst="roundRect">
              <a:avLst>
                <a:gd name="adj" fmla="val 43099"/>
              </a:avLst>
            </a:pr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47" name="사각형: 둥근 모서리 46">
              <a:extLst>
                <a:ext uri="{FF2B5EF4-FFF2-40B4-BE49-F238E27FC236}">
                  <a16:creationId xmlns:a16="http://schemas.microsoft.com/office/drawing/2014/main" id="{445C1F95-147E-F882-600A-F515FF5730DA}"/>
                </a:ext>
              </a:extLst>
            </p:cNvPr>
            <p:cNvSpPr/>
            <p:nvPr userDrawn="1"/>
          </p:nvSpPr>
          <p:spPr>
            <a:xfrm rot="4506704" flipH="1">
              <a:off x="9985282" y="1378492"/>
              <a:ext cx="464231" cy="107393"/>
            </a:xfrm>
            <a:prstGeom prst="roundRect">
              <a:avLst>
                <a:gd name="adj" fmla="val 50000"/>
              </a:avLst>
            </a:pr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48" name="사각형: 둥근 모서리 47">
              <a:extLst>
                <a:ext uri="{FF2B5EF4-FFF2-40B4-BE49-F238E27FC236}">
                  <a16:creationId xmlns:a16="http://schemas.microsoft.com/office/drawing/2014/main" id="{B524C14F-86B3-5F43-5AA4-229B555CD71D}"/>
                </a:ext>
              </a:extLst>
            </p:cNvPr>
            <p:cNvSpPr/>
            <p:nvPr userDrawn="1"/>
          </p:nvSpPr>
          <p:spPr>
            <a:xfrm rot="17142116">
              <a:off x="9285907" y="1386473"/>
              <a:ext cx="447973" cy="107393"/>
            </a:xfrm>
            <a:prstGeom prst="roundRect">
              <a:avLst>
                <a:gd name="adj" fmla="val 49751"/>
              </a:avLst>
            </a:pr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49" name="사각형: 둥근 모서리 48">
              <a:extLst>
                <a:ext uri="{FF2B5EF4-FFF2-40B4-BE49-F238E27FC236}">
                  <a16:creationId xmlns:a16="http://schemas.microsoft.com/office/drawing/2014/main" id="{93A75C5C-D184-FB1E-4D30-8E0C46ECE9F3}"/>
                </a:ext>
              </a:extLst>
            </p:cNvPr>
            <p:cNvSpPr/>
            <p:nvPr userDrawn="1"/>
          </p:nvSpPr>
          <p:spPr>
            <a:xfrm>
              <a:off x="8225540" y="182176"/>
              <a:ext cx="976417" cy="355633"/>
            </a:xfrm>
            <a:prstGeom prst="roundRect">
              <a:avLst/>
            </a:pr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50" name="사각형: 둥근 모서리 49">
              <a:extLst>
                <a:ext uri="{FF2B5EF4-FFF2-40B4-BE49-F238E27FC236}">
                  <a16:creationId xmlns:a16="http://schemas.microsoft.com/office/drawing/2014/main" id="{70B536F9-A737-7889-1CA1-D9A1DF5D1FEE}"/>
                </a:ext>
              </a:extLst>
            </p:cNvPr>
            <p:cNvSpPr/>
            <p:nvPr userDrawn="1"/>
          </p:nvSpPr>
          <p:spPr>
            <a:xfrm>
              <a:off x="8225541" y="1310440"/>
              <a:ext cx="1287590" cy="355633"/>
            </a:xfrm>
            <a:prstGeom prst="roundRect">
              <a:avLst/>
            </a:pr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51" name="사각형: 둥근 모서리 50">
              <a:extLst>
                <a:ext uri="{FF2B5EF4-FFF2-40B4-BE49-F238E27FC236}">
                  <a16:creationId xmlns:a16="http://schemas.microsoft.com/office/drawing/2014/main" id="{00B8EB24-2E34-6FC4-3C61-ECC562D3F574}"/>
                </a:ext>
              </a:extLst>
            </p:cNvPr>
            <p:cNvSpPr/>
            <p:nvPr userDrawn="1"/>
          </p:nvSpPr>
          <p:spPr>
            <a:xfrm>
              <a:off x="8210345" y="186675"/>
              <a:ext cx="360000" cy="1473398"/>
            </a:xfrm>
            <a:prstGeom prst="roundRect">
              <a:avLst/>
            </a:pr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52" name="사각형: 둥근 모서리 48">
              <a:extLst>
                <a:ext uri="{FF2B5EF4-FFF2-40B4-BE49-F238E27FC236}">
                  <a16:creationId xmlns:a16="http://schemas.microsoft.com/office/drawing/2014/main" id="{C19CBDAA-F316-CB8C-1303-809695D44691}"/>
                </a:ext>
              </a:extLst>
            </p:cNvPr>
            <p:cNvSpPr/>
            <p:nvPr userDrawn="1"/>
          </p:nvSpPr>
          <p:spPr>
            <a:xfrm rot="20700000">
              <a:off x="9757285" y="116467"/>
              <a:ext cx="365971" cy="1546595"/>
            </a:xfrm>
            <a:custGeom>
              <a:avLst/>
              <a:gdLst>
                <a:gd name="connsiteX0" fmla="*/ 0 w 469949"/>
                <a:gd name="connsiteY0" fmla="*/ 78326 h 2189184"/>
                <a:gd name="connsiteX1" fmla="*/ 78326 w 469949"/>
                <a:gd name="connsiteY1" fmla="*/ 0 h 2189184"/>
                <a:gd name="connsiteX2" fmla="*/ 391623 w 469949"/>
                <a:gd name="connsiteY2" fmla="*/ 0 h 2189184"/>
                <a:gd name="connsiteX3" fmla="*/ 469949 w 469949"/>
                <a:gd name="connsiteY3" fmla="*/ 78326 h 2189184"/>
                <a:gd name="connsiteX4" fmla="*/ 469949 w 469949"/>
                <a:gd name="connsiteY4" fmla="*/ 2110858 h 2189184"/>
                <a:gd name="connsiteX5" fmla="*/ 391623 w 469949"/>
                <a:gd name="connsiteY5" fmla="*/ 2189184 h 2189184"/>
                <a:gd name="connsiteX6" fmla="*/ 78326 w 469949"/>
                <a:gd name="connsiteY6" fmla="*/ 2189184 h 2189184"/>
                <a:gd name="connsiteX7" fmla="*/ 0 w 469949"/>
                <a:gd name="connsiteY7" fmla="*/ 2110858 h 2189184"/>
                <a:gd name="connsiteX8" fmla="*/ 0 w 469949"/>
                <a:gd name="connsiteY8" fmla="*/ 78326 h 218918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401214 w 479540"/>
                <a:gd name="connsiteY2" fmla="*/ 64040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401214 w 479540"/>
                <a:gd name="connsiteY2" fmla="*/ 64040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4 w 469953"/>
                <a:gd name="connsiteY0" fmla="*/ 154603 h 2265461"/>
                <a:gd name="connsiteX1" fmla="*/ 42068 w 469953"/>
                <a:gd name="connsiteY1" fmla="*/ 0 h 2265461"/>
                <a:gd name="connsiteX2" fmla="*/ 330427 w 469953"/>
                <a:gd name="connsiteY2" fmla="*/ 74670 h 2265461"/>
                <a:gd name="connsiteX3" fmla="*/ 469953 w 469953"/>
                <a:gd name="connsiteY3" fmla="*/ 154603 h 2265461"/>
                <a:gd name="connsiteX4" fmla="*/ 469953 w 469953"/>
                <a:gd name="connsiteY4" fmla="*/ 2187135 h 2265461"/>
                <a:gd name="connsiteX5" fmla="*/ 391627 w 469953"/>
                <a:gd name="connsiteY5" fmla="*/ 2265461 h 2265461"/>
                <a:gd name="connsiteX6" fmla="*/ 78330 w 469953"/>
                <a:gd name="connsiteY6" fmla="*/ 2265461 h 2265461"/>
                <a:gd name="connsiteX7" fmla="*/ 4 w 469953"/>
                <a:gd name="connsiteY7" fmla="*/ 2187135 h 2265461"/>
                <a:gd name="connsiteX8" fmla="*/ 4 w 469953"/>
                <a:gd name="connsiteY8" fmla="*/ 154603 h 2265461"/>
                <a:gd name="connsiteX0" fmla="*/ 4 w 469953"/>
                <a:gd name="connsiteY0" fmla="*/ 154603 h 2265461"/>
                <a:gd name="connsiteX1" fmla="*/ 42068 w 469953"/>
                <a:gd name="connsiteY1" fmla="*/ 0 h 2265461"/>
                <a:gd name="connsiteX2" fmla="*/ 330427 w 469953"/>
                <a:gd name="connsiteY2" fmla="*/ 74670 h 2265461"/>
                <a:gd name="connsiteX3" fmla="*/ 469953 w 469953"/>
                <a:gd name="connsiteY3" fmla="*/ 154603 h 2265461"/>
                <a:gd name="connsiteX4" fmla="*/ 469953 w 469953"/>
                <a:gd name="connsiteY4" fmla="*/ 2187135 h 2265461"/>
                <a:gd name="connsiteX5" fmla="*/ 391627 w 469953"/>
                <a:gd name="connsiteY5" fmla="*/ 2265461 h 2265461"/>
                <a:gd name="connsiteX6" fmla="*/ 78330 w 469953"/>
                <a:gd name="connsiteY6" fmla="*/ 2265461 h 2265461"/>
                <a:gd name="connsiteX7" fmla="*/ 4 w 469953"/>
                <a:gd name="connsiteY7" fmla="*/ 2187135 h 2265461"/>
                <a:gd name="connsiteX8" fmla="*/ 4 w 469953"/>
                <a:gd name="connsiteY8" fmla="*/ 154603 h 2265461"/>
                <a:gd name="connsiteX0" fmla="*/ 7203 w 477152"/>
                <a:gd name="connsiteY0" fmla="*/ 202492 h 2313350"/>
                <a:gd name="connsiteX1" fmla="*/ 25429 w 477152"/>
                <a:gd name="connsiteY1" fmla="*/ 0 h 2313350"/>
                <a:gd name="connsiteX2" fmla="*/ 337626 w 477152"/>
                <a:gd name="connsiteY2" fmla="*/ 122559 h 2313350"/>
                <a:gd name="connsiteX3" fmla="*/ 477152 w 477152"/>
                <a:gd name="connsiteY3" fmla="*/ 202492 h 2313350"/>
                <a:gd name="connsiteX4" fmla="*/ 477152 w 477152"/>
                <a:gd name="connsiteY4" fmla="*/ 2235024 h 2313350"/>
                <a:gd name="connsiteX5" fmla="*/ 398826 w 477152"/>
                <a:gd name="connsiteY5" fmla="*/ 2313350 h 2313350"/>
                <a:gd name="connsiteX6" fmla="*/ 85529 w 477152"/>
                <a:gd name="connsiteY6" fmla="*/ 2313350 h 2313350"/>
                <a:gd name="connsiteX7" fmla="*/ 7203 w 477152"/>
                <a:gd name="connsiteY7" fmla="*/ 2235024 h 2313350"/>
                <a:gd name="connsiteX8" fmla="*/ 7203 w 477152"/>
                <a:gd name="connsiteY8" fmla="*/ 202492 h 2313350"/>
                <a:gd name="connsiteX0" fmla="*/ 7204 w 477153"/>
                <a:gd name="connsiteY0" fmla="*/ 202492 h 2313350"/>
                <a:gd name="connsiteX1" fmla="*/ 25430 w 477153"/>
                <a:gd name="connsiteY1" fmla="*/ 0 h 2313350"/>
                <a:gd name="connsiteX2" fmla="*/ 341592 w 477153"/>
                <a:gd name="connsiteY2" fmla="*/ 105392 h 2313350"/>
                <a:gd name="connsiteX3" fmla="*/ 477153 w 477153"/>
                <a:gd name="connsiteY3" fmla="*/ 202492 h 2313350"/>
                <a:gd name="connsiteX4" fmla="*/ 477153 w 477153"/>
                <a:gd name="connsiteY4" fmla="*/ 2235024 h 2313350"/>
                <a:gd name="connsiteX5" fmla="*/ 398827 w 477153"/>
                <a:gd name="connsiteY5" fmla="*/ 2313350 h 2313350"/>
                <a:gd name="connsiteX6" fmla="*/ 85530 w 477153"/>
                <a:gd name="connsiteY6" fmla="*/ 2313350 h 2313350"/>
                <a:gd name="connsiteX7" fmla="*/ 7204 w 477153"/>
                <a:gd name="connsiteY7" fmla="*/ 2235024 h 2313350"/>
                <a:gd name="connsiteX8" fmla="*/ 7204 w 477153"/>
                <a:gd name="connsiteY8" fmla="*/ 202492 h 2313350"/>
                <a:gd name="connsiteX0" fmla="*/ 7204 w 477153"/>
                <a:gd name="connsiteY0" fmla="*/ 202492 h 2313350"/>
                <a:gd name="connsiteX1" fmla="*/ 25430 w 477153"/>
                <a:gd name="connsiteY1" fmla="*/ 0 h 2313350"/>
                <a:gd name="connsiteX2" fmla="*/ 341592 w 477153"/>
                <a:gd name="connsiteY2" fmla="*/ 105392 h 2313350"/>
                <a:gd name="connsiteX3" fmla="*/ 477153 w 477153"/>
                <a:gd name="connsiteY3" fmla="*/ 202492 h 2313350"/>
                <a:gd name="connsiteX4" fmla="*/ 477153 w 477153"/>
                <a:gd name="connsiteY4" fmla="*/ 2235024 h 2313350"/>
                <a:gd name="connsiteX5" fmla="*/ 398827 w 477153"/>
                <a:gd name="connsiteY5" fmla="*/ 2313350 h 2313350"/>
                <a:gd name="connsiteX6" fmla="*/ 85530 w 477153"/>
                <a:gd name="connsiteY6" fmla="*/ 2313350 h 2313350"/>
                <a:gd name="connsiteX7" fmla="*/ 7204 w 477153"/>
                <a:gd name="connsiteY7" fmla="*/ 2235024 h 2313350"/>
                <a:gd name="connsiteX8" fmla="*/ 7204 w 477153"/>
                <a:gd name="connsiteY8" fmla="*/ 202492 h 2313350"/>
                <a:gd name="connsiteX0" fmla="*/ -1 w 469948"/>
                <a:gd name="connsiteY0" fmla="*/ 174286 h 2285144"/>
                <a:gd name="connsiteX1" fmla="*/ 49782 w 469948"/>
                <a:gd name="connsiteY1" fmla="*/ 1 h 2285144"/>
                <a:gd name="connsiteX2" fmla="*/ 334387 w 469948"/>
                <a:gd name="connsiteY2" fmla="*/ 77186 h 2285144"/>
                <a:gd name="connsiteX3" fmla="*/ 469948 w 469948"/>
                <a:gd name="connsiteY3" fmla="*/ 174286 h 2285144"/>
                <a:gd name="connsiteX4" fmla="*/ 469948 w 469948"/>
                <a:gd name="connsiteY4" fmla="*/ 2206818 h 2285144"/>
                <a:gd name="connsiteX5" fmla="*/ 391622 w 469948"/>
                <a:gd name="connsiteY5" fmla="*/ 2285144 h 2285144"/>
                <a:gd name="connsiteX6" fmla="*/ 78325 w 469948"/>
                <a:gd name="connsiteY6" fmla="*/ 2285144 h 2285144"/>
                <a:gd name="connsiteX7" fmla="*/ -1 w 469948"/>
                <a:gd name="connsiteY7" fmla="*/ 2206818 h 2285144"/>
                <a:gd name="connsiteX8" fmla="*/ -1 w 469948"/>
                <a:gd name="connsiteY8" fmla="*/ 174286 h 2285144"/>
                <a:gd name="connsiteX0" fmla="*/ 0 w 469949"/>
                <a:gd name="connsiteY0" fmla="*/ 174285 h 2285143"/>
                <a:gd name="connsiteX1" fmla="*/ 49783 w 469949"/>
                <a:gd name="connsiteY1" fmla="*/ 0 h 2285143"/>
                <a:gd name="connsiteX2" fmla="*/ 334388 w 469949"/>
                <a:gd name="connsiteY2" fmla="*/ 77185 h 2285143"/>
                <a:gd name="connsiteX3" fmla="*/ 469949 w 469949"/>
                <a:gd name="connsiteY3" fmla="*/ 174285 h 2285143"/>
                <a:gd name="connsiteX4" fmla="*/ 469949 w 469949"/>
                <a:gd name="connsiteY4" fmla="*/ 2206817 h 2285143"/>
                <a:gd name="connsiteX5" fmla="*/ 391623 w 469949"/>
                <a:gd name="connsiteY5" fmla="*/ 2285143 h 2285143"/>
                <a:gd name="connsiteX6" fmla="*/ 78326 w 469949"/>
                <a:gd name="connsiteY6" fmla="*/ 2285143 h 2285143"/>
                <a:gd name="connsiteX7" fmla="*/ 0 w 469949"/>
                <a:gd name="connsiteY7" fmla="*/ 2206817 h 2285143"/>
                <a:gd name="connsiteX8" fmla="*/ 0 w 469949"/>
                <a:gd name="connsiteY8" fmla="*/ 174285 h 2285143"/>
                <a:gd name="connsiteX0" fmla="*/ 1054 w 471003"/>
                <a:gd name="connsiteY0" fmla="*/ 197892 h 2308750"/>
                <a:gd name="connsiteX1" fmla="*/ 34082 w 471003"/>
                <a:gd name="connsiteY1" fmla="*/ 0 h 2308750"/>
                <a:gd name="connsiteX2" fmla="*/ 335442 w 471003"/>
                <a:gd name="connsiteY2" fmla="*/ 100792 h 2308750"/>
                <a:gd name="connsiteX3" fmla="*/ 471003 w 471003"/>
                <a:gd name="connsiteY3" fmla="*/ 197892 h 2308750"/>
                <a:gd name="connsiteX4" fmla="*/ 471003 w 471003"/>
                <a:gd name="connsiteY4" fmla="*/ 2230424 h 2308750"/>
                <a:gd name="connsiteX5" fmla="*/ 392677 w 471003"/>
                <a:gd name="connsiteY5" fmla="*/ 2308750 h 2308750"/>
                <a:gd name="connsiteX6" fmla="*/ 79380 w 471003"/>
                <a:gd name="connsiteY6" fmla="*/ 2308750 h 2308750"/>
                <a:gd name="connsiteX7" fmla="*/ 1054 w 471003"/>
                <a:gd name="connsiteY7" fmla="*/ 2230424 h 2308750"/>
                <a:gd name="connsiteX8" fmla="*/ 1054 w 471003"/>
                <a:gd name="connsiteY8" fmla="*/ 197892 h 2308750"/>
                <a:gd name="connsiteX0" fmla="*/ 1054 w 471003"/>
                <a:gd name="connsiteY0" fmla="*/ 197892 h 2308750"/>
                <a:gd name="connsiteX1" fmla="*/ 34082 w 471003"/>
                <a:gd name="connsiteY1" fmla="*/ 0 h 2308750"/>
                <a:gd name="connsiteX2" fmla="*/ 334861 w 471003"/>
                <a:gd name="connsiteY2" fmla="*/ 89571 h 2308750"/>
                <a:gd name="connsiteX3" fmla="*/ 471003 w 471003"/>
                <a:gd name="connsiteY3" fmla="*/ 197892 h 2308750"/>
                <a:gd name="connsiteX4" fmla="*/ 471003 w 471003"/>
                <a:gd name="connsiteY4" fmla="*/ 2230424 h 2308750"/>
                <a:gd name="connsiteX5" fmla="*/ 392677 w 471003"/>
                <a:gd name="connsiteY5" fmla="*/ 2308750 h 2308750"/>
                <a:gd name="connsiteX6" fmla="*/ 79380 w 471003"/>
                <a:gd name="connsiteY6" fmla="*/ 2308750 h 2308750"/>
                <a:gd name="connsiteX7" fmla="*/ 1054 w 471003"/>
                <a:gd name="connsiteY7" fmla="*/ 2230424 h 2308750"/>
                <a:gd name="connsiteX8" fmla="*/ 1054 w 471003"/>
                <a:gd name="connsiteY8" fmla="*/ 197892 h 2308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1003" h="2308750">
                  <a:moveTo>
                    <a:pt x="1054" y="197892"/>
                  </a:moveTo>
                  <a:cubicBezTo>
                    <a:pt x="1054" y="154634"/>
                    <a:pt x="-9176" y="0"/>
                    <a:pt x="34082" y="0"/>
                  </a:cubicBezTo>
                  <a:cubicBezTo>
                    <a:pt x="252569" y="55222"/>
                    <a:pt x="180322" y="46561"/>
                    <a:pt x="334861" y="89571"/>
                  </a:cubicBezTo>
                  <a:cubicBezTo>
                    <a:pt x="454403" y="123843"/>
                    <a:pt x="471003" y="154634"/>
                    <a:pt x="471003" y="197892"/>
                  </a:cubicBezTo>
                  <a:lnTo>
                    <a:pt x="471003" y="2230424"/>
                  </a:lnTo>
                  <a:cubicBezTo>
                    <a:pt x="471003" y="2273682"/>
                    <a:pt x="435935" y="2308750"/>
                    <a:pt x="392677" y="2308750"/>
                  </a:cubicBezTo>
                  <a:lnTo>
                    <a:pt x="79380" y="2308750"/>
                  </a:lnTo>
                  <a:cubicBezTo>
                    <a:pt x="36122" y="2308750"/>
                    <a:pt x="1054" y="2273682"/>
                    <a:pt x="1054" y="2230424"/>
                  </a:cubicBezTo>
                  <a:lnTo>
                    <a:pt x="1054" y="197892"/>
                  </a:lnTo>
                  <a:close/>
                </a:path>
              </a:pathLst>
            </a:cu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53" name="사각형: 둥근 모서리 52">
              <a:extLst>
                <a:ext uri="{FF2B5EF4-FFF2-40B4-BE49-F238E27FC236}">
                  <a16:creationId xmlns:a16="http://schemas.microsoft.com/office/drawing/2014/main" id="{3982DA01-DAB2-66E5-E365-CFF5181A0C9C}"/>
                </a:ext>
              </a:extLst>
            </p:cNvPr>
            <p:cNvSpPr/>
            <p:nvPr userDrawn="1"/>
          </p:nvSpPr>
          <p:spPr>
            <a:xfrm rot="4506704" flipH="1">
              <a:off x="9456291" y="360823"/>
              <a:ext cx="464231" cy="107393"/>
            </a:xfrm>
            <a:prstGeom prst="roundRect">
              <a:avLst>
                <a:gd name="adj" fmla="val 32586"/>
              </a:avLst>
            </a:pr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54" name="사각형: 둥근 모서리 53">
              <a:extLst>
                <a:ext uri="{FF2B5EF4-FFF2-40B4-BE49-F238E27FC236}">
                  <a16:creationId xmlns:a16="http://schemas.microsoft.com/office/drawing/2014/main" id="{800FCEC9-FF7B-4B9B-DAC4-B3D9BC28F820}"/>
                </a:ext>
              </a:extLst>
            </p:cNvPr>
            <p:cNvSpPr/>
            <p:nvPr userDrawn="1"/>
          </p:nvSpPr>
          <p:spPr>
            <a:xfrm flipH="1">
              <a:off x="9586770" y="180267"/>
              <a:ext cx="351774" cy="60140"/>
            </a:xfrm>
            <a:prstGeom prst="roundRect">
              <a:avLst>
                <a:gd name="adj" fmla="val 32586"/>
              </a:avLst>
            </a:pr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55" name="사각형: 둥근 모서리 54">
              <a:extLst>
                <a:ext uri="{FF2B5EF4-FFF2-40B4-BE49-F238E27FC236}">
                  <a16:creationId xmlns:a16="http://schemas.microsoft.com/office/drawing/2014/main" id="{FE59132D-E0F7-5227-671D-15B4032C34B0}"/>
                </a:ext>
              </a:extLst>
            </p:cNvPr>
            <p:cNvSpPr/>
            <p:nvPr userDrawn="1"/>
          </p:nvSpPr>
          <p:spPr>
            <a:xfrm>
              <a:off x="6347129" y="186675"/>
              <a:ext cx="408152" cy="183858"/>
            </a:xfrm>
            <a:prstGeom prst="roundRect">
              <a:avLst>
                <a:gd name="adj" fmla="val 23143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56" name="사각형: 둥근 모서리 55">
              <a:extLst>
                <a:ext uri="{FF2B5EF4-FFF2-40B4-BE49-F238E27FC236}">
                  <a16:creationId xmlns:a16="http://schemas.microsoft.com/office/drawing/2014/main" id="{20FCFC37-75D1-A1F5-B779-980816D9566F}"/>
                </a:ext>
              </a:extLst>
            </p:cNvPr>
            <p:cNvSpPr/>
            <p:nvPr userDrawn="1"/>
          </p:nvSpPr>
          <p:spPr>
            <a:xfrm flipH="1">
              <a:off x="6766153" y="1568154"/>
              <a:ext cx="358839" cy="107393"/>
            </a:xfrm>
            <a:prstGeom prst="roundRect">
              <a:avLst>
                <a:gd name="adj" fmla="val 43099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57" name="사각형: 둥근 모서리 56">
              <a:extLst>
                <a:ext uri="{FF2B5EF4-FFF2-40B4-BE49-F238E27FC236}">
                  <a16:creationId xmlns:a16="http://schemas.microsoft.com/office/drawing/2014/main" id="{4A451D5E-D275-D412-8599-7730D9FAE251}"/>
                </a:ext>
              </a:extLst>
            </p:cNvPr>
            <p:cNvSpPr/>
            <p:nvPr userDrawn="1"/>
          </p:nvSpPr>
          <p:spPr>
            <a:xfrm rot="4506704" flipH="1">
              <a:off x="6793110" y="1378492"/>
              <a:ext cx="464231" cy="107393"/>
            </a:xfrm>
            <a:prstGeom prst="roundRect">
              <a:avLst>
                <a:gd name="adj" fmla="val 50000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58" name="사각형: 둥근 모서리 48">
              <a:extLst>
                <a:ext uri="{FF2B5EF4-FFF2-40B4-BE49-F238E27FC236}">
                  <a16:creationId xmlns:a16="http://schemas.microsoft.com/office/drawing/2014/main" id="{9DD62034-9CD4-BE1D-203C-464F0185C4C9}"/>
                </a:ext>
              </a:extLst>
            </p:cNvPr>
            <p:cNvSpPr/>
            <p:nvPr userDrawn="1"/>
          </p:nvSpPr>
          <p:spPr>
            <a:xfrm rot="20700000">
              <a:off x="6565113" y="116467"/>
              <a:ext cx="365971" cy="1546595"/>
            </a:xfrm>
            <a:custGeom>
              <a:avLst/>
              <a:gdLst>
                <a:gd name="connsiteX0" fmla="*/ 0 w 469949"/>
                <a:gd name="connsiteY0" fmla="*/ 78326 h 2189184"/>
                <a:gd name="connsiteX1" fmla="*/ 78326 w 469949"/>
                <a:gd name="connsiteY1" fmla="*/ 0 h 2189184"/>
                <a:gd name="connsiteX2" fmla="*/ 391623 w 469949"/>
                <a:gd name="connsiteY2" fmla="*/ 0 h 2189184"/>
                <a:gd name="connsiteX3" fmla="*/ 469949 w 469949"/>
                <a:gd name="connsiteY3" fmla="*/ 78326 h 2189184"/>
                <a:gd name="connsiteX4" fmla="*/ 469949 w 469949"/>
                <a:gd name="connsiteY4" fmla="*/ 2110858 h 2189184"/>
                <a:gd name="connsiteX5" fmla="*/ 391623 w 469949"/>
                <a:gd name="connsiteY5" fmla="*/ 2189184 h 2189184"/>
                <a:gd name="connsiteX6" fmla="*/ 78326 w 469949"/>
                <a:gd name="connsiteY6" fmla="*/ 2189184 h 2189184"/>
                <a:gd name="connsiteX7" fmla="*/ 0 w 469949"/>
                <a:gd name="connsiteY7" fmla="*/ 2110858 h 2189184"/>
                <a:gd name="connsiteX8" fmla="*/ 0 w 469949"/>
                <a:gd name="connsiteY8" fmla="*/ 78326 h 218918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401214 w 479540"/>
                <a:gd name="connsiteY2" fmla="*/ 64040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401214 w 479540"/>
                <a:gd name="connsiteY2" fmla="*/ 64040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4 w 469953"/>
                <a:gd name="connsiteY0" fmla="*/ 154603 h 2265461"/>
                <a:gd name="connsiteX1" fmla="*/ 42068 w 469953"/>
                <a:gd name="connsiteY1" fmla="*/ 0 h 2265461"/>
                <a:gd name="connsiteX2" fmla="*/ 330427 w 469953"/>
                <a:gd name="connsiteY2" fmla="*/ 74670 h 2265461"/>
                <a:gd name="connsiteX3" fmla="*/ 469953 w 469953"/>
                <a:gd name="connsiteY3" fmla="*/ 154603 h 2265461"/>
                <a:gd name="connsiteX4" fmla="*/ 469953 w 469953"/>
                <a:gd name="connsiteY4" fmla="*/ 2187135 h 2265461"/>
                <a:gd name="connsiteX5" fmla="*/ 391627 w 469953"/>
                <a:gd name="connsiteY5" fmla="*/ 2265461 h 2265461"/>
                <a:gd name="connsiteX6" fmla="*/ 78330 w 469953"/>
                <a:gd name="connsiteY6" fmla="*/ 2265461 h 2265461"/>
                <a:gd name="connsiteX7" fmla="*/ 4 w 469953"/>
                <a:gd name="connsiteY7" fmla="*/ 2187135 h 2265461"/>
                <a:gd name="connsiteX8" fmla="*/ 4 w 469953"/>
                <a:gd name="connsiteY8" fmla="*/ 154603 h 2265461"/>
                <a:gd name="connsiteX0" fmla="*/ 4 w 469953"/>
                <a:gd name="connsiteY0" fmla="*/ 154603 h 2265461"/>
                <a:gd name="connsiteX1" fmla="*/ 42068 w 469953"/>
                <a:gd name="connsiteY1" fmla="*/ 0 h 2265461"/>
                <a:gd name="connsiteX2" fmla="*/ 330427 w 469953"/>
                <a:gd name="connsiteY2" fmla="*/ 74670 h 2265461"/>
                <a:gd name="connsiteX3" fmla="*/ 469953 w 469953"/>
                <a:gd name="connsiteY3" fmla="*/ 154603 h 2265461"/>
                <a:gd name="connsiteX4" fmla="*/ 469953 w 469953"/>
                <a:gd name="connsiteY4" fmla="*/ 2187135 h 2265461"/>
                <a:gd name="connsiteX5" fmla="*/ 391627 w 469953"/>
                <a:gd name="connsiteY5" fmla="*/ 2265461 h 2265461"/>
                <a:gd name="connsiteX6" fmla="*/ 78330 w 469953"/>
                <a:gd name="connsiteY6" fmla="*/ 2265461 h 2265461"/>
                <a:gd name="connsiteX7" fmla="*/ 4 w 469953"/>
                <a:gd name="connsiteY7" fmla="*/ 2187135 h 2265461"/>
                <a:gd name="connsiteX8" fmla="*/ 4 w 469953"/>
                <a:gd name="connsiteY8" fmla="*/ 154603 h 2265461"/>
                <a:gd name="connsiteX0" fmla="*/ 7203 w 477152"/>
                <a:gd name="connsiteY0" fmla="*/ 202492 h 2313350"/>
                <a:gd name="connsiteX1" fmla="*/ 25429 w 477152"/>
                <a:gd name="connsiteY1" fmla="*/ 0 h 2313350"/>
                <a:gd name="connsiteX2" fmla="*/ 337626 w 477152"/>
                <a:gd name="connsiteY2" fmla="*/ 122559 h 2313350"/>
                <a:gd name="connsiteX3" fmla="*/ 477152 w 477152"/>
                <a:gd name="connsiteY3" fmla="*/ 202492 h 2313350"/>
                <a:gd name="connsiteX4" fmla="*/ 477152 w 477152"/>
                <a:gd name="connsiteY4" fmla="*/ 2235024 h 2313350"/>
                <a:gd name="connsiteX5" fmla="*/ 398826 w 477152"/>
                <a:gd name="connsiteY5" fmla="*/ 2313350 h 2313350"/>
                <a:gd name="connsiteX6" fmla="*/ 85529 w 477152"/>
                <a:gd name="connsiteY6" fmla="*/ 2313350 h 2313350"/>
                <a:gd name="connsiteX7" fmla="*/ 7203 w 477152"/>
                <a:gd name="connsiteY7" fmla="*/ 2235024 h 2313350"/>
                <a:gd name="connsiteX8" fmla="*/ 7203 w 477152"/>
                <a:gd name="connsiteY8" fmla="*/ 202492 h 2313350"/>
                <a:gd name="connsiteX0" fmla="*/ 7204 w 477153"/>
                <a:gd name="connsiteY0" fmla="*/ 202492 h 2313350"/>
                <a:gd name="connsiteX1" fmla="*/ 25430 w 477153"/>
                <a:gd name="connsiteY1" fmla="*/ 0 h 2313350"/>
                <a:gd name="connsiteX2" fmla="*/ 341592 w 477153"/>
                <a:gd name="connsiteY2" fmla="*/ 105392 h 2313350"/>
                <a:gd name="connsiteX3" fmla="*/ 477153 w 477153"/>
                <a:gd name="connsiteY3" fmla="*/ 202492 h 2313350"/>
                <a:gd name="connsiteX4" fmla="*/ 477153 w 477153"/>
                <a:gd name="connsiteY4" fmla="*/ 2235024 h 2313350"/>
                <a:gd name="connsiteX5" fmla="*/ 398827 w 477153"/>
                <a:gd name="connsiteY5" fmla="*/ 2313350 h 2313350"/>
                <a:gd name="connsiteX6" fmla="*/ 85530 w 477153"/>
                <a:gd name="connsiteY6" fmla="*/ 2313350 h 2313350"/>
                <a:gd name="connsiteX7" fmla="*/ 7204 w 477153"/>
                <a:gd name="connsiteY7" fmla="*/ 2235024 h 2313350"/>
                <a:gd name="connsiteX8" fmla="*/ 7204 w 477153"/>
                <a:gd name="connsiteY8" fmla="*/ 202492 h 2313350"/>
                <a:gd name="connsiteX0" fmla="*/ 7204 w 477153"/>
                <a:gd name="connsiteY0" fmla="*/ 202492 h 2313350"/>
                <a:gd name="connsiteX1" fmla="*/ 25430 w 477153"/>
                <a:gd name="connsiteY1" fmla="*/ 0 h 2313350"/>
                <a:gd name="connsiteX2" fmla="*/ 341592 w 477153"/>
                <a:gd name="connsiteY2" fmla="*/ 105392 h 2313350"/>
                <a:gd name="connsiteX3" fmla="*/ 477153 w 477153"/>
                <a:gd name="connsiteY3" fmla="*/ 202492 h 2313350"/>
                <a:gd name="connsiteX4" fmla="*/ 477153 w 477153"/>
                <a:gd name="connsiteY4" fmla="*/ 2235024 h 2313350"/>
                <a:gd name="connsiteX5" fmla="*/ 398827 w 477153"/>
                <a:gd name="connsiteY5" fmla="*/ 2313350 h 2313350"/>
                <a:gd name="connsiteX6" fmla="*/ 85530 w 477153"/>
                <a:gd name="connsiteY6" fmla="*/ 2313350 h 2313350"/>
                <a:gd name="connsiteX7" fmla="*/ 7204 w 477153"/>
                <a:gd name="connsiteY7" fmla="*/ 2235024 h 2313350"/>
                <a:gd name="connsiteX8" fmla="*/ 7204 w 477153"/>
                <a:gd name="connsiteY8" fmla="*/ 202492 h 2313350"/>
                <a:gd name="connsiteX0" fmla="*/ -1 w 469948"/>
                <a:gd name="connsiteY0" fmla="*/ 174286 h 2285144"/>
                <a:gd name="connsiteX1" fmla="*/ 49782 w 469948"/>
                <a:gd name="connsiteY1" fmla="*/ 1 h 2285144"/>
                <a:gd name="connsiteX2" fmla="*/ 334387 w 469948"/>
                <a:gd name="connsiteY2" fmla="*/ 77186 h 2285144"/>
                <a:gd name="connsiteX3" fmla="*/ 469948 w 469948"/>
                <a:gd name="connsiteY3" fmla="*/ 174286 h 2285144"/>
                <a:gd name="connsiteX4" fmla="*/ 469948 w 469948"/>
                <a:gd name="connsiteY4" fmla="*/ 2206818 h 2285144"/>
                <a:gd name="connsiteX5" fmla="*/ 391622 w 469948"/>
                <a:gd name="connsiteY5" fmla="*/ 2285144 h 2285144"/>
                <a:gd name="connsiteX6" fmla="*/ 78325 w 469948"/>
                <a:gd name="connsiteY6" fmla="*/ 2285144 h 2285144"/>
                <a:gd name="connsiteX7" fmla="*/ -1 w 469948"/>
                <a:gd name="connsiteY7" fmla="*/ 2206818 h 2285144"/>
                <a:gd name="connsiteX8" fmla="*/ -1 w 469948"/>
                <a:gd name="connsiteY8" fmla="*/ 174286 h 2285144"/>
                <a:gd name="connsiteX0" fmla="*/ 0 w 469949"/>
                <a:gd name="connsiteY0" fmla="*/ 174285 h 2285143"/>
                <a:gd name="connsiteX1" fmla="*/ 49783 w 469949"/>
                <a:gd name="connsiteY1" fmla="*/ 0 h 2285143"/>
                <a:gd name="connsiteX2" fmla="*/ 334388 w 469949"/>
                <a:gd name="connsiteY2" fmla="*/ 77185 h 2285143"/>
                <a:gd name="connsiteX3" fmla="*/ 469949 w 469949"/>
                <a:gd name="connsiteY3" fmla="*/ 174285 h 2285143"/>
                <a:gd name="connsiteX4" fmla="*/ 469949 w 469949"/>
                <a:gd name="connsiteY4" fmla="*/ 2206817 h 2285143"/>
                <a:gd name="connsiteX5" fmla="*/ 391623 w 469949"/>
                <a:gd name="connsiteY5" fmla="*/ 2285143 h 2285143"/>
                <a:gd name="connsiteX6" fmla="*/ 78326 w 469949"/>
                <a:gd name="connsiteY6" fmla="*/ 2285143 h 2285143"/>
                <a:gd name="connsiteX7" fmla="*/ 0 w 469949"/>
                <a:gd name="connsiteY7" fmla="*/ 2206817 h 2285143"/>
                <a:gd name="connsiteX8" fmla="*/ 0 w 469949"/>
                <a:gd name="connsiteY8" fmla="*/ 174285 h 2285143"/>
                <a:gd name="connsiteX0" fmla="*/ 1054 w 471003"/>
                <a:gd name="connsiteY0" fmla="*/ 197892 h 2308750"/>
                <a:gd name="connsiteX1" fmla="*/ 34082 w 471003"/>
                <a:gd name="connsiteY1" fmla="*/ 0 h 2308750"/>
                <a:gd name="connsiteX2" fmla="*/ 335442 w 471003"/>
                <a:gd name="connsiteY2" fmla="*/ 100792 h 2308750"/>
                <a:gd name="connsiteX3" fmla="*/ 471003 w 471003"/>
                <a:gd name="connsiteY3" fmla="*/ 197892 h 2308750"/>
                <a:gd name="connsiteX4" fmla="*/ 471003 w 471003"/>
                <a:gd name="connsiteY4" fmla="*/ 2230424 h 2308750"/>
                <a:gd name="connsiteX5" fmla="*/ 392677 w 471003"/>
                <a:gd name="connsiteY5" fmla="*/ 2308750 h 2308750"/>
                <a:gd name="connsiteX6" fmla="*/ 79380 w 471003"/>
                <a:gd name="connsiteY6" fmla="*/ 2308750 h 2308750"/>
                <a:gd name="connsiteX7" fmla="*/ 1054 w 471003"/>
                <a:gd name="connsiteY7" fmla="*/ 2230424 h 2308750"/>
                <a:gd name="connsiteX8" fmla="*/ 1054 w 471003"/>
                <a:gd name="connsiteY8" fmla="*/ 197892 h 2308750"/>
                <a:gd name="connsiteX0" fmla="*/ 1054 w 471003"/>
                <a:gd name="connsiteY0" fmla="*/ 197892 h 2308750"/>
                <a:gd name="connsiteX1" fmla="*/ 34082 w 471003"/>
                <a:gd name="connsiteY1" fmla="*/ 0 h 2308750"/>
                <a:gd name="connsiteX2" fmla="*/ 334861 w 471003"/>
                <a:gd name="connsiteY2" fmla="*/ 89571 h 2308750"/>
                <a:gd name="connsiteX3" fmla="*/ 471003 w 471003"/>
                <a:gd name="connsiteY3" fmla="*/ 197892 h 2308750"/>
                <a:gd name="connsiteX4" fmla="*/ 471003 w 471003"/>
                <a:gd name="connsiteY4" fmla="*/ 2230424 h 2308750"/>
                <a:gd name="connsiteX5" fmla="*/ 392677 w 471003"/>
                <a:gd name="connsiteY5" fmla="*/ 2308750 h 2308750"/>
                <a:gd name="connsiteX6" fmla="*/ 79380 w 471003"/>
                <a:gd name="connsiteY6" fmla="*/ 2308750 h 2308750"/>
                <a:gd name="connsiteX7" fmla="*/ 1054 w 471003"/>
                <a:gd name="connsiteY7" fmla="*/ 2230424 h 2308750"/>
                <a:gd name="connsiteX8" fmla="*/ 1054 w 471003"/>
                <a:gd name="connsiteY8" fmla="*/ 197892 h 2308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1003" h="2308750">
                  <a:moveTo>
                    <a:pt x="1054" y="197892"/>
                  </a:moveTo>
                  <a:cubicBezTo>
                    <a:pt x="1054" y="154634"/>
                    <a:pt x="-9176" y="0"/>
                    <a:pt x="34082" y="0"/>
                  </a:cubicBezTo>
                  <a:cubicBezTo>
                    <a:pt x="252569" y="55222"/>
                    <a:pt x="180322" y="46561"/>
                    <a:pt x="334861" y="89571"/>
                  </a:cubicBezTo>
                  <a:cubicBezTo>
                    <a:pt x="454403" y="123843"/>
                    <a:pt x="471003" y="154634"/>
                    <a:pt x="471003" y="197892"/>
                  </a:cubicBezTo>
                  <a:lnTo>
                    <a:pt x="471003" y="2230424"/>
                  </a:lnTo>
                  <a:cubicBezTo>
                    <a:pt x="471003" y="2273682"/>
                    <a:pt x="435935" y="2308750"/>
                    <a:pt x="392677" y="2308750"/>
                  </a:cubicBezTo>
                  <a:lnTo>
                    <a:pt x="79380" y="2308750"/>
                  </a:lnTo>
                  <a:cubicBezTo>
                    <a:pt x="36122" y="2308750"/>
                    <a:pt x="1054" y="2273682"/>
                    <a:pt x="1054" y="2230424"/>
                  </a:cubicBezTo>
                  <a:lnTo>
                    <a:pt x="1054" y="197892"/>
                  </a:lnTo>
                  <a:close/>
                </a:path>
              </a:pathLst>
            </a:cu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59" name="사각형: 둥근 모서리 58">
              <a:extLst>
                <a:ext uri="{FF2B5EF4-FFF2-40B4-BE49-F238E27FC236}">
                  <a16:creationId xmlns:a16="http://schemas.microsoft.com/office/drawing/2014/main" id="{9FCA9E36-697C-D30C-2533-FD6768039D7C}"/>
                </a:ext>
              </a:extLst>
            </p:cNvPr>
            <p:cNvSpPr/>
            <p:nvPr userDrawn="1"/>
          </p:nvSpPr>
          <p:spPr>
            <a:xfrm rot="4506704" flipH="1">
              <a:off x="6264119" y="360823"/>
              <a:ext cx="464231" cy="107393"/>
            </a:xfrm>
            <a:prstGeom prst="roundRect">
              <a:avLst>
                <a:gd name="adj" fmla="val 32586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60" name="사각형: 둥근 모서리 59">
              <a:extLst>
                <a:ext uri="{FF2B5EF4-FFF2-40B4-BE49-F238E27FC236}">
                  <a16:creationId xmlns:a16="http://schemas.microsoft.com/office/drawing/2014/main" id="{6E7E9F02-56F7-2C10-9878-B607F9E9684E}"/>
                </a:ext>
              </a:extLst>
            </p:cNvPr>
            <p:cNvSpPr/>
            <p:nvPr userDrawn="1"/>
          </p:nvSpPr>
          <p:spPr>
            <a:xfrm flipH="1">
              <a:off x="6394598" y="180267"/>
              <a:ext cx="351774" cy="60140"/>
            </a:xfrm>
            <a:prstGeom prst="roundRect">
              <a:avLst>
                <a:gd name="adj" fmla="val 32586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</p:grpSp>
    </p:spTree>
    <p:extLst>
      <p:ext uri="{BB962C8B-B14F-4D97-AF65-F5344CB8AC3E}">
        <p14:creationId xmlns:p14="http://schemas.microsoft.com/office/powerpoint/2010/main" val="254662564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42A8795-CAE2-41A2-9830-252F1DB8D40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1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95D3D744-13EB-4EFF-AE30-0C7AE227FE8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1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2" indent="0" algn="ctr">
              <a:buNone/>
              <a:defRPr sz="2000"/>
            </a:lvl2pPr>
            <a:lvl3pPr marL="914404" indent="0" algn="ctr">
              <a:buNone/>
              <a:defRPr sz="1800"/>
            </a:lvl3pPr>
            <a:lvl4pPr marL="1371605" indent="0" algn="ctr">
              <a:buNone/>
              <a:defRPr sz="1600"/>
            </a:lvl4pPr>
            <a:lvl5pPr marL="1828807" indent="0" algn="ctr">
              <a:buNone/>
              <a:defRPr sz="1600"/>
            </a:lvl5pPr>
            <a:lvl6pPr marL="2286009" indent="0" algn="ctr">
              <a:buNone/>
              <a:defRPr sz="1600"/>
            </a:lvl6pPr>
            <a:lvl7pPr marL="2743211" indent="0" algn="ctr">
              <a:buNone/>
              <a:defRPr sz="1600"/>
            </a:lvl7pPr>
            <a:lvl8pPr marL="3200413" indent="0" algn="ctr">
              <a:buNone/>
              <a:defRPr sz="1600"/>
            </a:lvl8pPr>
            <a:lvl9pPr marL="3657615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부제목 2">
            <a:extLst>
              <a:ext uri="{FF2B5EF4-FFF2-40B4-BE49-F238E27FC236}">
                <a16:creationId xmlns:a16="http://schemas.microsoft.com/office/drawing/2014/main" id="{A9E79BC4-6998-EDEE-667D-B7C17B3A08C0}"/>
              </a:ext>
            </a:extLst>
          </p:cNvPr>
          <p:cNvSpPr txBox="1">
            <a:spLocks/>
          </p:cNvSpPr>
          <p:nvPr userDrawn="1"/>
        </p:nvSpPr>
        <p:spPr>
          <a:xfrm>
            <a:off x="3787205" y="5907650"/>
            <a:ext cx="4617590" cy="37267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14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Trebuchet MS" panose="020B0703020202090204" pitchFamily="34" charset="0"/>
                <a:ea typeface="Baskerville" panose="02020502070401020303" pitchFamily="18" charset="0"/>
              </a:rPr>
              <a:t>Advanced Intelligent Computing Architecture Lab.</a:t>
            </a:r>
            <a:endParaRPr lang="ko-KR" altLang="en-US" sz="1400" dirty="0">
              <a:solidFill>
                <a:schemeClr val="tx1">
                  <a:lumMod val="50000"/>
                  <a:lumOff val="50000"/>
                </a:schemeClr>
              </a:solidFill>
              <a:latin typeface="Trebuchet MS" panose="020B0603020202020204" pitchFamily="34" charset="0"/>
            </a:endParaRPr>
          </a:p>
        </p:txBody>
      </p:sp>
      <p:grpSp>
        <p:nvGrpSpPr>
          <p:cNvPr id="5" name="그룹 4">
            <a:extLst>
              <a:ext uri="{FF2B5EF4-FFF2-40B4-BE49-F238E27FC236}">
                <a16:creationId xmlns:a16="http://schemas.microsoft.com/office/drawing/2014/main" id="{565CA89F-D0E9-8CE5-22B9-51E7DE7904E7}"/>
              </a:ext>
            </a:extLst>
          </p:cNvPr>
          <p:cNvGrpSpPr/>
          <p:nvPr userDrawn="1"/>
        </p:nvGrpSpPr>
        <p:grpSpPr>
          <a:xfrm>
            <a:off x="5196905" y="5156355"/>
            <a:ext cx="1798190" cy="646162"/>
            <a:chOff x="5976117" y="116467"/>
            <a:chExt cx="4341047" cy="1559914"/>
          </a:xfrm>
        </p:grpSpPr>
        <p:sp>
          <p:nvSpPr>
            <p:cNvPr id="6" name="사각형: 둥근 모서리 5">
              <a:extLst>
                <a:ext uri="{FF2B5EF4-FFF2-40B4-BE49-F238E27FC236}">
                  <a16:creationId xmlns:a16="http://schemas.microsoft.com/office/drawing/2014/main" id="{633F487C-A200-17BE-5341-37611BF8FBFD}"/>
                </a:ext>
              </a:extLst>
            </p:cNvPr>
            <p:cNvSpPr/>
            <p:nvPr userDrawn="1"/>
          </p:nvSpPr>
          <p:spPr>
            <a:xfrm>
              <a:off x="7547660" y="613810"/>
              <a:ext cx="360000" cy="1046263"/>
            </a:xfrm>
            <a:prstGeom prst="roundRect">
              <a:avLst/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10" name="사각형: 둥근 모서리 9">
              <a:extLst>
                <a:ext uri="{FF2B5EF4-FFF2-40B4-BE49-F238E27FC236}">
                  <a16:creationId xmlns:a16="http://schemas.microsoft.com/office/drawing/2014/main" id="{2F47E4AB-6462-333C-8B2F-30524FE22205}"/>
                </a:ext>
              </a:extLst>
            </p:cNvPr>
            <p:cNvSpPr/>
            <p:nvPr userDrawn="1"/>
          </p:nvSpPr>
          <p:spPr>
            <a:xfrm>
              <a:off x="6776499" y="1312781"/>
              <a:ext cx="1131162" cy="363600"/>
            </a:xfrm>
            <a:prstGeom prst="roundRect">
              <a:avLst/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11" name="사각형: 둥근 모서리 34">
              <a:extLst>
                <a:ext uri="{FF2B5EF4-FFF2-40B4-BE49-F238E27FC236}">
                  <a16:creationId xmlns:a16="http://schemas.microsoft.com/office/drawing/2014/main" id="{0A103168-CD94-921E-63B0-D7B6F62E3E6E}"/>
                </a:ext>
              </a:extLst>
            </p:cNvPr>
            <p:cNvSpPr/>
            <p:nvPr userDrawn="1"/>
          </p:nvSpPr>
          <p:spPr>
            <a:xfrm rot="923841">
              <a:off x="6171723" y="144498"/>
              <a:ext cx="372850" cy="1492452"/>
            </a:xfrm>
            <a:custGeom>
              <a:avLst/>
              <a:gdLst>
                <a:gd name="connsiteX0" fmla="*/ 0 w 469949"/>
                <a:gd name="connsiteY0" fmla="*/ 78326 h 2189184"/>
                <a:gd name="connsiteX1" fmla="*/ 78326 w 469949"/>
                <a:gd name="connsiteY1" fmla="*/ 0 h 2189184"/>
                <a:gd name="connsiteX2" fmla="*/ 391623 w 469949"/>
                <a:gd name="connsiteY2" fmla="*/ 0 h 2189184"/>
                <a:gd name="connsiteX3" fmla="*/ 469949 w 469949"/>
                <a:gd name="connsiteY3" fmla="*/ 78326 h 2189184"/>
                <a:gd name="connsiteX4" fmla="*/ 469949 w 469949"/>
                <a:gd name="connsiteY4" fmla="*/ 2110858 h 2189184"/>
                <a:gd name="connsiteX5" fmla="*/ 391623 w 469949"/>
                <a:gd name="connsiteY5" fmla="*/ 2189184 h 2189184"/>
                <a:gd name="connsiteX6" fmla="*/ 78326 w 469949"/>
                <a:gd name="connsiteY6" fmla="*/ 2189184 h 2189184"/>
                <a:gd name="connsiteX7" fmla="*/ 0 w 469949"/>
                <a:gd name="connsiteY7" fmla="*/ 2110858 h 2189184"/>
                <a:gd name="connsiteX8" fmla="*/ 0 w 469949"/>
                <a:gd name="connsiteY8" fmla="*/ 78326 h 2189184"/>
                <a:gd name="connsiteX0" fmla="*/ 0 w 470074"/>
                <a:gd name="connsiteY0" fmla="*/ 168229 h 2279087"/>
                <a:gd name="connsiteX1" fmla="*/ 78326 w 470074"/>
                <a:gd name="connsiteY1" fmla="*/ 89903 h 2279087"/>
                <a:gd name="connsiteX2" fmla="*/ 431082 w 470074"/>
                <a:gd name="connsiteY2" fmla="*/ 0 h 2279087"/>
                <a:gd name="connsiteX3" fmla="*/ 469949 w 470074"/>
                <a:gd name="connsiteY3" fmla="*/ 168229 h 2279087"/>
                <a:gd name="connsiteX4" fmla="*/ 469949 w 470074"/>
                <a:gd name="connsiteY4" fmla="*/ 2200761 h 2279087"/>
                <a:gd name="connsiteX5" fmla="*/ 391623 w 470074"/>
                <a:gd name="connsiteY5" fmla="*/ 2279087 h 2279087"/>
                <a:gd name="connsiteX6" fmla="*/ 78326 w 470074"/>
                <a:gd name="connsiteY6" fmla="*/ 2279087 h 2279087"/>
                <a:gd name="connsiteX7" fmla="*/ 0 w 470074"/>
                <a:gd name="connsiteY7" fmla="*/ 2200761 h 2279087"/>
                <a:gd name="connsiteX8" fmla="*/ 0 w 470074"/>
                <a:gd name="connsiteY8" fmla="*/ 168229 h 2279087"/>
                <a:gd name="connsiteX0" fmla="*/ 0 w 473939"/>
                <a:gd name="connsiteY0" fmla="*/ 152392 h 2263250"/>
                <a:gd name="connsiteX1" fmla="*/ 78326 w 473939"/>
                <a:gd name="connsiteY1" fmla="*/ 74066 h 2263250"/>
                <a:gd name="connsiteX2" fmla="*/ 445323 w 473939"/>
                <a:gd name="connsiteY2" fmla="*/ 0 h 2263250"/>
                <a:gd name="connsiteX3" fmla="*/ 469949 w 473939"/>
                <a:gd name="connsiteY3" fmla="*/ 152392 h 2263250"/>
                <a:gd name="connsiteX4" fmla="*/ 469949 w 473939"/>
                <a:gd name="connsiteY4" fmla="*/ 2184924 h 2263250"/>
                <a:gd name="connsiteX5" fmla="*/ 391623 w 473939"/>
                <a:gd name="connsiteY5" fmla="*/ 2263250 h 2263250"/>
                <a:gd name="connsiteX6" fmla="*/ 78326 w 473939"/>
                <a:gd name="connsiteY6" fmla="*/ 2263250 h 2263250"/>
                <a:gd name="connsiteX7" fmla="*/ 0 w 473939"/>
                <a:gd name="connsiteY7" fmla="*/ 2184924 h 2263250"/>
                <a:gd name="connsiteX8" fmla="*/ 0 w 473939"/>
                <a:gd name="connsiteY8" fmla="*/ 152392 h 2263250"/>
                <a:gd name="connsiteX0" fmla="*/ 0 w 479858"/>
                <a:gd name="connsiteY0" fmla="*/ 175184 h 2286042"/>
                <a:gd name="connsiteX1" fmla="*/ 78326 w 479858"/>
                <a:gd name="connsiteY1" fmla="*/ 96858 h 2286042"/>
                <a:gd name="connsiteX2" fmla="*/ 456335 w 479858"/>
                <a:gd name="connsiteY2" fmla="*/ 0 h 2286042"/>
                <a:gd name="connsiteX3" fmla="*/ 469949 w 479858"/>
                <a:gd name="connsiteY3" fmla="*/ 175184 h 2286042"/>
                <a:gd name="connsiteX4" fmla="*/ 469949 w 479858"/>
                <a:gd name="connsiteY4" fmla="*/ 2207716 h 2286042"/>
                <a:gd name="connsiteX5" fmla="*/ 391623 w 479858"/>
                <a:gd name="connsiteY5" fmla="*/ 2286042 h 2286042"/>
                <a:gd name="connsiteX6" fmla="*/ 78326 w 479858"/>
                <a:gd name="connsiteY6" fmla="*/ 2286042 h 2286042"/>
                <a:gd name="connsiteX7" fmla="*/ 0 w 479858"/>
                <a:gd name="connsiteY7" fmla="*/ 2207716 h 2286042"/>
                <a:gd name="connsiteX8" fmla="*/ 0 w 479858"/>
                <a:gd name="connsiteY8" fmla="*/ 175184 h 2286042"/>
                <a:gd name="connsiteX0" fmla="*/ 0 w 479858"/>
                <a:gd name="connsiteY0" fmla="*/ 175184 h 2286042"/>
                <a:gd name="connsiteX1" fmla="*/ 78326 w 479858"/>
                <a:gd name="connsiteY1" fmla="*/ 96858 h 2286042"/>
                <a:gd name="connsiteX2" fmla="*/ 456335 w 479858"/>
                <a:gd name="connsiteY2" fmla="*/ 0 h 2286042"/>
                <a:gd name="connsiteX3" fmla="*/ 469949 w 479858"/>
                <a:gd name="connsiteY3" fmla="*/ 175184 h 2286042"/>
                <a:gd name="connsiteX4" fmla="*/ 469949 w 479858"/>
                <a:gd name="connsiteY4" fmla="*/ 2207716 h 2286042"/>
                <a:gd name="connsiteX5" fmla="*/ 391623 w 479858"/>
                <a:gd name="connsiteY5" fmla="*/ 2286042 h 2286042"/>
                <a:gd name="connsiteX6" fmla="*/ 78326 w 479858"/>
                <a:gd name="connsiteY6" fmla="*/ 2286042 h 2286042"/>
                <a:gd name="connsiteX7" fmla="*/ 0 w 479858"/>
                <a:gd name="connsiteY7" fmla="*/ 2207716 h 2286042"/>
                <a:gd name="connsiteX8" fmla="*/ 0 w 479858"/>
                <a:gd name="connsiteY8" fmla="*/ 175184 h 22860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9858" h="2286042">
                  <a:moveTo>
                    <a:pt x="0" y="175184"/>
                  </a:moveTo>
                  <a:cubicBezTo>
                    <a:pt x="0" y="131926"/>
                    <a:pt x="35068" y="96858"/>
                    <a:pt x="78326" y="96858"/>
                  </a:cubicBezTo>
                  <a:cubicBezTo>
                    <a:pt x="394302" y="4021"/>
                    <a:pt x="351903" y="0"/>
                    <a:pt x="456335" y="0"/>
                  </a:cubicBezTo>
                  <a:cubicBezTo>
                    <a:pt x="499593" y="0"/>
                    <a:pt x="469949" y="131926"/>
                    <a:pt x="469949" y="175184"/>
                  </a:cubicBezTo>
                  <a:lnTo>
                    <a:pt x="469949" y="2207716"/>
                  </a:lnTo>
                  <a:cubicBezTo>
                    <a:pt x="469949" y="2250974"/>
                    <a:pt x="434881" y="2286042"/>
                    <a:pt x="391623" y="2286042"/>
                  </a:cubicBezTo>
                  <a:lnTo>
                    <a:pt x="78326" y="2286042"/>
                  </a:lnTo>
                  <a:cubicBezTo>
                    <a:pt x="35068" y="2286042"/>
                    <a:pt x="0" y="2250974"/>
                    <a:pt x="0" y="2207716"/>
                  </a:cubicBezTo>
                  <a:lnTo>
                    <a:pt x="0" y="175184"/>
                  </a:lnTo>
                  <a:close/>
                </a:path>
              </a:pathLst>
            </a:cu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12" name="사각형: 둥근 모서리 11">
              <a:extLst>
                <a:ext uri="{FF2B5EF4-FFF2-40B4-BE49-F238E27FC236}">
                  <a16:creationId xmlns:a16="http://schemas.microsoft.com/office/drawing/2014/main" id="{7589D919-CBEB-F8FB-07F2-12CA9E166B19}"/>
                </a:ext>
              </a:extLst>
            </p:cNvPr>
            <p:cNvSpPr/>
            <p:nvPr userDrawn="1"/>
          </p:nvSpPr>
          <p:spPr>
            <a:xfrm>
              <a:off x="5976117" y="1562385"/>
              <a:ext cx="367024" cy="107393"/>
            </a:xfrm>
            <a:prstGeom prst="roundRect">
              <a:avLst>
                <a:gd name="adj" fmla="val 49751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13" name="사각형: 둥근 모서리 12">
              <a:extLst>
                <a:ext uri="{FF2B5EF4-FFF2-40B4-BE49-F238E27FC236}">
                  <a16:creationId xmlns:a16="http://schemas.microsoft.com/office/drawing/2014/main" id="{7C46F0AE-DB11-EB8B-FE86-FF73BA879CF9}"/>
                </a:ext>
              </a:extLst>
            </p:cNvPr>
            <p:cNvSpPr/>
            <p:nvPr userDrawn="1"/>
          </p:nvSpPr>
          <p:spPr>
            <a:xfrm rot="17142116">
              <a:off x="5845212" y="1386473"/>
              <a:ext cx="447973" cy="107393"/>
            </a:xfrm>
            <a:prstGeom prst="roundRect">
              <a:avLst>
                <a:gd name="adj" fmla="val 49751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14" name="사각형: 둥근 모서리 13">
              <a:extLst>
                <a:ext uri="{FF2B5EF4-FFF2-40B4-BE49-F238E27FC236}">
                  <a16:creationId xmlns:a16="http://schemas.microsoft.com/office/drawing/2014/main" id="{2F1B7618-3197-6105-6B9F-CD50533BC4C8}"/>
                </a:ext>
              </a:extLst>
            </p:cNvPr>
            <p:cNvSpPr/>
            <p:nvPr userDrawn="1"/>
          </p:nvSpPr>
          <p:spPr>
            <a:xfrm>
              <a:off x="7547660" y="189796"/>
              <a:ext cx="360000" cy="355633"/>
            </a:xfrm>
            <a:prstGeom prst="roundRect">
              <a:avLst/>
            </a:pr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15" name="사각형: 둥근 모서리 34">
              <a:extLst>
                <a:ext uri="{FF2B5EF4-FFF2-40B4-BE49-F238E27FC236}">
                  <a16:creationId xmlns:a16="http://schemas.microsoft.com/office/drawing/2014/main" id="{DAEE3283-E646-D165-09D4-A4EBC9383BD5}"/>
                </a:ext>
              </a:extLst>
            </p:cNvPr>
            <p:cNvSpPr/>
            <p:nvPr userDrawn="1"/>
          </p:nvSpPr>
          <p:spPr>
            <a:xfrm rot="923841">
              <a:off x="9359767" y="144498"/>
              <a:ext cx="372850" cy="1492452"/>
            </a:xfrm>
            <a:custGeom>
              <a:avLst/>
              <a:gdLst>
                <a:gd name="connsiteX0" fmla="*/ 0 w 469949"/>
                <a:gd name="connsiteY0" fmla="*/ 78326 h 2189184"/>
                <a:gd name="connsiteX1" fmla="*/ 78326 w 469949"/>
                <a:gd name="connsiteY1" fmla="*/ 0 h 2189184"/>
                <a:gd name="connsiteX2" fmla="*/ 391623 w 469949"/>
                <a:gd name="connsiteY2" fmla="*/ 0 h 2189184"/>
                <a:gd name="connsiteX3" fmla="*/ 469949 w 469949"/>
                <a:gd name="connsiteY3" fmla="*/ 78326 h 2189184"/>
                <a:gd name="connsiteX4" fmla="*/ 469949 w 469949"/>
                <a:gd name="connsiteY4" fmla="*/ 2110858 h 2189184"/>
                <a:gd name="connsiteX5" fmla="*/ 391623 w 469949"/>
                <a:gd name="connsiteY5" fmla="*/ 2189184 h 2189184"/>
                <a:gd name="connsiteX6" fmla="*/ 78326 w 469949"/>
                <a:gd name="connsiteY6" fmla="*/ 2189184 h 2189184"/>
                <a:gd name="connsiteX7" fmla="*/ 0 w 469949"/>
                <a:gd name="connsiteY7" fmla="*/ 2110858 h 2189184"/>
                <a:gd name="connsiteX8" fmla="*/ 0 w 469949"/>
                <a:gd name="connsiteY8" fmla="*/ 78326 h 2189184"/>
                <a:gd name="connsiteX0" fmla="*/ 0 w 470074"/>
                <a:gd name="connsiteY0" fmla="*/ 168229 h 2279087"/>
                <a:gd name="connsiteX1" fmla="*/ 78326 w 470074"/>
                <a:gd name="connsiteY1" fmla="*/ 89903 h 2279087"/>
                <a:gd name="connsiteX2" fmla="*/ 431082 w 470074"/>
                <a:gd name="connsiteY2" fmla="*/ 0 h 2279087"/>
                <a:gd name="connsiteX3" fmla="*/ 469949 w 470074"/>
                <a:gd name="connsiteY3" fmla="*/ 168229 h 2279087"/>
                <a:gd name="connsiteX4" fmla="*/ 469949 w 470074"/>
                <a:gd name="connsiteY4" fmla="*/ 2200761 h 2279087"/>
                <a:gd name="connsiteX5" fmla="*/ 391623 w 470074"/>
                <a:gd name="connsiteY5" fmla="*/ 2279087 h 2279087"/>
                <a:gd name="connsiteX6" fmla="*/ 78326 w 470074"/>
                <a:gd name="connsiteY6" fmla="*/ 2279087 h 2279087"/>
                <a:gd name="connsiteX7" fmla="*/ 0 w 470074"/>
                <a:gd name="connsiteY7" fmla="*/ 2200761 h 2279087"/>
                <a:gd name="connsiteX8" fmla="*/ 0 w 470074"/>
                <a:gd name="connsiteY8" fmla="*/ 168229 h 2279087"/>
                <a:gd name="connsiteX0" fmla="*/ 0 w 473939"/>
                <a:gd name="connsiteY0" fmla="*/ 152392 h 2263250"/>
                <a:gd name="connsiteX1" fmla="*/ 78326 w 473939"/>
                <a:gd name="connsiteY1" fmla="*/ 74066 h 2263250"/>
                <a:gd name="connsiteX2" fmla="*/ 445323 w 473939"/>
                <a:gd name="connsiteY2" fmla="*/ 0 h 2263250"/>
                <a:gd name="connsiteX3" fmla="*/ 469949 w 473939"/>
                <a:gd name="connsiteY3" fmla="*/ 152392 h 2263250"/>
                <a:gd name="connsiteX4" fmla="*/ 469949 w 473939"/>
                <a:gd name="connsiteY4" fmla="*/ 2184924 h 2263250"/>
                <a:gd name="connsiteX5" fmla="*/ 391623 w 473939"/>
                <a:gd name="connsiteY5" fmla="*/ 2263250 h 2263250"/>
                <a:gd name="connsiteX6" fmla="*/ 78326 w 473939"/>
                <a:gd name="connsiteY6" fmla="*/ 2263250 h 2263250"/>
                <a:gd name="connsiteX7" fmla="*/ 0 w 473939"/>
                <a:gd name="connsiteY7" fmla="*/ 2184924 h 2263250"/>
                <a:gd name="connsiteX8" fmla="*/ 0 w 473939"/>
                <a:gd name="connsiteY8" fmla="*/ 152392 h 2263250"/>
                <a:gd name="connsiteX0" fmla="*/ 0 w 479858"/>
                <a:gd name="connsiteY0" fmla="*/ 175184 h 2286042"/>
                <a:gd name="connsiteX1" fmla="*/ 78326 w 479858"/>
                <a:gd name="connsiteY1" fmla="*/ 96858 h 2286042"/>
                <a:gd name="connsiteX2" fmla="*/ 456335 w 479858"/>
                <a:gd name="connsiteY2" fmla="*/ 0 h 2286042"/>
                <a:gd name="connsiteX3" fmla="*/ 469949 w 479858"/>
                <a:gd name="connsiteY3" fmla="*/ 175184 h 2286042"/>
                <a:gd name="connsiteX4" fmla="*/ 469949 w 479858"/>
                <a:gd name="connsiteY4" fmla="*/ 2207716 h 2286042"/>
                <a:gd name="connsiteX5" fmla="*/ 391623 w 479858"/>
                <a:gd name="connsiteY5" fmla="*/ 2286042 h 2286042"/>
                <a:gd name="connsiteX6" fmla="*/ 78326 w 479858"/>
                <a:gd name="connsiteY6" fmla="*/ 2286042 h 2286042"/>
                <a:gd name="connsiteX7" fmla="*/ 0 w 479858"/>
                <a:gd name="connsiteY7" fmla="*/ 2207716 h 2286042"/>
                <a:gd name="connsiteX8" fmla="*/ 0 w 479858"/>
                <a:gd name="connsiteY8" fmla="*/ 175184 h 2286042"/>
                <a:gd name="connsiteX0" fmla="*/ 0 w 479858"/>
                <a:gd name="connsiteY0" fmla="*/ 175184 h 2286042"/>
                <a:gd name="connsiteX1" fmla="*/ 78326 w 479858"/>
                <a:gd name="connsiteY1" fmla="*/ 96858 h 2286042"/>
                <a:gd name="connsiteX2" fmla="*/ 456335 w 479858"/>
                <a:gd name="connsiteY2" fmla="*/ 0 h 2286042"/>
                <a:gd name="connsiteX3" fmla="*/ 469949 w 479858"/>
                <a:gd name="connsiteY3" fmla="*/ 175184 h 2286042"/>
                <a:gd name="connsiteX4" fmla="*/ 469949 w 479858"/>
                <a:gd name="connsiteY4" fmla="*/ 2207716 h 2286042"/>
                <a:gd name="connsiteX5" fmla="*/ 391623 w 479858"/>
                <a:gd name="connsiteY5" fmla="*/ 2286042 h 2286042"/>
                <a:gd name="connsiteX6" fmla="*/ 78326 w 479858"/>
                <a:gd name="connsiteY6" fmla="*/ 2286042 h 2286042"/>
                <a:gd name="connsiteX7" fmla="*/ 0 w 479858"/>
                <a:gd name="connsiteY7" fmla="*/ 2207716 h 2286042"/>
                <a:gd name="connsiteX8" fmla="*/ 0 w 479858"/>
                <a:gd name="connsiteY8" fmla="*/ 175184 h 22860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9858" h="2286042">
                  <a:moveTo>
                    <a:pt x="0" y="175184"/>
                  </a:moveTo>
                  <a:cubicBezTo>
                    <a:pt x="0" y="131926"/>
                    <a:pt x="35068" y="96858"/>
                    <a:pt x="78326" y="96858"/>
                  </a:cubicBezTo>
                  <a:cubicBezTo>
                    <a:pt x="394302" y="4021"/>
                    <a:pt x="351903" y="0"/>
                    <a:pt x="456335" y="0"/>
                  </a:cubicBezTo>
                  <a:cubicBezTo>
                    <a:pt x="499593" y="0"/>
                    <a:pt x="469949" y="131926"/>
                    <a:pt x="469949" y="175184"/>
                  </a:cubicBezTo>
                  <a:lnTo>
                    <a:pt x="469949" y="2207716"/>
                  </a:lnTo>
                  <a:cubicBezTo>
                    <a:pt x="469949" y="2250974"/>
                    <a:pt x="434881" y="2286042"/>
                    <a:pt x="391623" y="2286042"/>
                  </a:cubicBezTo>
                  <a:lnTo>
                    <a:pt x="78326" y="2286042"/>
                  </a:lnTo>
                  <a:cubicBezTo>
                    <a:pt x="35068" y="2286042"/>
                    <a:pt x="0" y="2250974"/>
                    <a:pt x="0" y="2207716"/>
                  </a:cubicBezTo>
                  <a:lnTo>
                    <a:pt x="0" y="175184"/>
                  </a:lnTo>
                  <a:close/>
                </a:path>
              </a:pathLst>
            </a:cu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16" name="사각형: 둥근 모서리 15">
              <a:extLst>
                <a:ext uri="{FF2B5EF4-FFF2-40B4-BE49-F238E27FC236}">
                  <a16:creationId xmlns:a16="http://schemas.microsoft.com/office/drawing/2014/main" id="{FA0B60E4-48DD-E363-AC71-B8FE6390DD39}"/>
                </a:ext>
              </a:extLst>
            </p:cNvPr>
            <p:cNvSpPr/>
            <p:nvPr userDrawn="1"/>
          </p:nvSpPr>
          <p:spPr>
            <a:xfrm>
              <a:off x="9539301" y="186675"/>
              <a:ext cx="408152" cy="183858"/>
            </a:xfrm>
            <a:prstGeom prst="roundRect">
              <a:avLst>
                <a:gd name="adj" fmla="val 23143"/>
              </a:avLst>
            </a:pr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17" name="사각형: 둥근 모서리 16">
              <a:extLst>
                <a:ext uri="{FF2B5EF4-FFF2-40B4-BE49-F238E27FC236}">
                  <a16:creationId xmlns:a16="http://schemas.microsoft.com/office/drawing/2014/main" id="{2DBD4F83-0783-F1C4-F273-6EE7BA9AA761}"/>
                </a:ext>
              </a:extLst>
            </p:cNvPr>
            <p:cNvSpPr/>
            <p:nvPr userDrawn="1"/>
          </p:nvSpPr>
          <p:spPr>
            <a:xfrm flipH="1">
              <a:off x="9958325" y="1568154"/>
              <a:ext cx="358839" cy="107393"/>
            </a:xfrm>
            <a:prstGeom prst="roundRect">
              <a:avLst>
                <a:gd name="adj" fmla="val 43099"/>
              </a:avLst>
            </a:pr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18" name="사각형: 둥근 모서리 17">
              <a:extLst>
                <a:ext uri="{FF2B5EF4-FFF2-40B4-BE49-F238E27FC236}">
                  <a16:creationId xmlns:a16="http://schemas.microsoft.com/office/drawing/2014/main" id="{A22CD0BC-B38F-EAB9-1662-E8974A393956}"/>
                </a:ext>
              </a:extLst>
            </p:cNvPr>
            <p:cNvSpPr/>
            <p:nvPr userDrawn="1"/>
          </p:nvSpPr>
          <p:spPr>
            <a:xfrm rot="4506704" flipH="1">
              <a:off x="9985282" y="1378492"/>
              <a:ext cx="464231" cy="107393"/>
            </a:xfrm>
            <a:prstGeom prst="roundRect">
              <a:avLst>
                <a:gd name="adj" fmla="val 50000"/>
              </a:avLst>
            </a:pr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19" name="사각형: 둥근 모서리 18">
              <a:extLst>
                <a:ext uri="{FF2B5EF4-FFF2-40B4-BE49-F238E27FC236}">
                  <a16:creationId xmlns:a16="http://schemas.microsoft.com/office/drawing/2014/main" id="{4A5B8AFF-1462-C09E-526A-01C1EF6A27BF}"/>
                </a:ext>
              </a:extLst>
            </p:cNvPr>
            <p:cNvSpPr/>
            <p:nvPr userDrawn="1"/>
          </p:nvSpPr>
          <p:spPr>
            <a:xfrm rot="17142116">
              <a:off x="9285907" y="1386473"/>
              <a:ext cx="447973" cy="107393"/>
            </a:xfrm>
            <a:prstGeom prst="roundRect">
              <a:avLst>
                <a:gd name="adj" fmla="val 49751"/>
              </a:avLst>
            </a:pr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0" name="사각형: 둥근 모서리 19">
              <a:extLst>
                <a:ext uri="{FF2B5EF4-FFF2-40B4-BE49-F238E27FC236}">
                  <a16:creationId xmlns:a16="http://schemas.microsoft.com/office/drawing/2014/main" id="{1E327536-D68A-677A-9C59-B2F87215F482}"/>
                </a:ext>
              </a:extLst>
            </p:cNvPr>
            <p:cNvSpPr/>
            <p:nvPr userDrawn="1"/>
          </p:nvSpPr>
          <p:spPr>
            <a:xfrm>
              <a:off x="8225540" y="182176"/>
              <a:ext cx="976417" cy="355633"/>
            </a:xfrm>
            <a:prstGeom prst="roundRect">
              <a:avLst/>
            </a:pr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1" name="사각형: 둥근 모서리 20">
              <a:extLst>
                <a:ext uri="{FF2B5EF4-FFF2-40B4-BE49-F238E27FC236}">
                  <a16:creationId xmlns:a16="http://schemas.microsoft.com/office/drawing/2014/main" id="{4437FD44-BC56-6D38-BDF7-4B95F0F58D41}"/>
                </a:ext>
              </a:extLst>
            </p:cNvPr>
            <p:cNvSpPr/>
            <p:nvPr userDrawn="1"/>
          </p:nvSpPr>
          <p:spPr>
            <a:xfrm>
              <a:off x="8225541" y="1310440"/>
              <a:ext cx="1287590" cy="355633"/>
            </a:xfrm>
            <a:prstGeom prst="roundRect">
              <a:avLst/>
            </a:pr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2" name="사각형: 둥근 모서리 21">
              <a:extLst>
                <a:ext uri="{FF2B5EF4-FFF2-40B4-BE49-F238E27FC236}">
                  <a16:creationId xmlns:a16="http://schemas.microsoft.com/office/drawing/2014/main" id="{901FAF00-B3B6-32CC-742D-42EABD4FD45C}"/>
                </a:ext>
              </a:extLst>
            </p:cNvPr>
            <p:cNvSpPr/>
            <p:nvPr userDrawn="1"/>
          </p:nvSpPr>
          <p:spPr>
            <a:xfrm>
              <a:off x="8210345" y="186675"/>
              <a:ext cx="360000" cy="1473398"/>
            </a:xfrm>
            <a:prstGeom prst="roundRect">
              <a:avLst/>
            </a:pr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3" name="사각형: 둥근 모서리 48">
              <a:extLst>
                <a:ext uri="{FF2B5EF4-FFF2-40B4-BE49-F238E27FC236}">
                  <a16:creationId xmlns:a16="http://schemas.microsoft.com/office/drawing/2014/main" id="{8FC12012-F3C1-1E96-C679-68B7DA64D4C2}"/>
                </a:ext>
              </a:extLst>
            </p:cNvPr>
            <p:cNvSpPr/>
            <p:nvPr userDrawn="1"/>
          </p:nvSpPr>
          <p:spPr>
            <a:xfrm rot="20700000">
              <a:off x="9757285" y="116467"/>
              <a:ext cx="365971" cy="1546595"/>
            </a:xfrm>
            <a:custGeom>
              <a:avLst/>
              <a:gdLst>
                <a:gd name="connsiteX0" fmla="*/ 0 w 469949"/>
                <a:gd name="connsiteY0" fmla="*/ 78326 h 2189184"/>
                <a:gd name="connsiteX1" fmla="*/ 78326 w 469949"/>
                <a:gd name="connsiteY1" fmla="*/ 0 h 2189184"/>
                <a:gd name="connsiteX2" fmla="*/ 391623 w 469949"/>
                <a:gd name="connsiteY2" fmla="*/ 0 h 2189184"/>
                <a:gd name="connsiteX3" fmla="*/ 469949 w 469949"/>
                <a:gd name="connsiteY3" fmla="*/ 78326 h 2189184"/>
                <a:gd name="connsiteX4" fmla="*/ 469949 w 469949"/>
                <a:gd name="connsiteY4" fmla="*/ 2110858 h 2189184"/>
                <a:gd name="connsiteX5" fmla="*/ 391623 w 469949"/>
                <a:gd name="connsiteY5" fmla="*/ 2189184 h 2189184"/>
                <a:gd name="connsiteX6" fmla="*/ 78326 w 469949"/>
                <a:gd name="connsiteY6" fmla="*/ 2189184 h 2189184"/>
                <a:gd name="connsiteX7" fmla="*/ 0 w 469949"/>
                <a:gd name="connsiteY7" fmla="*/ 2110858 h 2189184"/>
                <a:gd name="connsiteX8" fmla="*/ 0 w 469949"/>
                <a:gd name="connsiteY8" fmla="*/ 78326 h 218918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401214 w 479540"/>
                <a:gd name="connsiteY2" fmla="*/ 64040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401214 w 479540"/>
                <a:gd name="connsiteY2" fmla="*/ 64040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4 w 469953"/>
                <a:gd name="connsiteY0" fmla="*/ 154603 h 2265461"/>
                <a:gd name="connsiteX1" fmla="*/ 42068 w 469953"/>
                <a:gd name="connsiteY1" fmla="*/ 0 h 2265461"/>
                <a:gd name="connsiteX2" fmla="*/ 330427 w 469953"/>
                <a:gd name="connsiteY2" fmla="*/ 74670 h 2265461"/>
                <a:gd name="connsiteX3" fmla="*/ 469953 w 469953"/>
                <a:gd name="connsiteY3" fmla="*/ 154603 h 2265461"/>
                <a:gd name="connsiteX4" fmla="*/ 469953 w 469953"/>
                <a:gd name="connsiteY4" fmla="*/ 2187135 h 2265461"/>
                <a:gd name="connsiteX5" fmla="*/ 391627 w 469953"/>
                <a:gd name="connsiteY5" fmla="*/ 2265461 h 2265461"/>
                <a:gd name="connsiteX6" fmla="*/ 78330 w 469953"/>
                <a:gd name="connsiteY6" fmla="*/ 2265461 h 2265461"/>
                <a:gd name="connsiteX7" fmla="*/ 4 w 469953"/>
                <a:gd name="connsiteY7" fmla="*/ 2187135 h 2265461"/>
                <a:gd name="connsiteX8" fmla="*/ 4 w 469953"/>
                <a:gd name="connsiteY8" fmla="*/ 154603 h 2265461"/>
                <a:gd name="connsiteX0" fmla="*/ 4 w 469953"/>
                <a:gd name="connsiteY0" fmla="*/ 154603 h 2265461"/>
                <a:gd name="connsiteX1" fmla="*/ 42068 w 469953"/>
                <a:gd name="connsiteY1" fmla="*/ 0 h 2265461"/>
                <a:gd name="connsiteX2" fmla="*/ 330427 w 469953"/>
                <a:gd name="connsiteY2" fmla="*/ 74670 h 2265461"/>
                <a:gd name="connsiteX3" fmla="*/ 469953 w 469953"/>
                <a:gd name="connsiteY3" fmla="*/ 154603 h 2265461"/>
                <a:gd name="connsiteX4" fmla="*/ 469953 w 469953"/>
                <a:gd name="connsiteY4" fmla="*/ 2187135 h 2265461"/>
                <a:gd name="connsiteX5" fmla="*/ 391627 w 469953"/>
                <a:gd name="connsiteY5" fmla="*/ 2265461 h 2265461"/>
                <a:gd name="connsiteX6" fmla="*/ 78330 w 469953"/>
                <a:gd name="connsiteY6" fmla="*/ 2265461 h 2265461"/>
                <a:gd name="connsiteX7" fmla="*/ 4 w 469953"/>
                <a:gd name="connsiteY7" fmla="*/ 2187135 h 2265461"/>
                <a:gd name="connsiteX8" fmla="*/ 4 w 469953"/>
                <a:gd name="connsiteY8" fmla="*/ 154603 h 2265461"/>
                <a:gd name="connsiteX0" fmla="*/ 7203 w 477152"/>
                <a:gd name="connsiteY0" fmla="*/ 202492 h 2313350"/>
                <a:gd name="connsiteX1" fmla="*/ 25429 w 477152"/>
                <a:gd name="connsiteY1" fmla="*/ 0 h 2313350"/>
                <a:gd name="connsiteX2" fmla="*/ 337626 w 477152"/>
                <a:gd name="connsiteY2" fmla="*/ 122559 h 2313350"/>
                <a:gd name="connsiteX3" fmla="*/ 477152 w 477152"/>
                <a:gd name="connsiteY3" fmla="*/ 202492 h 2313350"/>
                <a:gd name="connsiteX4" fmla="*/ 477152 w 477152"/>
                <a:gd name="connsiteY4" fmla="*/ 2235024 h 2313350"/>
                <a:gd name="connsiteX5" fmla="*/ 398826 w 477152"/>
                <a:gd name="connsiteY5" fmla="*/ 2313350 h 2313350"/>
                <a:gd name="connsiteX6" fmla="*/ 85529 w 477152"/>
                <a:gd name="connsiteY6" fmla="*/ 2313350 h 2313350"/>
                <a:gd name="connsiteX7" fmla="*/ 7203 w 477152"/>
                <a:gd name="connsiteY7" fmla="*/ 2235024 h 2313350"/>
                <a:gd name="connsiteX8" fmla="*/ 7203 w 477152"/>
                <a:gd name="connsiteY8" fmla="*/ 202492 h 2313350"/>
                <a:gd name="connsiteX0" fmla="*/ 7204 w 477153"/>
                <a:gd name="connsiteY0" fmla="*/ 202492 h 2313350"/>
                <a:gd name="connsiteX1" fmla="*/ 25430 w 477153"/>
                <a:gd name="connsiteY1" fmla="*/ 0 h 2313350"/>
                <a:gd name="connsiteX2" fmla="*/ 341592 w 477153"/>
                <a:gd name="connsiteY2" fmla="*/ 105392 h 2313350"/>
                <a:gd name="connsiteX3" fmla="*/ 477153 w 477153"/>
                <a:gd name="connsiteY3" fmla="*/ 202492 h 2313350"/>
                <a:gd name="connsiteX4" fmla="*/ 477153 w 477153"/>
                <a:gd name="connsiteY4" fmla="*/ 2235024 h 2313350"/>
                <a:gd name="connsiteX5" fmla="*/ 398827 w 477153"/>
                <a:gd name="connsiteY5" fmla="*/ 2313350 h 2313350"/>
                <a:gd name="connsiteX6" fmla="*/ 85530 w 477153"/>
                <a:gd name="connsiteY6" fmla="*/ 2313350 h 2313350"/>
                <a:gd name="connsiteX7" fmla="*/ 7204 w 477153"/>
                <a:gd name="connsiteY7" fmla="*/ 2235024 h 2313350"/>
                <a:gd name="connsiteX8" fmla="*/ 7204 w 477153"/>
                <a:gd name="connsiteY8" fmla="*/ 202492 h 2313350"/>
                <a:gd name="connsiteX0" fmla="*/ 7204 w 477153"/>
                <a:gd name="connsiteY0" fmla="*/ 202492 h 2313350"/>
                <a:gd name="connsiteX1" fmla="*/ 25430 w 477153"/>
                <a:gd name="connsiteY1" fmla="*/ 0 h 2313350"/>
                <a:gd name="connsiteX2" fmla="*/ 341592 w 477153"/>
                <a:gd name="connsiteY2" fmla="*/ 105392 h 2313350"/>
                <a:gd name="connsiteX3" fmla="*/ 477153 w 477153"/>
                <a:gd name="connsiteY3" fmla="*/ 202492 h 2313350"/>
                <a:gd name="connsiteX4" fmla="*/ 477153 w 477153"/>
                <a:gd name="connsiteY4" fmla="*/ 2235024 h 2313350"/>
                <a:gd name="connsiteX5" fmla="*/ 398827 w 477153"/>
                <a:gd name="connsiteY5" fmla="*/ 2313350 h 2313350"/>
                <a:gd name="connsiteX6" fmla="*/ 85530 w 477153"/>
                <a:gd name="connsiteY6" fmla="*/ 2313350 h 2313350"/>
                <a:gd name="connsiteX7" fmla="*/ 7204 w 477153"/>
                <a:gd name="connsiteY7" fmla="*/ 2235024 h 2313350"/>
                <a:gd name="connsiteX8" fmla="*/ 7204 w 477153"/>
                <a:gd name="connsiteY8" fmla="*/ 202492 h 2313350"/>
                <a:gd name="connsiteX0" fmla="*/ -1 w 469948"/>
                <a:gd name="connsiteY0" fmla="*/ 174286 h 2285144"/>
                <a:gd name="connsiteX1" fmla="*/ 49782 w 469948"/>
                <a:gd name="connsiteY1" fmla="*/ 1 h 2285144"/>
                <a:gd name="connsiteX2" fmla="*/ 334387 w 469948"/>
                <a:gd name="connsiteY2" fmla="*/ 77186 h 2285144"/>
                <a:gd name="connsiteX3" fmla="*/ 469948 w 469948"/>
                <a:gd name="connsiteY3" fmla="*/ 174286 h 2285144"/>
                <a:gd name="connsiteX4" fmla="*/ 469948 w 469948"/>
                <a:gd name="connsiteY4" fmla="*/ 2206818 h 2285144"/>
                <a:gd name="connsiteX5" fmla="*/ 391622 w 469948"/>
                <a:gd name="connsiteY5" fmla="*/ 2285144 h 2285144"/>
                <a:gd name="connsiteX6" fmla="*/ 78325 w 469948"/>
                <a:gd name="connsiteY6" fmla="*/ 2285144 h 2285144"/>
                <a:gd name="connsiteX7" fmla="*/ -1 w 469948"/>
                <a:gd name="connsiteY7" fmla="*/ 2206818 h 2285144"/>
                <a:gd name="connsiteX8" fmla="*/ -1 w 469948"/>
                <a:gd name="connsiteY8" fmla="*/ 174286 h 2285144"/>
                <a:gd name="connsiteX0" fmla="*/ 0 w 469949"/>
                <a:gd name="connsiteY0" fmla="*/ 174285 h 2285143"/>
                <a:gd name="connsiteX1" fmla="*/ 49783 w 469949"/>
                <a:gd name="connsiteY1" fmla="*/ 0 h 2285143"/>
                <a:gd name="connsiteX2" fmla="*/ 334388 w 469949"/>
                <a:gd name="connsiteY2" fmla="*/ 77185 h 2285143"/>
                <a:gd name="connsiteX3" fmla="*/ 469949 w 469949"/>
                <a:gd name="connsiteY3" fmla="*/ 174285 h 2285143"/>
                <a:gd name="connsiteX4" fmla="*/ 469949 w 469949"/>
                <a:gd name="connsiteY4" fmla="*/ 2206817 h 2285143"/>
                <a:gd name="connsiteX5" fmla="*/ 391623 w 469949"/>
                <a:gd name="connsiteY5" fmla="*/ 2285143 h 2285143"/>
                <a:gd name="connsiteX6" fmla="*/ 78326 w 469949"/>
                <a:gd name="connsiteY6" fmla="*/ 2285143 h 2285143"/>
                <a:gd name="connsiteX7" fmla="*/ 0 w 469949"/>
                <a:gd name="connsiteY7" fmla="*/ 2206817 h 2285143"/>
                <a:gd name="connsiteX8" fmla="*/ 0 w 469949"/>
                <a:gd name="connsiteY8" fmla="*/ 174285 h 2285143"/>
                <a:gd name="connsiteX0" fmla="*/ 1054 w 471003"/>
                <a:gd name="connsiteY0" fmla="*/ 197892 h 2308750"/>
                <a:gd name="connsiteX1" fmla="*/ 34082 w 471003"/>
                <a:gd name="connsiteY1" fmla="*/ 0 h 2308750"/>
                <a:gd name="connsiteX2" fmla="*/ 335442 w 471003"/>
                <a:gd name="connsiteY2" fmla="*/ 100792 h 2308750"/>
                <a:gd name="connsiteX3" fmla="*/ 471003 w 471003"/>
                <a:gd name="connsiteY3" fmla="*/ 197892 h 2308750"/>
                <a:gd name="connsiteX4" fmla="*/ 471003 w 471003"/>
                <a:gd name="connsiteY4" fmla="*/ 2230424 h 2308750"/>
                <a:gd name="connsiteX5" fmla="*/ 392677 w 471003"/>
                <a:gd name="connsiteY5" fmla="*/ 2308750 h 2308750"/>
                <a:gd name="connsiteX6" fmla="*/ 79380 w 471003"/>
                <a:gd name="connsiteY6" fmla="*/ 2308750 h 2308750"/>
                <a:gd name="connsiteX7" fmla="*/ 1054 w 471003"/>
                <a:gd name="connsiteY7" fmla="*/ 2230424 h 2308750"/>
                <a:gd name="connsiteX8" fmla="*/ 1054 w 471003"/>
                <a:gd name="connsiteY8" fmla="*/ 197892 h 2308750"/>
                <a:gd name="connsiteX0" fmla="*/ 1054 w 471003"/>
                <a:gd name="connsiteY0" fmla="*/ 197892 h 2308750"/>
                <a:gd name="connsiteX1" fmla="*/ 34082 w 471003"/>
                <a:gd name="connsiteY1" fmla="*/ 0 h 2308750"/>
                <a:gd name="connsiteX2" fmla="*/ 334861 w 471003"/>
                <a:gd name="connsiteY2" fmla="*/ 89571 h 2308750"/>
                <a:gd name="connsiteX3" fmla="*/ 471003 w 471003"/>
                <a:gd name="connsiteY3" fmla="*/ 197892 h 2308750"/>
                <a:gd name="connsiteX4" fmla="*/ 471003 w 471003"/>
                <a:gd name="connsiteY4" fmla="*/ 2230424 h 2308750"/>
                <a:gd name="connsiteX5" fmla="*/ 392677 w 471003"/>
                <a:gd name="connsiteY5" fmla="*/ 2308750 h 2308750"/>
                <a:gd name="connsiteX6" fmla="*/ 79380 w 471003"/>
                <a:gd name="connsiteY6" fmla="*/ 2308750 h 2308750"/>
                <a:gd name="connsiteX7" fmla="*/ 1054 w 471003"/>
                <a:gd name="connsiteY7" fmla="*/ 2230424 h 2308750"/>
                <a:gd name="connsiteX8" fmla="*/ 1054 w 471003"/>
                <a:gd name="connsiteY8" fmla="*/ 197892 h 2308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1003" h="2308750">
                  <a:moveTo>
                    <a:pt x="1054" y="197892"/>
                  </a:moveTo>
                  <a:cubicBezTo>
                    <a:pt x="1054" y="154634"/>
                    <a:pt x="-9176" y="0"/>
                    <a:pt x="34082" y="0"/>
                  </a:cubicBezTo>
                  <a:cubicBezTo>
                    <a:pt x="252569" y="55222"/>
                    <a:pt x="180322" y="46561"/>
                    <a:pt x="334861" y="89571"/>
                  </a:cubicBezTo>
                  <a:cubicBezTo>
                    <a:pt x="454403" y="123843"/>
                    <a:pt x="471003" y="154634"/>
                    <a:pt x="471003" y="197892"/>
                  </a:cubicBezTo>
                  <a:lnTo>
                    <a:pt x="471003" y="2230424"/>
                  </a:lnTo>
                  <a:cubicBezTo>
                    <a:pt x="471003" y="2273682"/>
                    <a:pt x="435935" y="2308750"/>
                    <a:pt x="392677" y="2308750"/>
                  </a:cubicBezTo>
                  <a:lnTo>
                    <a:pt x="79380" y="2308750"/>
                  </a:lnTo>
                  <a:cubicBezTo>
                    <a:pt x="36122" y="2308750"/>
                    <a:pt x="1054" y="2273682"/>
                    <a:pt x="1054" y="2230424"/>
                  </a:cubicBezTo>
                  <a:lnTo>
                    <a:pt x="1054" y="197892"/>
                  </a:lnTo>
                  <a:close/>
                </a:path>
              </a:pathLst>
            </a:cu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4" name="사각형: 둥근 모서리 23">
              <a:extLst>
                <a:ext uri="{FF2B5EF4-FFF2-40B4-BE49-F238E27FC236}">
                  <a16:creationId xmlns:a16="http://schemas.microsoft.com/office/drawing/2014/main" id="{E85CAABF-CB4B-2B7D-A895-75F478F9E0A3}"/>
                </a:ext>
              </a:extLst>
            </p:cNvPr>
            <p:cNvSpPr/>
            <p:nvPr userDrawn="1"/>
          </p:nvSpPr>
          <p:spPr>
            <a:xfrm rot="4506704" flipH="1">
              <a:off x="9456291" y="360823"/>
              <a:ext cx="464231" cy="107393"/>
            </a:xfrm>
            <a:prstGeom prst="roundRect">
              <a:avLst>
                <a:gd name="adj" fmla="val 32586"/>
              </a:avLst>
            </a:pr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5" name="사각형: 둥근 모서리 24">
              <a:extLst>
                <a:ext uri="{FF2B5EF4-FFF2-40B4-BE49-F238E27FC236}">
                  <a16:creationId xmlns:a16="http://schemas.microsoft.com/office/drawing/2014/main" id="{977AD124-2D48-82D1-BF1E-379401F23CBF}"/>
                </a:ext>
              </a:extLst>
            </p:cNvPr>
            <p:cNvSpPr/>
            <p:nvPr userDrawn="1"/>
          </p:nvSpPr>
          <p:spPr>
            <a:xfrm flipH="1">
              <a:off x="9586770" y="180267"/>
              <a:ext cx="351774" cy="60140"/>
            </a:xfrm>
            <a:prstGeom prst="roundRect">
              <a:avLst>
                <a:gd name="adj" fmla="val 32586"/>
              </a:avLst>
            </a:pr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6" name="사각형: 둥근 모서리 25">
              <a:extLst>
                <a:ext uri="{FF2B5EF4-FFF2-40B4-BE49-F238E27FC236}">
                  <a16:creationId xmlns:a16="http://schemas.microsoft.com/office/drawing/2014/main" id="{935C0909-CA27-0C56-8530-67186FB3D7CC}"/>
                </a:ext>
              </a:extLst>
            </p:cNvPr>
            <p:cNvSpPr/>
            <p:nvPr userDrawn="1"/>
          </p:nvSpPr>
          <p:spPr>
            <a:xfrm>
              <a:off x="6347129" y="186675"/>
              <a:ext cx="408152" cy="183858"/>
            </a:xfrm>
            <a:prstGeom prst="roundRect">
              <a:avLst>
                <a:gd name="adj" fmla="val 23143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7" name="사각형: 둥근 모서리 26">
              <a:extLst>
                <a:ext uri="{FF2B5EF4-FFF2-40B4-BE49-F238E27FC236}">
                  <a16:creationId xmlns:a16="http://schemas.microsoft.com/office/drawing/2014/main" id="{E9BDEEAD-DED1-28AC-8118-7CB4F7F9A7B3}"/>
                </a:ext>
              </a:extLst>
            </p:cNvPr>
            <p:cNvSpPr/>
            <p:nvPr userDrawn="1"/>
          </p:nvSpPr>
          <p:spPr>
            <a:xfrm flipH="1">
              <a:off x="6766153" y="1568154"/>
              <a:ext cx="358839" cy="107393"/>
            </a:xfrm>
            <a:prstGeom prst="roundRect">
              <a:avLst>
                <a:gd name="adj" fmla="val 43099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8" name="사각형: 둥근 모서리 27">
              <a:extLst>
                <a:ext uri="{FF2B5EF4-FFF2-40B4-BE49-F238E27FC236}">
                  <a16:creationId xmlns:a16="http://schemas.microsoft.com/office/drawing/2014/main" id="{A120A2F1-9E2F-DE3C-9C0D-767223CCDCC3}"/>
                </a:ext>
              </a:extLst>
            </p:cNvPr>
            <p:cNvSpPr/>
            <p:nvPr userDrawn="1"/>
          </p:nvSpPr>
          <p:spPr>
            <a:xfrm rot="4506704" flipH="1">
              <a:off x="6793110" y="1378492"/>
              <a:ext cx="464231" cy="107393"/>
            </a:xfrm>
            <a:prstGeom prst="roundRect">
              <a:avLst>
                <a:gd name="adj" fmla="val 50000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9" name="사각형: 둥근 모서리 48">
              <a:extLst>
                <a:ext uri="{FF2B5EF4-FFF2-40B4-BE49-F238E27FC236}">
                  <a16:creationId xmlns:a16="http://schemas.microsoft.com/office/drawing/2014/main" id="{9C708ECA-1A72-51DA-2BCE-82E60DF885CF}"/>
                </a:ext>
              </a:extLst>
            </p:cNvPr>
            <p:cNvSpPr/>
            <p:nvPr userDrawn="1"/>
          </p:nvSpPr>
          <p:spPr>
            <a:xfrm rot="20700000">
              <a:off x="6565113" y="116467"/>
              <a:ext cx="365971" cy="1546595"/>
            </a:xfrm>
            <a:custGeom>
              <a:avLst/>
              <a:gdLst>
                <a:gd name="connsiteX0" fmla="*/ 0 w 469949"/>
                <a:gd name="connsiteY0" fmla="*/ 78326 h 2189184"/>
                <a:gd name="connsiteX1" fmla="*/ 78326 w 469949"/>
                <a:gd name="connsiteY1" fmla="*/ 0 h 2189184"/>
                <a:gd name="connsiteX2" fmla="*/ 391623 w 469949"/>
                <a:gd name="connsiteY2" fmla="*/ 0 h 2189184"/>
                <a:gd name="connsiteX3" fmla="*/ 469949 w 469949"/>
                <a:gd name="connsiteY3" fmla="*/ 78326 h 2189184"/>
                <a:gd name="connsiteX4" fmla="*/ 469949 w 469949"/>
                <a:gd name="connsiteY4" fmla="*/ 2110858 h 2189184"/>
                <a:gd name="connsiteX5" fmla="*/ 391623 w 469949"/>
                <a:gd name="connsiteY5" fmla="*/ 2189184 h 2189184"/>
                <a:gd name="connsiteX6" fmla="*/ 78326 w 469949"/>
                <a:gd name="connsiteY6" fmla="*/ 2189184 h 2189184"/>
                <a:gd name="connsiteX7" fmla="*/ 0 w 469949"/>
                <a:gd name="connsiteY7" fmla="*/ 2110858 h 2189184"/>
                <a:gd name="connsiteX8" fmla="*/ 0 w 469949"/>
                <a:gd name="connsiteY8" fmla="*/ 78326 h 218918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401214 w 479540"/>
                <a:gd name="connsiteY2" fmla="*/ 64040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401214 w 479540"/>
                <a:gd name="connsiteY2" fmla="*/ 64040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4 w 469953"/>
                <a:gd name="connsiteY0" fmla="*/ 154603 h 2265461"/>
                <a:gd name="connsiteX1" fmla="*/ 42068 w 469953"/>
                <a:gd name="connsiteY1" fmla="*/ 0 h 2265461"/>
                <a:gd name="connsiteX2" fmla="*/ 330427 w 469953"/>
                <a:gd name="connsiteY2" fmla="*/ 74670 h 2265461"/>
                <a:gd name="connsiteX3" fmla="*/ 469953 w 469953"/>
                <a:gd name="connsiteY3" fmla="*/ 154603 h 2265461"/>
                <a:gd name="connsiteX4" fmla="*/ 469953 w 469953"/>
                <a:gd name="connsiteY4" fmla="*/ 2187135 h 2265461"/>
                <a:gd name="connsiteX5" fmla="*/ 391627 w 469953"/>
                <a:gd name="connsiteY5" fmla="*/ 2265461 h 2265461"/>
                <a:gd name="connsiteX6" fmla="*/ 78330 w 469953"/>
                <a:gd name="connsiteY6" fmla="*/ 2265461 h 2265461"/>
                <a:gd name="connsiteX7" fmla="*/ 4 w 469953"/>
                <a:gd name="connsiteY7" fmla="*/ 2187135 h 2265461"/>
                <a:gd name="connsiteX8" fmla="*/ 4 w 469953"/>
                <a:gd name="connsiteY8" fmla="*/ 154603 h 2265461"/>
                <a:gd name="connsiteX0" fmla="*/ 4 w 469953"/>
                <a:gd name="connsiteY0" fmla="*/ 154603 h 2265461"/>
                <a:gd name="connsiteX1" fmla="*/ 42068 w 469953"/>
                <a:gd name="connsiteY1" fmla="*/ 0 h 2265461"/>
                <a:gd name="connsiteX2" fmla="*/ 330427 w 469953"/>
                <a:gd name="connsiteY2" fmla="*/ 74670 h 2265461"/>
                <a:gd name="connsiteX3" fmla="*/ 469953 w 469953"/>
                <a:gd name="connsiteY3" fmla="*/ 154603 h 2265461"/>
                <a:gd name="connsiteX4" fmla="*/ 469953 w 469953"/>
                <a:gd name="connsiteY4" fmla="*/ 2187135 h 2265461"/>
                <a:gd name="connsiteX5" fmla="*/ 391627 w 469953"/>
                <a:gd name="connsiteY5" fmla="*/ 2265461 h 2265461"/>
                <a:gd name="connsiteX6" fmla="*/ 78330 w 469953"/>
                <a:gd name="connsiteY6" fmla="*/ 2265461 h 2265461"/>
                <a:gd name="connsiteX7" fmla="*/ 4 w 469953"/>
                <a:gd name="connsiteY7" fmla="*/ 2187135 h 2265461"/>
                <a:gd name="connsiteX8" fmla="*/ 4 w 469953"/>
                <a:gd name="connsiteY8" fmla="*/ 154603 h 2265461"/>
                <a:gd name="connsiteX0" fmla="*/ 7203 w 477152"/>
                <a:gd name="connsiteY0" fmla="*/ 202492 h 2313350"/>
                <a:gd name="connsiteX1" fmla="*/ 25429 w 477152"/>
                <a:gd name="connsiteY1" fmla="*/ 0 h 2313350"/>
                <a:gd name="connsiteX2" fmla="*/ 337626 w 477152"/>
                <a:gd name="connsiteY2" fmla="*/ 122559 h 2313350"/>
                <a:gd name="connsiteX3" fmla="*/ 477152 w 477152"/>
                <a:gd name="connsiteY3" fmla="*/ 202492 h 2313350"/>
                <a:gd name="connsiteX4" fmla="*/ 477152 w 477152"/>
                <a:gd name="connsiteY4" fmla="*/ 2235024 h 2313350"/>
                <a:gd name="connsiteX5" fmla="*/ 398826 w 477152"/>
                <a:gd name="connsiteY5" fmla="*/ 2313350 h 2313350"/>
                <a:gd name="connsiteX6" fmla="*/ 85529 w 477152"/>
                <a:gd name="connsiteY6" fmla="*/ 2313350 h 2313350"/>
                <a:gd name="connsiteX7" fmla="*/ 7203 w 477152"/>
                <a:gd name="connsiteY7" fmla="*/ 2235024 h 2313350"/>
                <a:gd name="connsiteX8" fmla="*/ 7203 w 477152"/>
                <a:gd name="connsiteY8" fmla="*/ 202492 h 2313350"/>
                <a:gd name="connsiteX0" fmla="*/ 7204 w 477153"/>
                <a:gd name="connsiteY0" fmla="*/ 202492 h 2313350"/>
                <a:gd name="connsiteX1" fmla="*/ 25430 w 477153"/>
                <a:gd name="connsiteY1" fmla="*/ 0 h 2313350"/>
                <a:gd name="connsiteX2" fmla="*/ 341592 w 477153"/>
                <a:gd name="connsiteY2" fmla="*/ 105392 h 2313350"/>
                <a:gd name="connsiteX3" fmla="*/ 477153 w 477153"/>
                <a:gd name="connsiteY3" fmla="*/ 202492 h 2313350"/>
                <a:gd name="connsiteX4" fmla="*/ 477153 w 477153"/>
                <a:gd name="connsiteY4" fmla="*/ 2235024 h 2313350"/>
                <a:gd name="connsiteX5" fmla="*/ 398827 w 477153"/>
                <a:gd name="connsiteY5" fmla="*/ 2313350 h 2313350"/>
                <a:gd name="connsiteX6" fmla="*/ 85530 w 477153"/>
                <a:gd name="connsiteY6" fmla="*/ 2313350 h 2313350"/>
                <a:gd name="connsiteX7" fmla="*/ 7204 w 477153"/>
                <a:gd name="connsiteY7" fmla="*/ 2235024 h 2313350"/>
                <a:gd name="connsiteX8" fmla="*/ 7204 w 477153"/>
                <a:gd name="connsiteY8" fmla="*/ 202492 h 2313350"/>
                <a:gd name="connsiteX0" fmla="*/ 7204 w 477153"/>
                <a:gd name="connsiteY0" fmla="*/ 202492 h 2313350"/>
                <a:gd name="connsiteX1" fmla="*/ 25430 w 477153"/>
                <a:gd name="connsiteY1" fmla="*/ 0 h 2313350"/>
                <a:gd name="connsiteX2" fmla="*/ 341592 w 477153"/>
                <a:gd name="connsiteY2" fmla="*/ 105392 h 2313350"/>
                <a:gd name="connsiteX3" fmla="*/ 477153 w 477153"/>
                <a:gd name="connsiteY3" fmla="*/ 202492 h 2313350"/>
                <a:gd name="connsiteX4" fmla="*/ 477153 w 477153"/>
                <a:gd name="connsiteY4" fmla="*/ 2235024 h 2313350"/>
                <a:gd name="connsiteX5" fmla="*/ 398827 w 477153"/>
                <a:gd name="connsiteY5" fmla="*/ 2313350 h 2313350"/>
                <a:gd name="connsiteX6" fmla="*/ 85530 w 477153"/>
                <a:gd name="connsiteY6" fmla="*/ 2313350 h 2313350"/>
                <a:gd name="connsiteX7" fmla="*/ 7204 w 477153"/>
                <a:gd name="connsiteY7" fmla="*/ 2235024 h 2313350"/>
                <a:gd name="connsiteX8" fmla="*/ 7204 w 477153"/>
                <a:gd name="connsiteY8" fmla="*/ 202492 h 2313350"/>
                <a:gd name="connsiteX0" fmla="*/ -1 w 469948"/>
                <a:gd name="connsiteY0" fmla="*/ 174286 h 2285144"/>
                <a:gd name="connsiteX1" fmla="*/ 49782 w 469948"/>
                <a:gd name="connsiteY1" fmla="*/ 1 h 2285144"/>
                <a:gd name="connsiteX2" fmla="*/ 334387 w 469948"/>
                <a:gd name="connsiteY2" fmla="*/ 77186 h 2285144"/>
                <a:gd name="connsiteX3" fmla="*/ 469948 w 469948"/>
                <a:gd name="connsiteY3" fmla="*/ 174286 h 2285144"/>
                <a:gd name="connsiteX4" fmla="*/ 469948 w 469948"/>
                <a:gd name="connsiteY4" fmla="*/ 2206818 h 2285144"/>
                <a:gd name="connsiteX5" fmla="*/ 391622 w 469948"/>
                <a:gd name="connsiteY5" fmla="*/ 2285144 h 2285144"/>
                <a:gd name="connsiteX6" fmla="*/ 78325 w 469948"/>
                <a:gd name="connsiteY6" fmla="*/ 2285144 h 2285144"/>
                <a:gd name="connsiteX7" fmla="*/ -1 w 469948"/>
                <a:gd name="connsiteY7" fmla="*/ 2206818 h 2285144"/>
                <a:gd name="connsiteX8" fmla="*/ -1 w 469948"/>
                <a:gd name="connsiteY8" fmla="*/ 174286 h 2285144"/>
                <a:gd name="connsiteX0" fmla="*/ 0 w 469949"/>
                <a:gd name="connsiteY0" fmla="*/ 174285 h 2285143"/>
                <a:gd name="connsiteX1" fmla="*/ 49783 w 469949"/>
                <a:gd name="connsiteY1" fmla="*/ 0 h 2285143"/>
                <a:gd name="connsiteX2" fmla="*/ 334388 w 469949"/>
                <a:gd name="connsiteY2" fmla="*/ 77185 h 2285143"/>
                <a:gd name="connsiteX3" fmla="*/ 469949 w 469949"/>
                <a:gd name="connsiteY3" fmla="*/ 174285 h 2285143"/>
                <a:gd name="connsiteX4" fmla="*/ 469949 w 469949"/>
                <a:gd name="connsiteY4" fmla="*/ 2206817 h 2285143"/>
                <a:gd name="connsiteX5" fmla="*/ 391623 w 469949"/>
                <a:gd name="connsiteY5" fmla="*/ 2285143 h 2285143"/>
                <a:gd name="connsiteX6" fmla="*/ 78326 w 469949"/>
                <a:gd name="connsiteY6" fmla="*/ 2285143 h 2285143"/>
                <a:gd name="connsiteX7" fmla="*/ 0 w 469949"/>
                <a:gd name="connsiteY7" fmla="*/ 2206817 h 2285143"/>
                <a:gd name="connsiteX8" fmla="*/ 0 w 469949"/>
                <a:gd name="connsiteY8" fmla="*/ 174285 h 2285143"/>
                <a:gd name="connsiteX0" fmla="*/ 1054 w 471003"/>
                <a:gd name="connsiteY0" fmla="*/ 197892 h 2308750"/>
                <a:gd name="connsiteX1" fmla="*/ 34082 w 471003"/>
                <a:gd name="connsiteY1" fmla="*/ 0 h 2308750"/>
                <a:gd name="connsiteX2" fmla="*/ 335442 w 471003"/>
                <a:gd name="connsiteY2" fmla="*/ 100792 h 2308750"/>
                <a:gd name="connsiteX3" fmla="*/ 471003 w 471003"/>
                <a:gd name="connsiteY3" fmla="*/ 197892 h 2308750"/>
                <a:gd name="connsiteX4" fmla="*/ 471003 w 471003"/>
                <a:gd name="connsiteY4" fmla="*/ 2230424 h 2308750"/>
                <a:gd name="connsiteX5" fmla="*/ 392677 w 471003"/>
                <a:gd name="connsiteY5" fmla="*/ 2308750 h 2308750"/>
                <a:gd name="connsiteX6" fmla="*/ 79380 w 471003"/>
                <a:gd name="connsiteY6" fmla="*/ 2308750 h 2308750"/>
                <a:gd name="connsiteX7" fmla="*/ 1054 w 471003"/>
                <a:gd name="connsiteY7" fmla="*/ 2230424 h 2308750"/>
                <a:gd name="connsiteX8" fmla="*/ 1054 w 471003"/>
                <a:gd name="connsiteY8" fmla="*/ 197892 h 2308750"/>
                <a:gd name="connsiteX0" fmla="*/ 1054 w 471003"/>
                <a:gd name="connsiteY0" fmla="*/ 197892 h 2308750"/>
                <a:gd name="connsiteX1" fmla="*/ 34082 w 471003"/>
                <a:gd name="connsiteY1" fmla="*/ 0 h 2308750"/>
                <a:gd name="connsiteX2" fmla="*/ 334861 w 471003"/>
                <a:gd name="connsiteY2" fmla="*/ 89571 h 2308750"/>
                <a:gd name="connsiteX3" fmla="*/ 471003 w 471003"/>
                <a:gd name="connsiteY3" fmla="*/ 197892 h 2308750"/>
                <a:gd name="connsiteX4" fmla="*/ 471003 w 471003"/>
                <a:gd name="connsiteY4" fmla="*/ 2230424 h 2308750"/>
                <a:gd name="connsiteX5" fmla="*/ 392677 w 471003"/>
                <a:gd name="connsiteY5" fmla="*/ 2308750 h 2308750"/>
                <a:gd name="connsiteX6" fmla="*/ 79380 w 471003"/>
                <a:gd name="connsiteY6" fmla="*/ 2308750 h 2308750"/>
                <a:gd name="connsiteX7" fmla="*/ 1054 w 471003"/>
                <a:gd name="connsiteY7" fmla="*/ 2230424 h 2308750"/>
                <a:gd name="connsiteX8" fmla="*/ 1054 w 471003"/>
                <a:gd name="connsiteY8" fmla="*/ 197892 h 2308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1003" h="2308750">
                  <a:moveTo>
                    <a:pt x="1054" y="197892"/>
                  </a:moveTo>
                  <a:cubicBezTo>
                    <a:pt x="1054" y="154634"/>
                    <a:pt x="-9176" y="0"/>
                    <a:pt x="34082" y="0"/>
                  </a:cubicBezTo>
                  <a:cubicBezTo>
                    <a:pt x="252569" y="55222"/>
                    <a:pt x="180322" y="46561"/>
                    <a:pt x="334861" y="89571"/>
                  </a:cubicBezTo>
                  <a:cubicBezTo>
                    <a:pt x="454403" y="123843"/>
                    <a:pt x="471003" y="154634"/>
                    <a:pt x="471003" y="197892"/>
                  </a:cubicBezTo>
                  <a:lnTo>
                    <a:pt x="471003" y="2230424"/>
                  </a:lnTo>
                  <a:cubicBezTo>
                    <a:pt x="471003" y="2273682"/>
                    <a:pt x="435935" y="2308750"/>
                    <a:pt x="392677" y="2308750"/>
                  </a:cubicBezTo>
                  <a:lnTo>
                    <a:pt x="79380" y="2308750"/>
                  </a:lnTo>
                  <a:cubicBezTo>
                    <a:pt x="36122" y="2308750"/>
                    <a:pt x="1054" y="2273682"/>
                    <a:pt x="1054" y="2230424"/>
                  </a:cubicBezTo>
                  <a:lnTo>
                    <a:pt x="1054" y="197892"/>
                  </a:lnTo>
                  <a:close/>
                </a:path>
              </a:pathLst>
            </a:cu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30" name="사각형: 둥근 모서리 29">
              <a:extLst>
                <a:ext uri="{FF2B5EF4-FFF2-40B4-BE49-F238E27FC236}">
                  <a16:creationId xmlns:a16="http://schemas.microsoft.com/office/drawing/2014/main" id="{02233A34-DD1A-0CFF-EE55-E7D78EE182A5}"/>
                </a:ext>
              </a:extLst>
            </p:cNvPr>
            <p:cNvSpPr/>
            <p:nvPr userDrawn="1"/>
          </p:nvSpPr>
          <p:spPr>
            <a:xfrm rot="4506704" flipH="1">
              <a:off x="6264119" y="360823"/>
              <a:ext cx="464231" cy="107393"/>
            </a:xfrm>
            <a:prstGeom prst="roundRect">
              <a:avLst>
                <a:gd name="adj" fmla="val 32586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31" name="사각형: 둥근 모서리 30">
              <a:extLst>
                <a:ext uri="{FF2B5EF4-FFF2-40B4-BE49-F238E27FC236}">
                  <a16:creationId xmlns:a16="http://schemas.microsoft.com/office/drawing/2014/main" id="{14AC34DC-FFAD-AE9B-6155-5A249659B17A}"/>
                </a:ext>
              </a:extLst>
            </p:cNvPr>
            <p:cNvSpPr/>
            <p:nvPr userDrawn="1"/>
          </p:nvSpPr>
          <p:spPr>
            <a:xfrm flipH="1">
              <a:off x="6394598" y="180267"/>
              <a:ext cx="351774" cy="60140"/>
            </a:xfrm>
            <a:prstGeom prst="roundRect">
              <a:avLst>
                <a:gd name="adj" fmla="val 32586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</p:grpSp>
      <p:grpSp>
        <p:nvGrpSpPr>
          <p:cNvPr id="32" name="그룹 31">
            <a:extLst>
              <a:ext uri="{FF2B5EF4-FFF2-40B4-BE49-F238E27FC236}">
                <a16:creationId xmlns:a16="http://schemas.microsoft.com/office/drawing/2014/main" id="{7276A3FC-BAB7-29FF-28AD-B77DB9D0D8E8}"/>
              </a:ext>
            </a:extLst>
          </p:cNvPr>
          <p:cNvGrpSpPr/>
          <p:nvPr userDrawn="1"/>
        </p:nvGrpSpPr>
        <p:grpSpPr>
          <a:xfrm>
            <a:off x="9608429" y="6377262"/>
            <a:ext cx="2549704" cy="447351"/>
            <a:chOff x="2347257" y="6113745"/>
            <a:chExt cx="2549704" cy="447351"/>
          </a:xfrm>
        </p:grpSpPr>
        <p:pic>
          <p:nvPicPr>
            <p:cNvPr id="33" name="그림 32" descr="로고, 그래픽, 그래픽 디자인, 스크린샷이(가) 표시된 사진&#10;&#10;자동 생성된 설명">
              <a:extLst>
                <a:ext uri="{FF2B5EF4-FFF2-40B4-BE49-F238E27FC236}">
                  <a16:creationId xmlns:a16="http://schemas.microsoft.com/office/drawing/2014/main" id="{307824EB-7201-2EC4-BDA2-3CA8ECC4C4E5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347257" y="6113745"/>
              <a:ext cx="1016707" cy="447351"/>
            </a:xfrm>
            <a:prstGeom prst="rect">
              <a:avLst/>
            </a:prstGeom>
          </p:spPr>
        </p:pic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D724357C-B669-4A76-895B-80CA83451CEE}"/>
                </a:ext>
              </a:extLst>
            </p:cNvPr>
            <p:cNvSpPr txBox="1"/>
            <p:nvPr userDrawn="1"/>
          </p:nvSpPr>
          <p:spPr>
            <a:xfrm>
              <a:off x="3356155" y="6113745"/>
              <a:ext cx="1540806" cy="374526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>
                <a:lnSpc>
                  <a:spcPts val="1100"/>
                </a:lnSpc>
              </a:pPr>
              <a:r>
                <a:rPr lang="en-US" sz="1200" b="1" dirty="0">
                  <a:solidFill>
                    <a:srgbClr val="5A5B5E"/>
                  </a:solidFill>
                  <a:latin typeface="Trebuchet MS" panose="020B0703020202090204" pitchFamily="34" charset="0"/>
                  <a:ea typeface="Baskerville" panose="02020502070401020303" pitchFamily="18" charset="0"/>
                </a:rPr>
                <a:t>School of Software</a:t>
              </a:r>
            </a:p>
            <a:p>
              <a:pPr algn="ctr">
                <a:lnSpc>
                  <a:spcPts val="1100"/>
                </a:lnSpc>
              </a:pPr>
              <a:r>
                <a:rPr lang="en-US" sz="1200" b="1" dirty="0" err="1">
                  <a:solidFill>
                    <a:srgbClr val="1DA1C6"/>
                  </a:solidFill>
                  <a:latin typeface="Trebuchet MS" panose="020B0703020202090204" pitchFamily="34" charset="0"/>
                  <a:ea typeface="Baskerville" panose="02020502070401020303" pitchFamily="18" charset="0"/>
                </a:rPr>
                <a:t>Soongsil</a:t>
              </a:r>
              <a:r>
                <a:rPr lang="en-US" sz="1200" b="1" dirty="0">
                  <a:solidFill>
                    <a:srgbClr val="1DA1C6"/>
                  </a:solidFill>
                  <a:latin typeface="Trebuchet MS" panose="020B0703020202090204" pitchFamily="34" charset="0"/>
                  <a:ea typeface="Baskerville" panose="02020502070401020303" pitchFamily="18" charset="0"/>
                </a:rPr>
                <a:t> University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15237969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1524001" y="2376766"/>
            <a:ext cx="9144000" cy="855184"/>
          </a:xfrm>
          <a:prstGeom prst="rect">
            <a:avLst/>
          </a:prstGeom>
        </p:spPr>
        <p:txBody>
          <a:bodyPr anchor="b">
            <a:normAutofit/>
          </a:bodyPr>
          <a:lstStyle>
            <a:lvl1pPr algn="ctr">
              <a:defRPr sz="4400" b="1">
                <a:solidFill>
                  <a:srgbClr val="2D3F4E"/>
                </a:solidFill>
                <a:latin typeface="Trebuchet MS" panose="020B070302020209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1" y="3602038"/>
            <a:ext cx="9144000" cy="1655762"/>
          </a:xfrm>
        </p:spPr>
        <p:txBody>
          <a:bodyPr/>
          <a:lstStyle>
            <a:lvl1pPr marL="0" indent="0" algn="ctr">
              <a:buNone/>
              <a:defRPr sz="2400" b="1">
                <a:solidFill>
                  <a:srgbClr val="2D3F4E"/>
                </a:solidFill>
                <a:latin typeface="Trebuchet MS" panose="020B0703020202090204" pitchFamily="34" charset="0"/>
              </a:defRPr>
            </a:lvl1pPr>
            <a:lvl2pPr marL="457202" indent="0" algn="ctr">
              <a:buNone/>
              <a:defRPr sz="2000"/>
            </a:lvl2pPr>
            <a:lvl3pPr marL="914404" indent="0" algn="ctr">
              <a:buNone/>
              <a:defRPr sz="1800"/>
            </a:lvl3pPr>
            <a:lvl4pPr marL="1371605" indent="0" algn="ctr">
              <a:buNone/>
              <a:defRPr sz="1600"/>
            </a:lvl4pPr>
            <a:lvl5pPr marL="1828807" indent="0" algn="ctr">
              <a:buNone/>
              <a:defRPr sz="1600"/>
            </a:lvl5pPr>
            <a:lvl6pPr marL="2286009" indent="0" algn="ctr">
              <a:buNone/>
              <a:defRPr sz="1600"/>
            </a:lvl6pPr>
            <a:lvl7pPr marL="2743211" indent="0" algn="ctr">
              <a:buNone/>
              <a:defRPr sz="1600"/>
            </a:lvl7pPr>
            <a:lvl8pPr marL="3200413" indent="0" algn="ctr">
              <a:buNone/>
              <a:defRPr sz="1600"/>
            </a:lvl8pPr>
            <a:lvl9pPr marL="3657615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부제목 2">
            <a:extLst>
              <a:ext uri="{FF2B5EF4-FFF2-40B4-BE49-F238E27FC236}">
                <a16:creationId xmlns:a16="http://schemas.microsoft.com/office/drawing/2014/main" id="{EB3B124F-36C4-94D5-C22F-6D439133A7B4}"/>
              </a:ext>
            </a:extLst>
          </p:cNvPr>
          <p:cNvSpPr txBox="1">
            <a:spLocks/>
          </p:cNvSpPr>
          <p:nvPr userDrawn="1"/>
        </p:nvSpPr>
        <p:spPr>
          <a:xfrm>
            <a:off x="3787205" y="5728639"/>
            <a:ext cx="4617590" cy="37267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14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Trebuchet MS" panose="020B0703020202090204" pitchFamily="34" charset="0"/>
                <a:ea typeface="Baskerville" panose="02020502070401020303" pitchFamily="18" charset="0"/>
              </a:rPr>
              <a:t>Advanced Intelligent Computing Architecture Lab.</a:t>
            </a:r>
            <a:endParaRPr lang="ko-KR" altLang="en-US" sz="1400" dirty="0">
              <a:solidFill>
                <a:schemeClr val="tx1">
                  <a:lumMod val="50000"/>
                  <a:lumOff val="50000"/>
                </a:schemeClr>
              </a:solidFill>
              <a:latin typeface="Trebuchet MS" panose="020B0603020202020204" pitchFamily="34" charset="0"/>
            </a:endParaRPr>
          </a:p>
        </p:txBody>
      </p:sp>
      <p:grpSp>
        <p:nvGrpSpPr>
          <p:cNvPr id="5" name="그룹 4">
            <a:extLst>
              <a:ext uri="{FF2B5EF4-FFF2-40B4-BE49-F238E27FC236}">
                <a16:creationId xmlns:a16="http://schemas.microsoft.com/office/drawing/2014/main" id="{4BDBBFFA-AC6B-4DE0-F991-D9DA483B3EE6}"/>
              </a:ext>
            </a:extLst>
          </p:cNvPr>
          <p:cNvGrpSpPr/>
          <p:nvPr userDrawn="1"/>
        </p:nvGrpSpPr>
        <p:grpSpPr>
          <a:xfrm>
            <a:off x="5196905" y="4977344"/>
            <a:ext cx="1798190" cy="646162"/>
            <a:chOff x="5976117" y="116467"/>
            <a:chExt cx="4341047" cy="1559914"/>
          </a:xfrm>
        </p:grpSpPr>
        <p:sp>
          <p:nvSpPr>
            <p:cNvPr id="6" name="사각형: 둥근 모서리 5">
              <a:extLst>
                <a:ext uri="{FF2B5EF4-FFF2-40B4-BE49-F238E27FC236}">
                  <a16:creationId xmlns:a16="http://schemas.microsoft.com/office/drawing/2014/main" id="{7D01C0DA-7E19-0F85-F60D-470CBEC2E8C3}"/>
                </a:ext>
              </a:extLst>
            </p:cNvPr>
            <p:cNvSpPr/>
            <p:nvPr userDrawn="1"/>
          </p:nvSpPr>
          <p:spPr>
            <a:xfrm>
              <a:off x="7547660" y="613810"/>
              <a:ext cx="360000" cy="1046263"/>
            </a:xfrm>
            <a:prstGeom prst="roundRect">
              <a:avLst/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7" name="사각형: 둥근 모서리 6">
              <a:extLst>
                <a:ext uri="{FF2B5EF4-FFF2-40B4-BE49-F238E27FC236}">
                  <a16:creationId xmlns:a16="http://schemas.microsoft.com/office/drawing/2014/main" id="{ED4AC07B-F602-BF95-CE22-697B01DEE9B4}"/>
                </a:ext>
              </a:extLst>
            </p:cNvPr>
            <p:cNvSpPr/>
            <p:nvPr userDrawn="1"/>
          </p:nvSpPr>
          <p:spPr>
            <a:xfrm>
              <a:off x="6776499" y="1312781"/>
              <a:ext cx="1131162" cy="363600"/>
            </a:xfrm>
            <a:prstGeom prst="roundRect">
              <a:avLst/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8" name="사각형: 둥근 모서리 34">
              <a:extLst>
                <a:ext uri="{FF2B5EF4-FFF2-40B4-BE49-F238E27FC236}">
                  <a16:creationId xmlns:a16="http://schemas.microsoft.com/office/drawing/2014/main" id="{6FDA9D2B-21BB-4F37-E3AB-497C69ED2087}"/>
                </a:ext>
              </a:extLst>
            </p:cNvPr>
            <p:cNvSpPr/>
            <p:nvPr userDrawn="1"/>
          </p:nvSpPr>
          <p:spPr>
            <a:xfrm rot="923841">
              <a:off x="6171723" y="144498"/>
              <a:ext cx="372850" cy="1492452"/>
            </a:xfrm>
            <a:custGeom>
              <a:avLst/>
              <a:gdLst>
                <a:gd name="connsiteX0" fmla="*/ 0 w 469949"/>
                <a:gd name="connsiteY0" fmla="*/ 78326 h 2189184"/>
                <a:gd name="connsiteX1" fmla="*/ 78326 w 469949"/>
                <a:gd name="connsiteY1" fmla="*/ 0 h 2189184"/>
                <a:gd name="connsiteX2" fmla="*/ 391623 w 469949"/>
                <a:gd name="connsiteY2" fmla="*/ 0 h 2189184"/>
                <a:gd name="connsiteX3" fmla="*/ 469949 w 469949"/>
                <a:gd name="connsiteY3" fmla="*/ 78326 h 2189184"/>
                <a:gd name="connsiteX4" fmla="*/ 469949 w 469949"/>
                <a:gd name="connsiteY4" fmla="*/ 2110858 h 2189184"/>
                <a:gd name="connsiteX5" fmla="*/ 391623 w 469949"/>
                <a:gd name="connsiteY5" fmla="*/ 2189184 h 2189184"/>
                <a:gd name="connsiteX6" fmla="*/ 78326 w 469949"/>
                <a:gd name="connsiteY6" fmla="*/ 2189184 h 2189184"/>
                <a:gd name="connsiteX7" fmla="*/ 0 w 469949"/>
                <a:gd name="connsiteY7" fmla="*/ 2110858 h 2189184"/>
                <a:gd name="connsiteX8" fmla="*/ 0 w 469949"/>
                <a:gd name="connsiteY8" fmla="*/ 78326 h 2189184"/>
                <a:gd name="connsiteX0" fmla="*/ 0 w 470074"/>
                <a:gd name="connsiteY0" fmla="*/ 168229 h 2279087"/>
                <a:gd name="connsiteX1" fmla="*/ 78326 w 470074"/>
                <a:gd name="connsiteY1" fmla="*/ 89903 h 2279087"/>
                <a:gd name="connsiteX2" fmla="*/ 431082 w 470074"/>
                <a:gd name="connsiteY2" fmla="*/ 0 h 2279087"/>
                <a:gd name="connsiteX3" fmla="*/ 469949 w 470074"/>
                <a:gd name="connsiteY3" fmla="*/ 168229 h 2279087"/>
                <a:gd name="connsiteX4" fmla="*/ 469949 w 470074"/>
                <a:gd name="connsiteY4" fmla="*/ 2200761 h 2279087"/>
                <a:gd name="connsiteX5" fmla="*/ 391623 w 470074"/>
                <a:gd name="connsiteY5" fmla="*/ 2279087 h 2279087"/>
                <a:gd name="connsiteX6" fmla="*/ 78326 w 470074"/>
                <a:gd name="connsiteY6" fmla="*/ 2279087 h 2279087"/>
                <a:gd name="connsiteX7" fmla="*/ 0 w 470074"/>
                <a:gd name="connsiteY7" fmla="*/ 2200761 h 2279087"/>
                <a:gd name="connsiteX8" fmla="*/ 0 w 470074"/>
                <a:gd name="connsiteY8" fmla="*/ 168229 h 2279087"/>
                <a:gd name="connsiteX0" fmla="*/ 0 w 473939"/>
                <a:gd name="connsiteY0" fmla="*/ 152392 h 2263250"/>
                <a:gd name="connsiteX1" fmla="*/ 78326 w 473939"/>
                <a:gd name="connsiteY1" fmla="*/ 74066 h 2263250"/>
                <a:gd name="connsiteX2" fmla="*/ 445323 w 473939"/>
                <a:gd name="connsiteY2" fmla="*/ 0 h 2263250"/>
                <a:gd name="connsiteX3" fmla="*/ 469949 w 473939"/>
                <a:gd name="connsiteY3" fmla="*/ 152392 h 2263250"/>
                <a:gd name="connsiteX4" fmla="*/ 469949 w 473939"/>
                <a:gd name="connsiteY4" fmla="*/ 2184924 h 2263250"/>
                <a:gd name="connsiteX5" fmla="*/ 391623 w 473939"/>
                <a:gd name="connsiteY5" fmla="*/ 2263250 h 2263250"/>
                <a:gd name="connsiteX6" fmla="*/ 78326 w 473939"/>
                <a:gd name="connsiteY6" fmla="*/ 2263250 h 2263250"/>
                <a:gd name="connsiteX7" fmla="*/ 0 w 473939"/>
                <a:gd name="connsiteY7" fmla="*/ 2184924 h 2263250"/>
                <a:gd name="connsiteX8" fmla="*/ 0 w 473939"/>
                <a:gd name="connsiteY8" fmla="*/ 152392 h 2263250"/>
                <a:gd name="connsiteX0" fmla="*/ 0 w 479858"/>
                <a:gd name="connsiteY0" fmla="*/ 175184 h 2286042"/>
                <a:gd name="connsiteX1" fmla="*/ 78326 w 479858"/>
                <a:gd name="connsiteY1" fmla="*/ 96858 h 2286042"/>
                <a:gd name="connsiteX2" fmla="*/ 456335 w 479858"/>
                <a:gd name="connsiteY2" fmla="*/ 0 h 2286042"/>
                <a:gd name="connsiteX3" fmla="*/ 469949 w 479858"/>
                <a:gd name="connsiteY3" fmla="*/ 175184 h 2286042"/>
                <a:gd name="connsiteX4" fmla="*/ 469949 w 479858"/>
                <a:gd name="connsiteY4" fmla="*/ 2207716 h 2286042"/>
                <a:gd name="connsiteX5" fmla="*/ 391623 w 479858"/>
                <a:gd name="connsiteY5" fmla="*/ 2286042 h 2286042"/>
                <a:gd name="connsiteX6" fmla="*/ 78326 w 479858"/>
                <a:gd name="connsiteY6" fmla="*/ 2286042 h 2286042"/>
                <a:gd name="connsiteX7" fmla="*/ 0 w 479858"/>
                <a:gd name="connsiteY7" fmla="*/ 2207716 h 2286042"/>
                <a:gd name="connsiteX8" fmla="*/ 0 w 479858"/>
                <a:gd name="connsiteY8" fmla="*/ 175184 h 2286042"/>
                <a:gd name="connsiteX0" fmla="*/ 0 w 479858"/>
                <a:gd name="connsiteY0" fmla="*/ 175184 h 2286042"/>
                <a:gd name="connsiteX1" fmla="*/ 78326 w 479858"/>
                <a:gd name="connsiteY1" fmla="*/ 96858 h 2286042"/>
                <a:gd name="connsiteX2" fmla="*/ 456335 w 479858"/>
                <a:gd name="connsiteY2" fmla="*/ 0 h 2286042"/>
                <a:gd name="connsiteX3" fmla="*/ 469949 w 479858"/>
                <a:gd name="connsiteY3" fmla="*/ 175184 h 2286042"/>
                <a:gd name="connsiteX4" fmla="*/ 469949 w 479858"/>
                <a:gd name="connsiteY4" fmla="*/ 2207716 h 2286042"/>
                <a:gd name="connsiteX5" fmla="*/ 391623 w 479858"/>
                <a:gd name="connsiteY5" fmla="*/ 2286042 h 2286042"/>
                <a:gd name="connsiteX6" fmla="*/ 78326 w 479858"/>
                <a:gd name="connsiteY6" fmla="*/ 2286042 h 2286042"/>
                <a:gd name="connsiteX7" fmla="*/ 0 w 479858"/>
                <a:gd name="connsiteY7" fmla="*/ 2207716 h 2286042"/>
                <a:gd name="connsiteX8" fmla="*/ 0 w 479858"/>
                <a:gd name="connsiteY8" fmla="*/ 175184 h 22860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9858" h="2286042">
                  <a:moveTo>
                    <a:pt x="0" y="175184"/>
                  </a:moveTo>
                  <a:cubicBezTo>
                    <a:pt x="0" y="131926"/>
                    <a:pt x="35068" y="96858"/>
                    <a:pt x="78326" y="96858"/>
                  </a:cubicBezTo>
                  <a:cubicBezTo>
                    <a:pt x="394302" y="4021"/>
                    <a:pt x="351903" y="0"/>
                    <a:pt x="456335" y="0"/>
                  </a:cubicBezTo>
                  <a:cubicBezTo>
                    <a:pt x="499593" y="0"/>
                    <a:pt x="469949" y="131926"/>
                    <a:pt x="469949" y="175184"/>
                  </a:cubicBezTo>
                  <a:lnTo>
                    <a:pt x="469949" y="2207716"/>
                  </a:lnTo>
                  <a:cubicBezTo>
                    <a:pt x="469949" y="2250974"/>
                    <a:pt x="434881" y="2286042"/>
                    <a:pt x="391623" y="2286042"/>
                  </a:cubicBezTo>
                  <a:lnTo>
                    <a:pt x="78326" y="2286042"/>
                  </a:lnTo>
                  <a:cubicBezTo>
                    <a:pt x="35068" y="2286042"/>
                    <a:pt x="0" y="2250974"/>
                    <a:pt x="0" y="2207716"/>
                  </a:cubicBezTo>
                  <a:lnTo>
                    <a:pt x="0" y="175184"/>
                  </a:lnTo>
                  <a:close/>
                </a:path>
              </a:pathLst>
            </a:cu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9" name="사각형: 둥근 모서리 8">
              <a:extLst>
                <a:ext uri="{FF2B5EF4-FFF2-40B4-BE49-F238E27FC236}">
                  <a16:creationId xmlns:a16="http://schemas.microsoft.com/office/drawing/2014/main" id="{E135C6C3-D988-0443-168B-FABB6CAB15AB}"/>
                </a:ext>
              </a:extLst>
            </p:cNvPr>
            <p:cNvSpPr/>
            <p:nvPr userDrawn="1"/>
          </p:nvSpPr>
          <p:spPr>
            <a:xfrm>
              <a:off x="5976117" y="1562385"/>
              <a:ext cx="367024" cy="107393"/>
            </a:xfrm>
            <a:prstGeom prst="roundRect">
              <a:avLst>
                <a:gd name="adj" fmla="val 49751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10" name="사각형: 둥근 모서리 9">
              <a:extLst>
                <a:ext uri="{FF2B5EF4-FFF2-40B4-BE49-F238E27FC236}">
                  <a16:creationId xmlns:a16="http://schemas.microsoft.com/office/drawing/2014/main" id="{6086E433-4747-0B2B-6F82-1F92A460E912}"/>
                </a:ext>
              </a:extLst>
            </p:cNvPr>
            <p:cNvSpPr/>
            <p:nvPr userDrawn="1"/>
          </p:nvSpPr>
          <p:spPr>
            <a:xfrm rot="17142116">
              <a:off x="5845212" y="1386473"/>
              <a:ext cx="447973" cy="107393"/>
            </a:xfrm>
            <a:prstGeom prst="roundRect">
              <a:avLst>
                <a:gd name="adj" fmla="val 49751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11" name="사각형: 둥근 모서리 10">
              <a:extLst>
                <a:ext uri="{FF2B5EF4-FFF2-40B4-BE49-F238E27FC236}">
                  <a16:creationId xmlns:a16="http://schemas.microsoft.com/office/drawing/2014/main" id="{E9F9AE10-6C32-FE3C-D6FF-0F343E1757E3}"/>
                </a:ext>
              </a:extLst>
            </p:cNvPr>
            <p:cNvSpPr/>
            <p:nvPr userDrawn="1"/>
          </p:nvSpPr>
          <p:spPr>
            <a:xfrm>
              <a:off x="7547660" y="189796"/>
              <a:ext cx="360000" cy="355633"/>
            </a:xfrm>
            <a:prstGeom prst="roundRect">
              <a:avLst/>
            </a:pr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12" name="사각형: 둥근 모서리 34">
              <a:extLst>
                <a:ext uri="{FF2B5EF4-FFF2-40B4-BE49-F238E27FC236}">
                  <a16:creationId xmlns:a16="http://schemas.microsoft.com/office/drawing/2014/main" id="{5C706ED6-9017-234E-8BAB-E84A527A4F3C}"/>
                </a:ext>
              </a:extLst>
            </p:cNvPr>
            <p:cNvSpPr/>
            <p:nvPr userDrawn="1"/>
          </p:nvSpPr>
          <p:spPr>
            <a:xfrm rot="923841">
              <a:off x="9359767" y="144498"/>
              <a:ext cx="372850" cy="1492452"/>
            </a:xfrm>
            <a:custGeom>
              <a:avLst/>
              <a:gdLst>
                <a:gd name="connsiteX0" fmla="*/ 0 w 469949"/>
                <a:gd name="connsiteY0" fmla="*/ 78326 h 2189184"/>
                <a:gd name="connsiteX1" fmla="*/ 78326 w 469949"/>
                <a:gd name="connsiteY1" fmla="*/ 0 h 2189184"/>
                <a:gd name="connsiteX2" fmla="*/ 391623 w 469949"/>
                <a:gd name="connsiteY2" fmla="*/ 0 h 2189184"/>
                <a:gd name="connsiteX3" fmla="*/ 469949 w 469949"/>
                <a:gd name="connsiteY3" fmla="*/ 78326 h 2189184"/>
                <a:gd name="connsiteX4" fmla="*/ 469949 w 469949"/>
                <a:gd name="connsiteY4" fmla="*/ 2110858 h 2189184"/>
                <a:gd name="connsiteX5" fmla="*/ 391623 w 469949"/>
                <a:gd name="connsiteY5" fmla="*/ 2189184 h 2189184"/>
                <a:gd name="connsiteX6" fmla="*/ 78326 w 469949"/>
                <a:gd name="connsiteY6" fmla="*/ 2189184 h 2189184"/>
                <a:gd name="connsiteX7" fmla="*/ 0 w 469949"/>
                <a:gd name="connsiteY7" fmla="*/ 2110858 h 2189184"/>
                <a:gd name="connsiteX8" fmla="*/ 0 w 469949"/>
                <a:gd name="connsiteY8" fmla="*/ 78326 h 2189184"/>
                <a:gd name="connsiteX0" fmla="*/ 0 w 470074"/>
                <a:gd name="connsiteY0" fmla="*/ 168229 h 2279087"/>
                <a:gd name="connsiteX1" fmla="*/ 78326 w 470074"/>
                <a:gd name="connsiteY1" fmla="*/ 89903 h 2279087"/>
                <a:gd name="connsiteX2" fmla="*/ 431082 w 470074"/>
                <a:gd name="connsiteY2" fmla="*/ 0 h 2279087"/>
                <a:gd name="connsiteX3" fmla="*/ 469949 w 470074"/>
                <a:gd name="connsiteY3" fmla="*/ 168229 h 2279087"/>
                <a:gd name="connsiteX4" fmla="*/ 469949 w 470074"/>
                <a:gd name="connsiteY4" fmla="*/ 2200761 h 2279087"/>
                <a:gd name="connsiteX5" fmla="*/ 391623 w 470074"/>
                <a:gd name="connsiteY5" fmla="*/ 2279087 h 2279087"/>
                <a:gd name="connsiteX6" fmla="*/ 78326 w 470074"/>
                <a:gd name="connsiteY6" fmla="*/ 2279087 h 2279087"/>
                <a:gd name="connsiteX7" fmla="*/ 0 w 470074"/>
                <a:gd name="connsiteY7" fmla="*/ 2200761 h 2279087"/>
                <a:gd name="connsiteX8" fmla="*/ 0 w 470074"/>
                <a:gd name="connsiteY8" fmla="*/ 168229 h 2279087"/>
                <a:gd name="connsiteX0" fmla="*/ 0 w 473939"/>
                <a:gd name="connsiteY0" fmla="*/ 152392 h 2263250"/>
                <a:gd name="connsiteX1" fmla="*/ 78326 w 473939"/>
                <a:gd name="connsiteY1" fmla="*/ 74066 h 2263250"/>
                <a:gd name="connsiteX2" fmla="*/ 445323 w 473939"/>
                <a:gd name="connsiteY2" fmla="*/ 0 h 2263250"/>
                <a:gd name="connsiteX3" fmla="*/ 469949 w 473939"/>
                <a:gd name="connsiteY3" fmla="*/ 152392 h 2263250"/>
                <a:gd name="connsiteX4" fmla="*/ 469949 w 473939"/>
                <a:gd name="connsiteY4" fmla="*/ 2184924 h 2263250"/>
                <a:gd name="connsiteX5" fmla="*/ 391623 w 473939"/>
                <a:gd name="connsiteY5" fmla="*/ 2263250 h 2263250"/>
                <a:gd name="connsiteX6" fmla="*/ 78326 w 473939"/>
                <a:gd name="connsiteY6" fmla="*/ 2263250 h 2263250"/>
                <a:gd name="connsiteX7" fmla="*/ 0 w 473939"/>
                <a:gd name="connsiteY7" fmla="*/ 2184924 h 2263250"/>
                <a:gd name="connsiteX8" fmla="*/ 0 w 473939"/>
                <a:gd name="connsiteY8" fmla="*/ 152392 h 2263250"/>
                <a:gd name="connsiteX0" fmla="*/ 0 w 479858"/>
                <a:gd name="connsiteY0" fmla="*/ 175184 h 2286042"/>
                <a:gd name="connsiteX1" fmla="*/ 78326 w 479858"/>
                <a:gd name="connsiteY1" fmla="*/ 96858 h 2286042"/>
                <a:gd name="connsiteX2" fmla="*/ 456335 w 479858"/>
                <a:gd name="connsiteY2" fmla="*/ 0 h 2286042"/>
                <a:gd name="connsiteX3" fmla="*/ 469949 w 479858"/>
                <a:gd name="connsiteY3" fmla="*/ 175184 h 2286042"/>
                <a:gd name="connsiteX4" fmla="*/ 469949 w 479858"/>
                <a:gd name="connsiteY4" fmla="*/ 2207716 h 2286042"/>
                <a:gd name="connsiteX5" fmla="*/ 391623 w 479858"/>
                <a:gd name="connsiteY5" fmla="*/ 2286042 h 2286042"/>
                <a:gd name="connsiteX6" fmla="*/ 78326 w 479858"/>
                <a:gd name="connsiteY6" fmla="*/ 2286042 h 2286042"/>
                <a:gd name="connsiteX7" fmla="*/ 0 w 479858"/>
                <a:gd name="connsiteY7" fmla="*/ 2207716 h 2286042"/>
                <a:gd name="connsiteX8" fmla="*/ 0 w 479858"/>
                <a:gd name="connsiteY8" fmla="*/ 175184 h 2286042"/>
                <a:gd name="connsiteX0" fmla="*/ 0 w 479858"/>
                <a:gd name="connsiteY0" fmla="*/ 175184 h 2286042"/>
                <a:gd name="connsiteX1" fmla="*/ 78326 w 479858"/>
                <a:gd name="connsiteY1" fmla="*/ 96858 h 2286042"/>
                <a:gd name="connsiteX2" fmla="*/ 456335 w 479858"/>
                <a:gd name="connsiteY2" fmla="*/ 0 h 2286042"/>
                <a:gd name="connsiteX3" fmla="*/ 469949 w 479858"/>
                <a:gd name="connsiteY3" fmla="*/ 175184 h 2286042"/>
                <a:gd name="connsiteX4" fmla="*/ 469949 w 479858"/>
                <a:gd name="connsiteY4" fmla="*/ 2207716 h 2286042"/>
                <a:gd name="connsiteX5" fmla="*/ 391623 w 479858"/>
                <a:gd name="connsiteY5" fmla="*/ 2286042 h 2286042"/>
                <a:gd name="connsiteX6" fmla="*/ 78326 w 479858"/>
                <a:gd name="connsiteY6" fmla="*/ 2286042 h 2286042"/>
                <a:gd name="connsiteX7" fmla="*/ 0 w 479858"/>
                <a:gd name="connsiteY7" fmla="*/ 2207716 h 2286042"/>
                <a:gd name="connsiteX8" fmla="*/ 0 w 479858"/>
                <a:gd name="connsiteY8" fmla="*/ 175184 h 22860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9858" h="2286042">
                  <a:moveTo>
                    <a:pt x="0" y="175184"/>
                  </a:moveTo>
                  <a:cubicBezTo>
                    <a:pt x="0" y="131926"/>
                    <a:pt x="35068" y="96858"/>
                    <a:pt x="78326" y="96858"/>
                  </a:cubicBezTo>
                  <a:cubicBezTo>
                    <a:pt x="394302" y="4021"/>
                    <a:pt x="351903" y="0"/>
                    <a:pt x="456335" y="0"/>
                  </a:cubicBezTo>
                  <a:cubicBezTo>
                    <a:pt x="499593" y="0"/>
                    <a:pt x="469949" y="131926"/>
                    <a:pt x="469949" y="175184"/>
                  </a:cubicBezTo>
                  <a:lnTo>
                    <a:pt x="469949" y="2207716"/>
                  </a:lnTo>
                  <a:cubicBezTo>
                    <a:pt x="469949" y="2250974"/>
                    <a:pt x="434881" y="2286042"/>
                    <a:pt x="391623" y="2286042"/>
                  </a:cubicBezTo>
                  <a:lnTo>
                    <a:pt x="78326" y="2286042"/>
                  </a:lnTo>
                  <a:cubicBezTo>
                    <a:pt x="35068" y="2286042"/>
                    <a:pt x="0" y="2250974"/>
                    <a:pt x="0" y="2207716"/>
                  </a:cubicBezTo>
                  <a:lnTo>
                    <a:pt x="0" y="175184"/>
                  </a:lnTo>
                  <a:close/>
                </a:path>
              </a:pathLst>
            </a:cu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13" name="사각형: 둥근 모서리 12">
              <a:extLst>
                <a:ext uri="{FF2B5EF4-FFF2-40B4-BE49-F238E27FC236}">
                  <a16:creationId xmlns:a16="http://schemas.microsoft.com/office/drawing/2014/main" id="{A7E79BBD-9AB2-7ACC-C325-DE0F17968F3D}"/>
                </a:ext>
              </a:extLst>
            </p:cNvPr>
            <p:cNvSpPr/>
            <p:nvPr userDrawn="1"/>
          </p:nvSpPr>
          <p:spPr>
            <a:xfrm>
              <a:off x="9539301" y="186675"/>
              <a:ext cx="408152" cy="183858"/>
            </a:xfrm>
            <a:prstGeom prst="roundRect">
              <a:avLst>
                <a:gd name="adj" fmla="val 23143"/>
              </a:avLst>
            </a:pr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15" name="사각형: 둥근 모서리 14">
              <a:extLst>
                <a:ext uri="{FF2B5EF4-FFF2-40B4-BE49-F238E27FC236}">
                  <a16:creationId xmlns:a16="http://schemas.microsoft.com/office/drawing/2014/main" id="{3E740AB6-D3B7-E380-7325-A8FCB7E27C43}"/>
                </a:ext>
              </a:extLst>
            </p:cNvPr>
            <p:cNvSpPr/>
            <p:nvPr userDrawn="1"/>
          </p:nvSpPr>
          <p:spPr>
            <a:xfrm flipH="1">
              <a:off x="9958325" y="1568154"/>
              <a:ext cx="358839" cy="107393"/>
            </a:xfrm>
            <a:prstGeom prst="roundRect">
              <a:avLst>
                <a:gd name="adj" fmla="val 43099"/>
              </a:avLst>
            </a:pr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16" name="사각형: 둥근 모서리 15">
              <a:extLst>
                <a:ext uri="{FF2B5EF4-FFF2-40B4-BE49-F238E27FC236}">
                  <a16:creationId xmlns:a16="http://schemas.microsoft.com/office/drawing/2014/main" id="{58020E3B-C01B-8C60-4008-5C3AE090F73D}"/>
                </a:ext>
              </a:extLst>
            </p:cNvPr>
            <p:cNvSpPr/>
            <p:nvPr userDrawn="1"/>
          </p:nvSpPr>
          <p:spPr>
            <a:xfrm rot="4506704" flipH="1">
              <a:off x="9985282" y="1378492"/>
              <a:ext cx="464231" cy="107393"/>
            </a:xfrm>
            <a:prstGeom prst="roundRect">
              <a:avLst>
                <a:gd name="adj" fmla="val 50000"/>
              </a:avLst>
            </a:pr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18" name="사각형: 둥근 모서리 17">
              <a:extLst>
                <a:ext uri="{FF2B5EF4-FFF2-40B4-BE49-F238E27FC236}">
                  <a16:creationId xmlns:a16="http://schemas.microsoft.com/office/drawing/2014/main" id="{3ADDB6F6-1190-2E66-F4B9-5226221B81CE}"/>
                </a:ext>
              </a:extLst>
            </p:cNvPr>
            <p:cNvSpPr/>
            <p:nvPr userDrawn="1"/>
          </p:nvSpPr>
          <p:spPr>
            <a:xfrm rot="17142116">
              <a:off x="9285907" y="1386473"/>
              <a:ext cx="447973" cy="107393"/>
            </a:xfrm>
            <a:prstGeom prst="roundRect">
              <a:avLst>
                <a:gd name="adj" fmla="val 49751"/>
              </a:avLst>
            </a:pr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0" name="사각형: 둥근 모서리 19">
              <a:extLst>
                <a:ext uri="{FF2B5EF4-FFF2-40B4-BE49-F238E27FC236}">
                  <a16:creationId xmlns:a16="http://schemas.microsoft.com/office/drawing/2014/main" id="{446A6345-87FD-6E5B-7ED2-F7B600F78F01}"/>
                </a:ext>
              </a:extLst>
            </p:cNvPr>
            <p:cNvSpPr/>
            <p:nvPr userDrawn="1"/>
          </p:nvSpPr>
          <p:spPr>
            <a:xfrm>
              <a:off x="8225540" y="182176"/>
              <a:ext cx="976417" cy="355633"/>
            </a:xfrm>
            <a:prstGeom prst="roundRect">
              <a:avLst/>
            </a:pr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1" name="사각형: 둥근 모서리 20">
              <a:extLst>
                <a:ext uri="{FF2B5EF4-FFF2-40B4-BE49-F238E27FC236}">
                  <a16:creationId xmlns:a16="http://schemas.microsoft.com/office/drawing/2014/main" id="{95379B5F-0DF1-1253-1ED9-2A52BE662FB2}"/>
                </a:ext>
              </a:extLst>
            </p:cNvPr>
            <p:cNvSpPr/>
            <p:nvPr userDrawn="1"/>
          </p:nvSpPr>
          <p:spPr>
            <a:xfrm>
              <a:off x="8225541" y="1310440"/>
              <a:ext cx="1287590" cy="355633"/>
            </a:xfrm>
            <a:prstGeom prst="roundRect">
              <a:avLst/>
            </a:pr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2" name="사각형: 둥근 모서리 21">
              <a:extLst>
                <a:ext uri="{FF2B5EF4-FFF2-40B4-BE49-F238E27FC236}">
                  <a16:creationId xmlns:a16="http://schemas.microsoft.com/office/drawing/2014/main" id="{981700A3-FD95-7923-E24A-DE44C3B1E20D}"/>
                </a:ext>
              </a:extLst>
            </p:cNvPr>
            <p:cNvSpPr/>
            <p:nvPr userDrawn="1"/>
          </p:nvSpPr>
          <p:spPr>
            <a:xfrm>
              <a:off x="8210345" y="186675"/>
              <a:ext cx="360000" cy="1473398"/>
            </a:xfrm>
            <a:prstGeom prst="roundRect">
              <a:avLst/>
            </a:pr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3" name="사각형: 둥근 모서리 48">
              <a:extLst>
                <a:ext uri="{FF2B5EF4-FFF2-40B4-BE49-F238E27FC236}">
                  <a16:creationId xmlns:a16="http://schemas.microsoft.com/office/drawing/2014/main" id="{498E65AD-3F00-17C7-D5FC-9360F0D8D83F}"/>
                </a:ext>
              </a:extLst>
            </p:cNvPr>
            <p:cNvSpPr/>
            <p:nvPr userDrawn="1"/>
          </p:nvSpPr>
          <p:spPr>
            <a:xfrm rot="20700000">
              <a:off x="9757285" y="116467"/>
              <a:ext cx="365971" cy="1546595"/>
            </a:xfrm>
            <a:custGeom>
              <a:avLst/>
              <a:gdLst>
                <a:gd name="connsiteX0" fmla="*/ 0 w 469949"/>
                <a:gd name="connsiteY0" fmla="*/ 78326 h 2189184"/>
                <a:gd name="connsiteX1" fmla="*/ 78326 w 469949"/>
                <a:gd name="connsiteY1" fmla="*/ 0 h 2189184"/>
                <a:gd name="connsiteX2" fmla="*/ 391623 w 469949"/>
                <a:gd name="connsiteY2" fmla="*/ 0 h 2189184"/>
                <a:gd name="connsiteX3" fmla="*/ 469949 w 469949"/>
                <a:gd name="connsiteY3" fmla="*/ 78326 h 2189184"/>
                <a:gd name="connsiteX4" fmla="*/ 469949 w 469949"/>
                <a:gd name="connsiteY4" fmla="*/ 2110858 h 2189184"/>
                <a:gd name="connsiteX5" fmla="*/ 391623 w 469949"/>
                <a:gd name="connsiteY5" fmla="*/ 2189184 h 2189184"/>
                <a:gd name="connsiteX6" fmla="*/ 78326 w 469949"/>
                <a:gd name="connsiteY6" fmla="*/ 2189184 h 2189184"/>
                <a:gd name="connsiteX7" fmla="*/ 0 w 469949"/>
                <a:gd name="connsiteY7" fmla="*/ 2110858 h 2189184"/>
                <a:gd name="connsiteX8" fmla="*/ 0 w 469949"/>
                <a:gd name="connsiteY8" fmla="*/ 78326 h 218918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401214 w 479540"/>
                <a:gd name="connsiteY2" fmla="*/ 64040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401214 w 479540"/>
                <a:gd name="connsiteY2" fmla="*/ 64040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4 w 469953"/>
                <a:gd name="connsiteY0" fmla="*/ 154603 h 2265461"/>
                <a:gd name="connsiteX1" fmla="*/ 42068 w 469953"/>
                <a:gd name="connsiteY1" fmla="*/ 0 h 2265461"/>
                <a:gd name="connsiteX2" fmla="*/ 330427 w 469953"/>
                <a:gd name="connsiteY2" fmla="*/ 74670 h 2265461"/>
                <a:gd name="connsiteX3" fmla="*/ 469953 w 469953"/>
                <a:gd name="connsiteY3" fmla="*/ 154603 h 2265461"/>
                <a:gd name="connsiteX4" fmla="*/ 469953 w 469953"/>
                <a:gd name="connsiteY4" fmla="*/ 2187135 h 2265461"/>
                <a:gd name="connsiteX5" fmla="*/ 391627 w 469953"/>
                <a:gd name="connsiteY5" fmla="*/ 2265461 h 2265461"/>
                <a:gd name="connsiteX6" fmla="*/ 78330 w 469953"/>
                <a:gd name="connsiteY6" fmla="*/ 2265461 h 2265461"/>
                <a:gd name="connsiteX7" fmla="*/ 4 w 469953"/>
                <a:gd name="connsiteY7" fmla="*/ 2187135 h 2265461"/>
                <a:gd name="connsiteX8" fmla="*/ 4 w 469953"/>
                <a:gd name="connsiteY8" fmla="*/ 154603 h 2265461"/>
                <a:gd name="connsiteX0" fmla="*/ 4 w 469953"/>
                <a:gd name="connsiteY0" fmla="*/ 154603 h 2265461"/>
                <a:gd name="connsiteX1" fmla="*/ 42068 w 469953"/>
                <a:gd name="connsiteY1" fmla="*/ 0 h 2265461"/>
                <a:gd name="connsiteX2" fmla="*/ 330427 w 469953"/>
                <a:gd name="connsiteY2" fmla="*/ 74670 h 2265461"/>
                <a:gd name="connsiteX3" fmla="*/ 469953 w 469953"/>
                <a:gd name="connsiteY3" fmla="*/ 154603 h 2265461"/>
                <a:gd name="connsiteX4" fmla="*/ 469953 w 469953"/>
                <a:gd name="connsiteY4" fmla="*/ 2187135 h 2265461"/>
                <a:gd name="connsiteX5" fmla="*/ 391627 w 469953"/>
                <a:gd name="connsiteY5" fmla="*/ 2265461 h 2265461"/>
                <a:gd name="connsiteX6" fmla="*/ 78330 w 469953"/>
                <a:gd name="connsiteY6" fmla="*/ 2265461 h 2265461"/>
                <a:gd name="connsiteX7" fmla="*/ 4 w 469953"/>
                <a:gd name="connsiteY7" fmla="*/ 2187135 h 2265461"/>
                <a:gd name="connsiteX8" fmla="*/ 4 w 469953"/>
                <a:gd name="connsiteY8" fmla="*/ 154603 h 2265461"/>
                <a:gd name="connsiteX0" fmla="*/ 7203 w 477152"/>
                <a:gd name="connsiteY0" fmla="*/ 202492 h 2313350"/>
                <a:gd name="connsiteX1" fmla="*/ 25429 w 477152"/>
                <a:gd name="connsiteY1" fmla="*/ 0 h 2313350"/>
                <a:gd name="connsiteX2" fmla="*/ 337626 w 477152"/>
                <a:gd name="connsiteY2" fmla="*/ 122559 h 2313350"/>
                <a:gd name="connsiteX3" fmla="*/ 477152 w 477152"/>
                <a:gd name="connsiteY3" fmla="*/ 202492 h 2313350"/>
                <a:gd name="connsiteX4" fmla="*/ 477152 w 477152"/>
                <a:gd name="connsiteY4" fmla="*/ 2235024 h 2313350"/>
                <a:gd name="connsiteX5" fmla="*/ 398826 w 477152"/>
                <a:gd name="connsiteY5" fmla="*/ 2313350 h 2313350"/>
                <a:gd name="connsiteX6" fmla="*/ 85529 w 477152"/>
                <a:gd name="connsiteY6" fmla="*/ 2313350 h 2313350"/>
                <a:gd name="connsiteX7" fmla="*/ 7203 w 477152"/>
                <a:gd name="connsiteY7" fmla="*/ 2235024 h 2313350"/>
                <a:gd name="connsiteX8" fmla="*/ 7203 w 477152"/>
                <a:gd name="connsiteY8" fmla="*/ 202492 h 2313350"/>
                <a:gd name="connsiteX0" fmla="*/ 7204 w 477153"/>
                <a:gd name="connsiteY0" fmla="*/ 202492 h 2313350"/>
                <a:gd name="connsiteX1" fmla="*/ 25430 w 477153"/>
                <a:gd name="connsiteY1" fmla="*/ 0 h 2313350"/>
                <a:gd name="connsiteX2" fmla="*/ 341592 w 477153"/>
                <a:gd name="connsiteY2" fmla="*/ 105392 h 2313350"/>
                <a:gd name="connsiteX3" fmla="*/ 477153 w 477153"/>
                <a:gd name="connsiteY3" fmla="*/ 202492 h 2313350"/>
                <a:gd name="connsiteX4" fmla="*/ 477153 w 477153"/>
                <a:gd name="connsiteY4" fmla="*/ 2235024 h 2313350"/>
                <a:gd name="connsiteX5" fmla="*/ 398827 w 477153"/>
                <a:gd name="connsiteY5" fmla="*/ 2313350 h 2313350"/>
                <a:gd name="connsiteX6" fmla="*/ 85530 w 477153"/>
                <a:gd name="connsiteY6" fmla="*/ 2313350 h 2313350"/>
                <a:gd name="connsiteX7" fmla="*/ 7204 w 477153"/>
                <a:gd name="connsiteY7" fmla="*/ 2235024 h 2313350"/>
                <a:gd name="connsiteX8" fmla="*/ 7204 w 477153"/>
                <a:gd name="connsiteY8" fmla="*/ 202492 h 2313350"/>
                <a:gd name="connsiteX0" fmla="*/ 7204 w 477153"/>
                <a:gd name="connsiteY0" fmla="*/ 202492 h 2313350"/>
                <a:gd name="connsiteX1" fmla="*/ 25430 w 477153"/>
                <a:gd name="connsiteY1" fmla="*/ 0 h 2313350"/>
                <a:gd name="connsiteX2" fmla="*/ 341592 w 477153"/>
                <a:gd name="connsiteY2" fmla="*/ 105392 h 2313350"/>
                <a:gd name="connsiteX3" fmla="*/ 477153 w 477153"/>
                <a:gd name="connsiteY3" fmla="*/ 202492 h 2313350"/>
                <a:gd name="connsiteX4" fmla="*/ 477153 w 477153"/>
                <a:gd name="connsiteY4" fmla="*/ 2235024 h 2313350"/>
                <a:gd name="connsiteX5" fmla="*/ 398827 w 477153"/>
                <a:gd name="connsiteY5" fmla="*/ 2313350 h 2313350"/>
                <a:gd name="connsiteX6" fmla="*/ 85530 w 477153"/>
                <a:gd name="connsiteY6" fmla="*/ 2313350 h 2313350"/>
                <a:gd name="connsiteX7" fmla="*/ 7204 w 477153"/>
                <a:gd name="connsiteY7" fmla="*/ 2235024 h 2313350"/>
                <a:gd name="connsiteX8" fmla="*/ 7204 w 477153"/>
                <a:gd name="connsiteY8" fmla="*/ 202492 h 2313350"/>
                <a:gd name="connsiteX0" fmla="*/ -1 w 469948"/>
                <a:gd name="connsiteY0" fmla="*/ 174286 h 2285144"/>
                <a:gd name="connsiteX1" fmla="*/ 49782 w 469948"/>
                <a:gd name="connsiteY1" fmla="*/ 1 h 2285144"/>
                <a:gd name="connsiteX2" fmla="*/ 334387 w 469948"/>
                <a:gd name="connsiteY2" fmla="*/ 77186 h 2285144"/>
                <a:gd name="connsiteX3" fmla="*/ 469948 w 469948"/>
                <a:gd name="connsiteY3" fmla="*/ 174286 h 2285144"/>
                <a:gd name="connsiteX4" fmla="*/ 469948 w 469948"/>
                <a:gd name="connsiteY4" fmla="*/ 2206818 h 2285144"/>
                <a:gd name="connsiteX5" fmla="*/ 391622 w 469948"/>
                <a:gd name="connsiteY5" fmla="*/ 2285144 h 2285144"/>
                <a:gd name="connsiteX6" fmla="*/ 78325 w 469948"/>
                <a:gd name="connsiteY6" fmla="*/ 2285144 h 2285144"/>
                <a:gd name="connsiteX7" fmla="*/ -1 w 469948"/>
                <a:gd name="connsiteY7" fmla="*/ 2206818 h 2285144"/>
                <a:gd name="connsiteX8" fmla="*/ -1 w 469948"/>
                <a:gd name="connsiteY8" fmla="*/ 174286 h 2285144"/>
                <a:gd name="connsiteX0" fmla="*/ 0 w 469949"/>
                <a:gd name="connsiteY0" fmla="*/ 174285 h 2285143"/>
                <a:gd name="connsiteX1" fmla="*/ 49783 w 469949"/>
                <a:gd name="connsiteY1" fmla="*/ 0 h 2285143"/>
                <a:gd name="connsiteX2" fmla="*/ 334388 w 469949"/>
                <a:gd name="connsiteY2" fmla="*/ 77185 h 2285143"/>
                <a:gd name="connsiteX3" fmla="*/ 469949 w 469949"/>
                <a:gd name="connsiteY3" fmla="*/ 174285 h 2285143"/>
                <a:gd name="connsiteX4" fmla="*/ 469949 w 469949"/>
                <a:gd name="connsiteY4" fmla="*/ 2206817 h 2285143"/>
                <a:gd name="connsiteX5" fmla="*/ 391623 w 469949"/>
                <a:gd name="connsiteY5" fmla="*/ 2285143 h 2285143"/>
                <a:gd name="connsiteX6" fmla="*/ 78326 w 469949"/>
                <a:gd name="connsiteY6" fmla="*/ 2285143 h 2285143"/>
                <a:gd name="connsiteX7" fmla="*/ 0 w 469949"/>
                <a:gd name="connsiteY7" fmla="*/ 2206817 h 2285143"/>
                <a:gd name="connsiteX8" fmla="*/ 0 w 469949"/>
                <a:gd name="connsiteY8" fmla="*/ 174285 h 2285143"/>
                <a:gd name="connsiteX0" fmla="*/ 1054 w 471003"/>
                <a:gd name="connsiteY0" fmla="*/ 197892 h 2308750"/>
                <a:gd name="connsiteX1" fmla="*/ 34082 w 471003"/>
                <a:gd name="connsiteY1" fmla="*/ 0 h 2308750"/>
                <a:gd name="connsiteX2" fmla="*/ 335442 w 471003"/>
                <a:gd name="connsiteY2" fmla="*/ 100792 h 2308750"/>
                <a:gd name="connsiteX3" fmla="*/ 471003 w 471003"/>
                <a:gd name="connsiteY3" fmla="*/ 197892 h 2308750"/>
                <a:gd name="connsiteX4" fmla="*/ 471003 w 471003"/>
                <a:gd name="connsiteY4" fmla="*/ 2230424 h 2308750"/>
                <a:gd name="connsiteX5" fmla="*/ 392677 w 471003"/>
                <a:gd name="connsiteY5" fmla="*/ 2308750 h 2308750"/>
                <a:gd name="connsiteX6" fmla="*/ 79380 w 471003"/>
                <a:gd name="connsiteY6" fmla="*/ 2308750 h 2308750"/>
                <a:gd name="connsiteX7" fmla="*/ 1054 w 471003"/>
                <a:gd name="connsiteY7" fmla="*/ 2230424 h 2308750"/>
                <a:gd name="connsiteX8" fmla="*/ 1054 w 471003"/>
                <a:gd name="connsiteY8" fmla="*/ 197892 h 2308750"/>
                <a:gd name="connsiteX0" fmla="*/ 1054 w 471003"/>
                <a:gd name="connsiteY0" fmla="*/ 197892 h 2308750"/>
                <a:gd name="connsiteX1" fmla="*/ 34082 w 471003"/>
                <a:gd name="connsiteY1" fmla="*/ 0 h 2308750"/>
                <a:gd name="connsiteX2" fmla="*/ 334861 w 471003"/>
                <a:gd name="connsiteY2" fmla="*/ 89571 h 2308750"/>
                <a:gd name="connsiteX3" fmla="*/ 471003 w 471003"/>
                <a:gd name="connsiteY3" fmla="*/ 197892 h 2308750"/>
                <a:gd name="connsiteX4" fmla="*/ 471003 w 471003"/>
                <a:gd name="connsiteY4" fmla="*/ 2230424 h 2308750"/>
                <a:gd name="connsiteX5" fmla="*/ 392677 w 471003"/>
                <a:gd name="connsiteY5" fmla="*/ 2308750 h 2308750"/>
                <a:gd name="connsiteX6" fmla="*/ 79380 w 471003"/>
                <a:gd name="connsiteY6" fmla="*/ 2308750 h 2308750"/>
                <a:gd name="connsiteX7" fmla="*/ 1054 w 471003"/>
                <a:gd name="connsiteY7" fmla="*/ 2230424 h 2308750"/>
                <a:gd name="connsiteX8" fmla="*/ 1054 w 471003"/>
                <a:gd name="connsiteY8" fmla="*/ 197892 h 2308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1003" h="2308750">
                  <a:moveTo>
                    <a:pt x="1054" y="197892"/>
                  </a:moveTo>
                  <a:cubicBezTo>
                    <a:pt x="1054" y="154634"/>
                    <a:pt x="-9176" y="0"/>
                    <a:pt x="34082" y="0"/>
                  </a:cubicBezTo>
                  <a:cubicBezTo>
                    <a:pt x="252569" y="55222"/>
                    <a:pt x="180322" y="46561"/>
                    <a:pt x="334861" y="89571"/>
                  </a:cubicBezTo>
                  <a:cubicBezTo>
                    <a:pt x="454403" y="123843"/>
                    <a:pt x="471003" y="154634"/>
                    <a:pt x="471003" y="197892"/>
                  </a:cubicBezTo>
                  <a:lnTo>
                    <a:pt x="471003" y="2230424"/>
                  </a:lnTo>
                  <a:cubicBezTo>
                    <a:pt x="471003" y="2273682"/>
                    <a:pt x="435935" y="2308750"/>
                    <a:pt x="392677" y="2308750"/>
                  </a:cubicBezTo>
                  <a:lnTo>
                    <a:pt x="79380" y="2308750"/>
                  </a:lnTo>
                  <a:cubicBezTo>
                    <a:pt x="36122" y="2308750"/>
                    <a:pt x="1054" y="2273682"/>
                    <a:pt x="1054" y="2230424"/>
                  </a:cubicBezTo>
                  <a:lnTo>
                    <a:pt x="1054" y="197892"/>
                  </a:lnTo>
                  <a:close/>
                </a:path>
              </a:pathLst>
            </a:cu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4" name="사각형: 둥근 모서리 23">
              <a:extLst>
                <a:ext uri="{FF2B5EF4-FFF2-40B4-BE49-F238E27FC236}">
                  <a16:creationId xmlns:a16="http://schemas.microsoft.com/office/drawing/2014/main" id="{D84E8DEB-2540-8D52-2097-8A0B84519D14}"/>
                </a:ext>
              </a:extLst>
            </p:cNvPr>
            <p:cNvSpPr/>
            <p:nvPr userDrawn="1"/>
          </p:nvSpPr>
          <p:spPr>
            <a:xfrm rot="4506704" flipH="1">
              <a:off x="9456291" y="360823"/>
              <a:ext cx="464231" cy="107393"/>
            </a:xfrm>
            <a:prstGeom prst="roundRect">
              <a:avLst>
                <a:gd name="adj" fmla="val 32586"/>
              </a:avLst>
            </a:pr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5" name="사각형: 둥근 모서리 24">
              <a:extLst>
                <a:ext uri="{FF2B5EF4-FFF2-40B4-BE49-F238E27FC236}">
                  <a16:creationId xmlns:a16="http://schemas.microsoft.com/office/drawing/2014/main" id="{C3344A89-4809-DD59-23EA-4FD793BECF83}"/>
                </a:ext>
              </a:extLst>
            </p:cNvPr>
            <p:cNvSpPr/>
            <p:nvPr userDrawn="1"/>
          </p:nvSpPr>
          <p:spPr>
            <a:xfrm flipH="1">
              <a:off x="9586770" y="180267"/>
              <a:ext cx="351774" cy="60140"/>
            </a:xfrm>
            <a:prstGeom prst="roundRect">
              <a:avLst>
                <a:gd name="adj" fmla="val 32586"/>
              </a:avLst>
            </a:pr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6" name="사각형: 둥근 모서리 25">
              <a:extLst>
                <a:ext uri="{FF2B5EF4-FFF2-40B4-BE49-F238E27FC236}">
                  <a16:creationId xmlns:a16="http://schemas.microsoft.com/office/drawing/2014/main" id="{AC3D8F07-1C02-3E73-01E8-41A155CCDB1D}"/>
                </a:ext>
              </a:extLst>
            </p:cNvPr>
            <p:cNvSpPr/>
            <p:nvPr userDrawn="1"/>
          </p:nvSpPr>
          <p:spPr>
            <a:xfrm>
              <a:off x="6347129" y="186675"/>
              <a:ext cx="408152" cy="183858"/>
            </a:xfrm>
            <a:prstGeom prst="roundRect">
              <a:avLst>
                <a:gd name="adj" fmla="val 23143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7" name="사각형: 둥근 모서리 26">
              <a:extLst>
                <a:ext uri="{FF2B5EF4-FFF2-40B4-BE49-F238E27FC236}">
                  <a16:creationId xmlns:a16="http://schemas.microsoft.com/office/drawing/2014/main" id="{F52B978E-9C88-1E75-EF2C-6F071425AA66}"/>
                </a:ext>
              </a:extLst>
            </p:cNvPr>
            <p:cNvSpPr/>
            <p:nvPr userDrawn="1"/>
          </p:nvSpPr>
          <p:spPr>
            <a:xfrm flipH="1">
              <a:off x="6766153" y="1568154"/>
              <a:ext cx="358839" cy="107393"/>
            </a:xfrm>
            <a:prstGeom prst="roundRect">
              <a:avLst>
                <a:gd name="adj" fmla="val 43099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8" name="사각형: 둥근 모서리 27">
              <a:extLst>
                <a:ext uri="{FF2B5EF4-FFF2-40B4-BE49-F238E27FC236}">
                  <a16:creationId xmlns:a16="http://schemas.microsoft.com/office/drawing/2014/main" id="{7CCA3927-601C-0089-540E-B40E21642851}"/>
                </a:ext>
              </a:extLst>
            </p:cNvPr>
            <p:cNvSpPr/>
            <p:nvPr userDrawn="1"/>
          </p:nvSpPr>
          <p:spPr>
            <a:xfrm rot="4506704" flipH="1">
              <a:off x="6793110" y="1378492"/>
              <a:ext cx="464231" cy="107393"/>
            </a:xfrm>
            <a:prstGeom prst="roundRect">
              <a:avLst>
                <a:gd name="adj" fmla="val 50000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9" name="사각형: 둥근 모서리 48">
              <a:extLst>
                <a:ext uri="{FF2B5EF4-FFF2-40B4-BE49-F238E27FC236}">
                  <a16:creationId xmlns:a16="http://schemas.microsoft.com/office/drawing/2014/main" id="{74ED5022-514D-AC86-79B3-BFB20B0BDA78}"/>
                </a:ext>
              </a:extLst>
            </p:cNvPr>
            <p:cNvSpPr/>
            <p:nvPr userDrawn="1"/>
          </p:nvSpPr>
          <p:spPr>
            <a:xfrm rot="20700000">
              <a:off x="6565113" y="116467"/>
              <a:ext cx="365971" cy="1546595"/>
            </a:xfrm>
            <a:custGeom>
              <a:avLst/>
              <a:gdLst>
                <a:gd name="connsiteX0" fmla="*/ 0 w 469949"/>
                <a:gd name="connsiteY0" fmla="*/ 78326 h 2189184"/>
                <a:gd name="connsiteX1" fmla="*/ 78326 w 469949"/>
                <a:gd name="connsiteY1" fmla="*/ 0 h 2189184"/>
                <a:gd name="connsiteX2" fmla="*/ 391623 w 469949"/>
                <a:gd name="connsiteY2" fmla="*/ 0 h 2189184"/>
                <a:gd name="connsiteX3" fmla="*/ 469949 w 469949"/>
                <a:gd name="connsiteY3" fmla="*/ 78326 h 2189184"/>
                <a:gd name="connsiteX4" fmla="*/ 469949 w 469949"/>
                <a:gd name="connsiteY4" fmla="*/ 2110858 h 2189184"/>
                <a:gd name="connsiteX5" fmla="*/ 391623 w 469949"/>
                <a:gd name="connsiteY5" fmla="*/ 2189184 h 2189184"/>
                <a:gd name="connsiteX6" fmla="*/ 78326 w 469949"/>
                <a:gd name="connsiteY6" fmla="*/ 2189184 h 2189184"/>
                <a:gd name="connsiteX7" fmla="*/ 0 w 469949"/>
                <a:gd name="connsiteY7" fmla="*/ 2110858 h 2189184"/>
                <a:gd name="connsiteX8" fmla="*/ 0 w 469949"/>
                <a:gd name="connsiteY8" fmla="*/ 78326 h 218918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401214 w 479540"/>
                <a:gd name="connsiteY2" fmla="*/ 64040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401214 w 479540"/>
                <a:gd name="connsiteY2" fmla="*/ 64040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4 w 469953"/>
                <a:gd name="connsiteY0" fmla="*/ 154603 h 2265461"/>
                <a:gd name="connsiteX1" fmla="*/ 42068 w 469953"/>
                <a:gd name="connsiteY1" fmla="*/ 0 h 2265461"/>
                <a:gd name="connsiteX2" fmla="*/ 330427 w 469953"/>
                <a:gd name="connsiteY2" fmla="*/ 74670 h 2265461"/>
                <a:gd name="connsiteX3" fmla="*/ 469953 w 469953"/>
                <a:gd name="connsiteY3" fmla="*/ 154603 h 2265461"/>
                <a:gd name="connsiteX4" fmla="*/ 469953 w 469953"/>
                <a:gd name="connsiteY4" fmla="*/ 2187135 h 2265461"/>
                <a:gd name="connsiteX5" fmla="*/ 391627 w 469953"/>
                <a:gd name="connsiteY5" fmla="*/ 2265461 h 2265461"/>
                <a:gd name="connsiteX6" fmla="*/ 78330 w 469953"/>
                <a:gd name="connsiteY6" fmla="*/ 2265461 h 2265461"/>
                <a:gd name="connsiteX7" fmla="*/ 4 w 469953"/>
                <a:gd name="connsiteY7" fmla="*/ 2187135 h 2265461"/>
                <a:gd name="connsiteX8" fmla="*/ 4 w 469953"/>
                <a:gd name="connsiteY8" fmla="*/ 154603 h 2265461"/>
                <a:gd name="connsiteX0" fmla="*/ 4 w 469953"/>
                <a:gd name="connsiteY0" fmla="*/ 154603 h 2265461"/>
                <a:gd name="connsiteX1" fmla="*/ 42068 w 469953"/>
                <a:gd name="connsiteY1" fmla="*/ 0 h 2265461"/>
                <a:gd name="connsiteX2" fmla="*/ 330427 w 469953"/>
                <a:gd name="connsiteY2" fmla="*/ 74670 h 2265461"/>
                <a:gd name="connsiteX3" fmla="*/ 469953 w 469953"/>
                <a:gd name="connsiteY3" fmla="*/ 154603 h 2265461"/>
                <a:gd name="connsiteX4" fmla="*/ 469953 w 469953"/>
                <a:gd name="connsiteY4" fmla="*/ 2187135 h 2265461"/>
                <a:gd name="connsiteX5" fmla="*/ 391627 w 469953"/>
                <a:gd name="connsiteY5" fmla="*/ 2265461 h 2265461"/>
                <a:gd name="connsiteX6" fmla="*/ 78330 w 469953"/>
                <a:gd name="connsiteY6" fmla="*/ 2265461 h 2265461"/>
                <a:gd name="connsiteX7" fmla="*/ 4 w 469953"/>
                <a:gd name="connsiteY7" fmla="*/ 2187135 h 2265461"/>
                <a:gd name="connsiteX8" fmla="*/ 4 w 469953"/>
                <a:gd name="connsiteY8" fmla="*/ 154603 h 2265461"/>
                <a:gd name="connsiteX0" fmla="*/ 7203 w 477152"/>
                <a:gd name="connsiteY0" fmla="*/ 202492 h 2313350"/>
                <a:gd name="connsiteX1" fmla="*/ 25429 w 477152"/>
                <a:gd name="connsiteY1" fmla="*/ 0 h 2313350"/>
                <a:gd name="connsiteX2" fmla="*/ 337626 w 477152"/>
                <a:gd name="connsiteY2" fmla="*/ 122559 h 2313350"/>
                <a:gd name="connsiteX3" fmla="*/ 477152 w 477152"/>
                <a:gd name="connsiteY3" fmla="*/ 202492 h 2313350"/>
                <a:gd name="connsiteX4" fmla="*/ 477152 w 477152"/>
                <a:gd name="connsiteY4" fmla="*/ 2235024 h 2313350"/>
                <a:gd name="connsiteX5" fmla="*/ 398826 w 477152"/>
                <a:gd name="connsiteY5" fmla="*/ 2313350 h 2313350"/>
                <a:gd name="connsiteX6" fmla="*/ 85529 w 477152"/>
                <a:gd name="connsiteY6" fmla="*/ 2313350 h 2313350"/>
                <a:gd name="connsiteX7" fmla="*/ 7203 w 477152"/>
                <a:gd name="connsiteY7" fmla="*/ 2235024 h 2313350"/>
                <a:gd name="connsiteX8" fmla="*/ 7203 w 477152"/>
                <a:gd name="connsiteY8" fmla="*/ 202492 h 2313350"/>
                <a:gd name="connsiteX0" fmla="*/ 7204 w 477153"/>
                <a:gd name="connsiteY0" fmla="*/ 202492 h 2313350"/>
                <a:gd name="connsiteX1" fmla="*/ 25430 w 477153"/>
                <a:gd name="connsiteY1" fmla="*/ 0 h 2313350"/>
                <a:gd name="connsiteX2" fmla="*/ 341592 w 477153"/>
                <a:gd name="connsiteY2" fmla="*/ 105392 h 2313350"/>
                <a:gd name="connsiteX3" fmla="*/ 477153 w 477153"/>
                <a:gd name="connsiteY3" fmla="*/ 202492 h 2313350"/>
                <a:gd name="connsiteX4" fmla="*/ 477153 w 477153"/>
                <a:gd name="connsiteY4" fmla="*/ 2235024 h 2313350"/>
                <a:gd name="connsiteX5" fmla="*/ 398827 w 477153"/>
                <a:gd name="connsiteY5" fmla="*/ 2313350 h 2313350"/>
                <a:gd name="connsiteX6" fmla="*/ 85530 w 477153"/>
                <a:gd name="connsiteY6" fmla="*/ 2313350 h 2313350"/>
                <a:gd name="connsiteX7" fmla="*/ 7204 w 477153"/>
                <a:gd name="connsiteY7" fmla="*/ 2235024 h 2313350"/>
                <a:gd name="connsiteX8" fmla="*/ 7204 w 477153"/>
                <a:gd name="connsiteY8" fmla="*/ 202492 h 2313350"/>
                <a:gd name="connsiteX0" fmla="*/ 7204 w 477153"/>
                <a:gd name="connsiteY0" fmla="*/ 202492 h 2313350"/>
                <a:gd name="connsiteX1" fmla="*/ 25430 w 477153"/>
                <a:gd name="connsiteY1" fmla="*/ 0 h 2313350"/>
                <a:gd name="connsiteX2" fmla="*/ 341592 w 477153"/>
                <a:gd name="connsiteY2" fmla="*/ 105392 h 2313350"/>
                <a:gd name="connsiteX3" fmla="*/ 477153 w 477153"/>
                <a:gd name="connsiteY3" fmla="*/ 202492 h 2313350"/>
                <a:gd name="connsiteX4" fmla="*/ 477153 w 477153"/>
                <a:gd name="connsiteY4" fmla="*/ 2235024 h 2313350"/>
                <a:gd name="connsiteX5" fmla="*/ 398827 w 477153"/>
                <a:gd name="connsiteY5" fmla="*/ 2313350 h 2313350"/>
                <a:gd name="connsiteX6" fmla="*/ 85530 w 477153"/>
                <a:gd name="connsiteY6" fmla="*/ 2313350 h 2313350"/>
                <a:gd name="connsiteX7" fmla="*/ 7204 w 477153"/>
                <a:gd name="connsiteY7" fmla="*/ 2235024 h 2313350"/>
                <a:gd name="connsiteX8" fmla="*/ 7204 w 477153"/>
                <a:gd name="connsiteY8" fmla="*/ 202492 h 2313350"/>
                <a:gd name="connsiteX0" fmla="*/ -1 w 469948"/>
                <a:gd name="connsiteY0" fmla="*/ 174286 h 2285144"/>
                <a:gd name="connsiteX1" fmla="*/ 49782 w 469948"/>
                <a:gd name="connsiteY1" fmla="*/ 1 h 2285144"/>
                <a:gd name="connsiteX2" fmla="*/ 334387 w 469948"/>
                <a:gd name="connsiteY2" fmla="*/ 77186 h 2285144"/>
                <a:gd name="connsiteX3" fmla="*/ 469948 w 469948"/>
                <a:gd name="connsiteY3" fmla="*/ 174286 h 2285144"/>
                <a:gd name="connsiteX4" fmla="*/ 469948 w 469948"/>
                <a:gd name="connsiteY4" fmla="*/ 2206818 h 2285144"/>
                <a:gd name="connsiteX5" fmla="*/ 391622 w 469948"/>
                <a:gd name="connsiteY5" fmla="*/ 2285144 h 2285144"/>
                <a:gd name="connsiteX6" fmla="*/ 78325 w 469948"/>
                <a:gd name="connsiteY6" fmla="*/ 2285144 h 2285144"/>
                <a:gd name="connsiteX7" fmla="*/ -1 w 469948"/>
                <a:gd name="connsiteY7" fmla="*/ 2206818 h 2285144"/>
                <a:gd name="connsiteX8" fmla="*/ -1 w 469948"/>
                <a:gd name="connsiteY8" fmla="*/ 174286 h 2285144"/>
                <a:gd name="connsiteX0" fmla="*/ 0 w 469949"/>
                <a:gd name="connsiteY0" fmla="*/ 174285 h 2285143"/>
                <a:gd name="connsiteX1" fmla="*/ 49783 w 469949"/>
                <a:gd name="connsiteY1" fmla="*/ 0 h 2285143"/>
                <a:gd name="connsiteX2" fmla="*/ 334388 w 469949"/>
                <a:gd name="connsiteY2" fmla="*/ 77185 h 2285143"/>
                <a:gd name="connsiteX3" fmla="*/ 469949 w 469949"/>
                <a:gd name="connsiteY3" fmla="*/ 174285 h 2285143"/>
                <a:gd name="connsiteX4" fmla="*/ 469949 w 469949"/>
                <a:gd name="connsiteY4" fmla="*/ 2206817 h 2285143"/>
                <a:gd name="connsiteX5" fmla="*/ 391623 w 469949"/>
                <a:gd name="connsiteY5" fmla="*/ 2285143 h 2285143"/>
                <a:gd name="connsiteX6" fmla="*/ 78326 w 469949"/>
                <a:gd name="connsiteY6" fmla="*/ 2285143 h 2285143"/>
                <a:gd name="connsiteX7" fmla="*/ 0 w 469949"/>
                <a:gd name="connsiteY7" fmla="*/ 2206817 h 2285143"/>
                <a:gd name="connsiteX8" fmla="*/ 0 w 469949"/>
                <a:gd name="connsiteY8" fmla="*/ 174285 h 2285143"/>
                <a:gd name="connsiteX0" fmla="*/ 1054 w 471003"/>
                <a:gd name="connsiteY0" fmla="*/ 197892 h 2308750"/>
                <a:gd name="connsiteX1" fmla="*/ 34082 w 471003"/>
                <a:gd name="connsiteY1" fmla="*/ 0 h 2308750"/>
                <a:gd name="connsiteX2" fmla="*/ 335442 w 471003"/>
                <a:gd name="connsiteY2" fmla="*/ 100792 h 2308750"/>
                <a:gd name="connsiteX3" fmla="*/ 471003 w 471003"/>
                <a:gd name="connsiteY3" fmla="*/ 197892 h 2308750"/>
                <a:gd name="connsiteX4" fmla="*/ 471003 w 471003"/>
                <a:gd name="connsiteY4" fmla="*/ 2230424 h 2308750"/>
                <a:gd name="connsiteX5" fmla="*/ 392677 w 471003"/>
                <a:gd name="connsiteY5" fmla="*/ 2308750 h 2308750"/>
                <a:gd name="connsiteX6" fmla="*/ 79380 w 471003"/>
                <a:gd name="connsiteY6" fmla="*/ 2308750 h 2308750"/>
                <a:gd name="connsiteX7" fmla="*/ 1054 w 471003"/>
                <a:gd name="connsiteY7" fmla="*/ 2230424 h 2308750"/>
                <a:gd name="connsiteX8" fmla="*/ 1054 w 471003"/>
                <a:gd name="connsiteY8" fmla="*/ 197892 h 2308750"/>
                <a:gd name="connsiteX0" fmla="*/ 1054 w 471003"/>
                <a:gd name="connsiteY0" fmla="*/ 197892 h 2308750"/>
                <a:gd name="connsiteX1" fmla="*/ 34082 w 471003"/>
                <a:gd name="connsiteY1" fmla="*/ 0 h 2308750"/>
                <a:gd name="connsiteX2" fmla="*/ 334861 w 471003"/>
                <a:gd name="connsiteY2" fmla="*/ 89571 h 2308750"/>
                <a:gd name="connsiteX3" fmla="*/ 471003 w 471003"/>
                <a:gd name="connsiteY3" fmla="*/ 197892 h 2308750"/>
                <a:gd name="connsiteX4" fmla="*/ 471003 w 471003"/>
                <a:gd name="connsiteY4" fmla="*/ 2230424 h 2308750"/>
                <a:gd name="connsiteX5" fmla="*/ 392677 w 471003"/>
                <a:gd name="connsiteY5" fmla="*/ 2308750 h 2308750"/>
                <a:gd name="connsiteX6" fmla="*/ 79380 w 471003"/>
                <a:gd name="connsiteY6" fmla="*/ 2308750 h 2308750"/>
                <a:gd name="connsiteX7" fmla="*/ 1054 w 471003"/>
                <a:gd name="connsiteY7" fmla="*/ 2230424 h 2308750"/>
                <a:gd name="connsiteX8" fmla="*/ 1054 w 471003"/>
                <a:gd name="connsiteY8" fmla="*/ 197892 h 2308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1003" h="2308750">
                  <a:moveTo>
                    <a:pt x="1054" y="197892"/>
                  </a:moveTo>
                  <a:cubicBezTo>
                    <a:pt x="1054" y="154634"/>
                    <a:pt x="-9176" y="0"/>
                    <a:pt x="34082" y="0"/>
                  </a:cubicBezTo>
                  <a:cubicBezTo>
                    <a:pt x="252569" y="55222"/>
                    <a:pt x="180322" y="46561"/>
                    <a:pt x="334861" y="89571"/>
                  </a:cubicBezTo>
                  <a:cubicBezTo>
                    <a:pt x="454403" y="123843"/>
                    <a:pt x="471003" y="154634"/>
                    <a:pt x="471003" y="197892"/>
                  </a:cubicBezTo>
                  <a:lnTo>
                    <a:pt x="471003" y="2230424"/>
                  </a:lnTo>
                  <a:cubicBezTo>
                    <a:pt x="471003" y="2273682"/>
                    <a:pt x="435935" y="2308750"/>
                    <a:pt x="392677" y="2308750"/>
                  </a:cubicBezTo>
                  <a:lnTo>
                    <a:pt x="79380" y="2308750"/>
                  </a:lnTo>
                  <a:cubicBezTo>
                    <a:pt x="36122" y="2308750"/>
                    <a:pt x="1054" y="2273682"/>
                    <a:pt x="1054" y="2230424"/>
                  </a:cubicBezTo>
                  <a:lnTo>
                    <a:pt x="1054" y="197892"/>
                  </a:lnTo>
                  <a:close/>
                </a:path>
              </a:pathLst>
            </a:cu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30" name="사각형: 둥근 모서리 29">
              <a:extLst>
                <a:ext uri="{FF2B5EF4-FFF2-40B4-BE49-F238E27FC236}">
                  <a16:creationId xmlns:a16="http://schemas.microsoft.com/office/drawing/2014/main" id="{6DF17EFE-4DE7-23E0-83AE-F34E55751FBA}"/>
                </a:ext>
              </a:extLst>
            </p:cNvPr>
            <p:cNvSpPr/>
            <p:nvPr userDrawn="1"/>
          </p:nvSpPr>
          <p:spPr>
            <a:xfrm rot="4506704" flipH="1">
              <a:off x="6264119" y="360823"/>
              <a:ext cx="464231" cy="107393"/>
            </a:xfrm>
            <a:prstGeom prst="roundRect">
              <a:avLst>
                <a:gd name="adj" fmla="val 32586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31" name="사각형: 둥근 모서리 30">
              <a:extLst>
                <a:ext uri="{FF2B5EF4-FFF2-40B4-BE49-F238E27FC236}">
                  <a16:creationId xmlns:a16="http://schemas.microsoft.com/office/drawing/2014/main" id="{E99538CC-61E2-1721-E8D1-CDDF420D356E}"/>
                </a:ext>
              </a:extLst>
            </p:cNvPr>
            <p:cNvSpPr/>
            <p:nvPr userDrawn="1"/>
          </p:nvSpPr>
          <p:spPr>
            <a:xfrm flipH="1">
              <a:off x="6394598" y="180267"/>
              <a:ext cx="351774" cy="60140"/>
            </a:xfrm>
            <a:prstGeom prst="roundRect">
              <a:avLst>
                <a:gd name="adj" fmla="val 32586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</p:grpSp>
      <p:grpSp>
        <p:nvGrpSpPr>
          <p:cNvPr id="32" name="그룹 31">
            <a:extLst>
              <a:ext uri="{FF2B5EF4-FFF2-40B4-BE49-F238E27FC236}">
                <a16:creationId xmlns:a16="http://schemas.microsoft.com/office/drawing/2014/main" id="{50790F64-4FE8-0A76-F8EF-FEA76BB718F4}"/>
              </a:ext>
            </a:extLst>
          </p:cNvPr>
          <p:cNvGrpSpPr/>
          <p:nvPr userDrawn="1"/>
        </p:nvGrpSpPr>
        <p:grpSpPr>
          <a:xfrm>
            <a:off x="9608429" y="6377262"/>
            <a:ext cx="2549704" cy="447351"/>
            <a:chOff x="2347257" y="6113745"/>
            <a:chExt cx="2549704" cy="447351"/>
          </a:xfrm>
        </p:grpSpPr>
        <p:pic>
          <p:nvPicPr>
            <p:cNvPr id="33" name="그림 32" descr="로고, 그래픽, 그래픽 디자인, 스크린샷이(가) 표시된 사진&#10;&#10;자동 생성된 설명">
              <a:extLst>
                <a:ext uri="{FF2B5EF4-FFF2-40B4-BE49-F238E27FC236}">
                  <a16:creationId xmlns:a16="http://schemas.microsoft.com/office/drawing/2014/main" id="{5F0107DC-1969-2332-9966-A8D4F0495726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347257" y="6113745"/>
              <a:ext cx="1016707" cy="447351"/>
            </a:xfrm>
            <a:prstGeom prst="rect">
              <a:avLst/>
            </a:prstGeom>
          </p:spPr>
        </p:pic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21C8422F-847D-E2D6-6D3B-C424656E2C83}"/>
                </a:ext>
              </a:extLst>
            </p:cNvPr>
            <p:cNvSpPr txBox="1"/>
            <p:nvPr userDrawn="1"/>
          </p:nvSpPr>
          <p:spPr>
            <a:xfrm>
              <a:off x="3356155" y="6113745"/>
              <a:ext cx="1540806" cy="374526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>
                <a:lnSpc>
                  <a:spcPts val="1100"/>
                </a:lnSpc>
              </a:pPr>
              <a:r>
                <a:rPr lang="en-US" sz="1200" b="1" dirty="0">
                  <a:solidFill>
                    <a:srgbClr val="5A5B5E"/>
                  </a:solidFill>
                  <a:latin typeface="Trebuchet MS" panose="020B0703020202090204" pitchFamily="34" charset="0"/>
                  <a:ea typeface="Baskerville" panose="02020502070401020303" pitchFamily="18" charset="0"/>
                </a:rPr>
                <a:t>School of Software</a:t>
              </a:r>
            </a:p>
            <a:p>
              <a:pPr algn="ctr">
                <a:lnSpc>
                  <a:spcPts val="1100"/>
                </a:lnSpc>
              </a:pPr>
              <a:r>
                <a:rPr lang="en-US" sz="1200" b="1" dirty="0" err="1">
                  <a:solidFill>
                    <a:srgbClr val="1DA1C6"/>
                  </a:solidFill>
                  <a:latin typeface="Trebuchet MS" panose="020B0703020202090204" pitchFamily="34" charset="0"/>
                  <a:ea typeface="Baskerville" panose="02020502070401020303" pitchFamily="18" charset="0"/>
                </a:rPr>
                <a:t>Soongsil</a:t>
              </a:r>
              <a:r>
                <a:rPr lang="en-US" sz="1200" b="1" dirty="0">
                  <a:solidFill>
                    <a:srgbClr val="1DA1C6"/>
                  </a:solidFill>
                  <a:latin typeface="Trebuchet MS" panose="020B0703020202090204" pitchFamily="34" charset="0"/>
                  <a:ea typeface="Baskerville" panose="02020502070401020303" pitchFamily="18" charset="0"/>
                </a:rPr>
                <a:t> University</a:t>
              </a:r>
            </a:p>
          </p:txBody>
        </p:sp>
      </p:grpSp>
      <p:sp>
        <p:nvSpPr>
          <p:cNvPr id="43" name="내용 개체 틀 42">
            <a:extLst>
              <a:ext uri="{FF2B5EF4-FFF2-40B4-BE49-F238E27FC236}">
                <a16:creationId xmlns:a16="http://schemas.microsoft.com/office/drawing/2014/main" id="{7F399805-B9E0-9A92-4145-86CBE2C1A796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1524001" y="1299326"/>
            <a:ext cx="9144000" cy="855183"/>
          </a:xfrm>
        </p:spPr>
        <p:txBody>
          <a:bodyPr anchor="b"/>
          <a:lstStyle>
            <a:lvl1pPr marL="0" indent="0" algn="ctr">
              <a:buNone/>
              <a:defRPr sz="4800" b="1">
                <a:latin typeface="Trebuchet MS" panose="020B0603020202020204" pitchFamily="34" charset="0"/>
              </a:defRPr>
            </a:lvl1pPr>
          </a:lstStyle>
          <a:p>
            <a:pPr lvl="0"/>
            <a:r>
              <a:rPr lang="ko-KR" altLang="en-US" dirty="0"/>
              <a:t>마스터 텍스트 스타일</a:t>
            </a:r>
          </a:p>
        </p:txBody>
      </p:sp>
    </p:spTree>
    <p:extLst>
      <p:ext uri="{BB962C8B-B14F-4D97-AF65-F5344CB8AC3E}">
        <p14:creationId xmlns:p14="http://schemas.microsoft.com/office/powerpoint/2010/main" val="18610629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33AEBF52-76E9-B938-4862-6D13627AFD4C}"/>
              </a:ext>
            </a:extLst>
          </p:cNvPr>
          <p:cNvSpPr/>
          <p:nvPr userDrawn="1"/>
        </p:nvSpPr>
        <p:spPr>
          <a:xfrm>
            <a:off x="2" y="-1"/>
            <a:ext cx="12191999" cy="681037"/>
          </a:xfrm>
          <a:prstGeom prst="rect">
            <a:avLst/>
          </a:prstGeom>
          <a:gradFill flip="none" rotWithShape="1">
            <a:gsLst>
              <a:gs pos="0">
                <a:srgbClr val="01688F"/>
              </a:gs>
              <a:gs pos="100000">
                <a:schemeClr val="bg1">
                  <a:alpha val="0"/>
                </a:schemeClr>
              </a:gs>
              <a:gs pos="70000">
                <a:srgbClr val="72ABC8"/>
              </a:gs>
              <a:gs pos="85000">
                <a:schemeClr val="accent1">
                  <a:lumMod val="40000"/>
                  <a:lumOff val="60000"/>
                </a:schemeClr>
              </a:gs>
            </a:gsLst>
            <a:lin ang="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dirty="0">
              <a:latin typeface="Trebuchet MS" panose="020B0703020202090204" pitchFamily="34" charset="0"/>
            </a:endParaRPr>
          </a:p>
        </p:txBody>
      </p:sp>
      <p:pic>
        <p:nvPicPr>
          <p:cNvPr id="8" name="그림 7" descr="옥외설치물이(가) 표시된 사진&#10;&#10;자동 생성된 설명">
            <a:extLst>
              <a:ext uri="{FF2B5EF4-FFF2-40B4-BE49-F238E27FC236}">
                <a16:creationId xmlns:a16="http://schemas.microsoft.com/office/drawing/2014/main" id="{F966DF82-ED07-FCE8-124A-FFE8ACAFE18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alphaModFix amt="70000"/>
            <a:duotone>
              <a:schemeClr val="accent5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112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593627" y="-1"/>
            <a:ext cx="2598373" cy="681037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67749" y="150607"/>
            <a:ext cx="11456504" cy="530430"/>
          </a:xfrm>
          <a:prstGeom prst="rect">
            <a:avLst/>
          </a:prstGeom>
        </p:spPr>
        <p:txBody>
          <a:bodyPr anchor="ctr"/>
          <a:lstStyle>
            <a:lvl1pPr>
              <a:defRPr sz="3200" b="1">
                <a:solidFill>
                  <a:schemeClr val="bg1"/>
                </a:solidFill>
                <a:latin typeface="Trebuchet MS" panose="020B070302020209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367749" y="1172818"/>
            <a:ext cx="11456504" cy="5004146"/>
          </a:xfrm>
        </p:spPr>
        <p:txBody>
          <a:bodyPr>
            <a:normAutofit/>
          </a:bodyPr>
          <a:lstStyle>
            <a:lvl1pPr marL="228601" indent="-228601">
              <a:lnSpc>
                <a:spcPct val="150000"/>
              </a:lnSpc>
              <a:buFont typeface="Wingdings" pitchFamily="2" charset="2"/>
              <a:buChar char="§"/>
              <a:defRPr sz="2000" b="1">
                <a:latin typeface="Trebuchet MS" panose="020B0703020202090204" pitchFamily="34" charset="0"/>
              </a:defRPr>
            </a:lvl1pPr>
            <a:lvl2pPr marL="685803" indent="-228601">
              <a:lnSpc>
                <a:spcPct val="150000"/>
              </a:lnSpc>
              <a:buFont typeface="시스템 서체 일반체"/>
              <a:buChar char="-"/>
              <a:defRPr sz="1600">
                <a:latin typeface="Trebuchet MS" panose="020B0703020202090204" pitchFamily="34" charset="0"/>
              </a:defRPr>
            </a:lvl2pPr>
            <a:lvl3pPr>
              <a:lnSpc>
                <a:spcPct val="150000"/>
              </a:lnSpc>
              <a:defRPr sz="1400">
                <a:latin typeface="Trebuchet MS" panose="020B0703020202090204" pitchFamily="34" charset="0"/>
              </a:defRPr>
            </a:lvl3pPr>
            <a:lvl4pPr marL="1600206" indent="-228601">
              <a:lnSpc>
                <a:spcPct val="150000"/>
              </a:lnSpc>
              <a:buFont typeface="Trebuchet MS" panose="020B0603020202020204" pitchFamily="34" charset="0"/>
              <a:buChar char=":"/>
              <a:defRPr sz="1050">
                <a:latin typeface="Trebuchet MS" panose="020B0703020202090204" pitchFamily="34" charset="0"/>
              </a:defRPr>
            </a:lvl4pPr>
            <a:lvl5pPr marL="2057408" indent="-228601">
              <a:lnSpc>
                <a:spcPct val="150000"/>
              </a:lnSpc>
              <a:buFont typeface="Wingdings" panose="05000000000000000000" pitchFamily="2" charset="2"/>
              <a:buChar char="ü"/>
              <a:defRPr sz="1000">
                <a:latin typeface="Trebuchet MS" panose="020B0703020202090204" pitchFamily="34" charset="0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B74EEE4B-5648-1141-8DE7-F35CCED6ABC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16996" y="6598733"/>
            <a:ext cx="2564404" cy="213734"/>
          </a:xfrm>
          <a:prstGeom prst="rect">
            <a:avLst/>
          </a:prstGeom>
        </p:spPr>
        <p:txBody>
          <a:bodyPr/>
          <a:lstStyle>
            <a:lvl1pPr>
              <a:defRPr>
                <a:latin typeface="Trebuchet MS" panose="020B0703020202090204" pitchFamily="34" charset="0"/>
              </a:defRPr>
            </a:lvl1pPr>
          </a:lstStyle>
          <a:p>
            <a:r>
              <a:rPr lang="en-US" altLang="ko-KR"/>
              <a:t>2026-07-31</a:t>
            </a:r>
            <a:endParaRPr lang="en-US" dirty="0"/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B95CB966-C0B0-BF40-9B2D-EFD92EBA59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1" y="6598733"/>
            <a:ext cx="4114800" cy="213734"/>
          </a:xfrm>
          <a:prstGeom prst="rect">
            <a:avLst/>
          </a:prstGeom>
        </p:spPr>
        <p:txBody>
          <a:bodyPr/>
          <a:lstStyle>
            <a:lvl1pPr>
              <a:defRPr>
                <a:latin typeface="Trebuchet MS" panose="020B070302020209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812EEE38-D0A6-0A45-82F8-581A904D7C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006309" y="6598733"/>
            <a:ext cx="3110345" cy="213734"/>
          </a:xfrm>
          <a:prstGeom prst="rect">
            <a:avLst/>
          </a:prstGeom>
        </p:spPr>
        <p:txBody>
          <a:bodyPr/>
          <a:lstStyle>
            <a:lvl1pPr>
              <a:defRPr>
                <a:latin typeface="Trebuchet MS" panose="020B0703020202090204" pitchFamily="34" charset="0"/>
              </a:defRPr>
            </a:lvl1pPr>
          </a:lstStyle>
          <a:p>
            <a:r>
              <a:rPr lang="en-US" altLang="ko-KR" dirty="0"/>
              <a:t>Sang-Jun Moon 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AICA Lab Meeting</a:t>
            </a:r>
            <a:r>
              <a:rPr lang="en-US" altLang="ko-KR" dirty="0"/>
              <a:t> | </a:t>
            </a:r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4" name="그룹 3">
            <a:extLst>
              <a:ext uri="{FF2B5EF4-FFF2-40B4-BE49-F238E27FC236}">
                <a16:creationId xmlns:a16="http://schemas.microsoft.com/office/drawing/2014/main" id="{AF465BD3-D334-A698-AE1D-AAE802C779D9}"/>
              </a:ext>
            </a:extLst>
          </p:cNvPr>
          <p:cNvGrpSpPr/>
          <p:nvPr userDrawn="1"/>
        </p:nvGrpSpPr>
        <p:grpSpPr>
          <a:xfrm>
            <a:off x="135856" y="6450684"/>
            <a:ext cx="899987" cy="323081"/>
            <a:chOff x="5976117" y="116467"/>
            <a:chExt cx="4341047" cy="1559914"/>
          </a:xfrm>
        </p:grpSpPr>
        <p:sp>
          <p:nvSpPr>
            <p:cNvPr id="5" name="사각형: 둥근 모서리 4">
              <a:extLst>
                <a:ext uri="{FF2B5EF4-FFF2-40B4-BE49-F238E27FC236}">
                  <a16:creationId xmlns:a16="http://schemas.microsoft.com/office/drawing/2014/main" id="{09E45834-AE31-A9B9-9BE3-8876DD4BFA7F}"/>
                </a:ext>
              </a:extLst>
            </p:cNvPr>
            <p:cNvSpPr/>
            <p:nvPr userDrawn="1"/>
          </p:nvSpPr>
          <p:spPr>
            <a:xfrm>
              <a:off x="7547660" y="613810"/>
              <a:ext cx="360000" cy="1046263"/>
            </a:xfrm>
            <a:prstGeom prst="roundRect">
              <a:avLst/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6" name="사각형: 둥근 모서리 5">
              <a:extLst>
                <a:ext uri="{FF2B5EF4-FFF2-40B4-BE49-F238E27FC236}">
                  <a16:creationId xmlns:a16="http://schemas.microsoft.com/office/drawing/2014/main" id="{09BE6CC6-B0C2-D1F8-C568-1636306F8597}"/>
                </a:ext>
              </a:extLst>
            </p:cNvPr>
            <p:cNvSpPr/>
            <p:nvPr userDrawn="1"/>
          </p:nvSpPr>
          <p:spPr>
            <a:xfrm>
              <a:off x="6776499" y="1312781"/>
              <a:ext cx="1131162" cy="363600"/>
            </a:xfrm>
            <a:prstGeom prst="roundRect">
              <a:avLst/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9" name="사각형: 둥근 모서리 34">
              <a:extLst>
                <a:ext uri="{FF2B5EF4-FFF2-40B4-BE49-F238E27FC236}">
                  <a16:creationId xmlns:a16="http://schemas.microsoft.com/office/drawing/2014/main" id="{372FB6C3-D418-1840-6AE7-B37D603006F2}"/>
                </a:ext>
              </a:extLst>
            </p:cNvPr>
            <p:cNvSpPr/>
            <p:nvPr userDrawn="1"/>
          </p:nvSpPr>
          <p:spPr>
            <a:xfrm rot="923841">
              <a:off x="6171723" y="144498"/>
              <a:ext cx="372850" cy="1492452"/>
            </a:xfrm>
            <a:custGeom>
              <a:avLst/>
              <a:gdLst>
                <a:gd name="connsiteX0" fmla="*/ 0 w 469949"/>
                <a:gd name="connsiteY0" fmla="*/ 78326 h 2189184"/>
                <a:gd name="connsiteX1" fmla="*/ 78326 w 469949"/>
                <a:gd name="connsiteY1" fmla="*/ 0 h 2189184"/>
                <a:gd name="connsiteX2" fmla="*/ 391623 w 469949"/>
                <a:gd name="connsiteY2" fmla="*/ 0 h 2189184"/>
                <a:gd name="connsiteX3" fmla="*/ 469949 w 469949"/>
                <a:gd name="connsiteY3" fmla="*/ 78326 h 2189184"/>
                <a:gd name="connsiteX4" fmla="*/ 469949 w 469949"/>
                <a:gd name="connsiteY4" fmla="*/ 2110858 h 2189184"/>
                <a:gd name="connsiteX5" fmla="*/ 391623 w 469949"/>
                <a:gd name="connsiteY5" fmla="*/ 2189184 h 2189184"/>
                <a:gd name="connsiteX6" fmla="*/ 78326 w 469949"/>
                <a:gd name="connsiteY6" fmla="*/ 2189184 h 2189184"/>
                <a:gd name="connsiteX7" fmla="*/ 0 w 469949"/>
                <a:gd name="connsiteY7" fmla="*/ 2110858 h 2189184"/>
                <a:gd name="connsiteX8" fmla="*/ 0 w 469949"/>
                <a:gd name="connsiteY8" fmla="*/ 78326 h 2189184"/>
                <a:gd name="connsiteX0" fmla="*/ 0 w 470074"/>
                <a:gd name="connsiteY0" fmla="*/ 168229 h 2279087"/>
                <a:gd name="connsiteX1" fmla="*/ 78326 w 470074"/>
                <a:gd name="connsiteY1" fmla="*/ 89903 h 2279087"/>
                <a:gd name="connsiteX2" fmla="*/ 431082 w 470074"/>
                <a:gd name="connsiteY2" fmla="*/ 0 h 2279087"/>
                <a:gd name="connsiteX3" fmla="*/ 469949 w 470074"/>
                <a:gd name="connsiteY3" fmla="*/ 168229 h 2279087"/>
                <a:gd name="connsiteX4" fmla="*/ 469949 w 470074"/>
                <a:gd name="connsiteY4" fmla="*/ 2200761 h 2279087"/>
                <a:gd name="connsiteX5" fmla="*/ 391623 w 470074"/>
                <a:gd name="connsiteY5" fmla="*/ 2279087 h 2279087"/>
                <a:gd name="connsiteX6" fmla="*/ 78326 w 470074"/>
                <a:gd name="connsiteY6" fmla="*/ 2279087 h 2279087"/>
                <a:gd name="connsiteX7" fmla="*/ 0 w 470074"/>
                <a:gd name="connsiteY7" fmla="*/ 2200761 h 2279087"/>
                <a:gd name="connsiteX8" fmla="*/ 0 w 470074"/>
                <a:gd name="connsiteY8" fmla="*/ 168229 h 2279087"/>
                <a:gd name="connsiteX0" fmla="*/ 0 w 473939"/>
                <a:gd name="connsiteY0" fmla="*/ 152392 h 2263250"/>
                <a:gd name="connsiteX1" fmla="*/ 78326 w 473939"/>
                <a:gd name="connsiteY1" fmla="*/ 74066 h 2263250"/>
                <a:gd name="connsiteX2" fmla="*/ 445323 w 473939"/>
                <a:gd name="connsiteY2" fmla="*/ 0 h 2263250"/>
                <a:gd name="connsiteX3" fmla="*/ 469949 w 473939"/>
                <a:gd name="connsiteY3" fmla="*/ 152392 h 2263250"/>
                <a:gd name="connsiteX4" fmla="*/ 469949 w 473939"/>
                <a:gd name="connsiteY4" fmla="*/ 2184924 h 2263250"/>
                <a:gd name="connsiteX5" fmla="*/ 391623 w 473939"/>
                <a:gd name="connsiteY5" fmla="*/ 2263250 h 2263250"/>
                <a:gd name="connsiteX6" fmla="*/ 78326 w 473939"/>
                <a:gd name="connsiteY6" fmla="*/ 2263250 h 2263250"/>
                <a:gd name="connsiteX7" fmla="*/ 0 w 473939"/>
                <a:gd name="connsiteY7" fmla="*/ 2184924 h 2263250"/>
                <a:gd name="connsiteX8" fmla="*/ 0 w 473939"/>
                <a:gd name="connsiteY8" fmla="*/ 152392 h 2263250"/>
                <a:gd name="connsiteX0" fmla="*/ 0 w 479858"/>
                <a:gd name="connsiteY0" fmla="*/ 175184 h 2286042"/>
                <a:gd name="connsiteX1" fmla="*/ 78326 w 479858"/>
                <a:gd name="connsiteY1" fmla="*/ 96858 h 2286042"/>
                <a:gd name="connsiteX2" fmla="*/ 456335 w 479858"/>
                <a:gd name="connsiteY2" fmla="*/ 0 h 2286042"/>
                <a:gd name="connsiteX3" fmla="*/ 469949 w 479858"/>
                <a:gd name="connsiteY3" fmla="*/ 175184 h 2286042"/>
                <a:gd name="connsiteX4" fmla="*/ 469949 w 479858"/>
                <a:gd name="connsiteY4" fmla="*/ 2207716 h 2286042"/>
                <a:gd name="connsiteX5" fmla="*/ 391623 w 479858"/>
                <a:gd name="connsiteY5" fmla="*/ 2286042 h 2286042"/>
                <a:gd name="connsiteX6" fmla="*/ 78326 w 479858"/>
                <a:gd name="connsiteY6" fmla="*/ 2286042 h 2286042"/>
                <a:gd name="connsiteX7" fmla="*/ 0 w 479858"/>
                <a:gd name="connsiteY7" fmla="*/ 2207716 h 2286042"/>
                <a:gd name="connsiteX8" fmla="*/ 0 w 479858"/>
                <a:gd name="connsiteY8" fmla="*/ 175184 h 2286042"/>
                <a:gd name="connsiteX0" fmla="*/ 0 w 479858"/>
                <a:gd name="connsiteY0" fmla="*/ 175184 h 2286042"/>
                <a:gd name="connsiteX1" fmla="*/ 78326 w 479858"/>
                <a:gd name="connsiteY1" fmla="*/ 96858 h 2286042"/>
                <a:gd name="connsiteX2" fmla="*/ 456335 w 479858"/>
                <a:gd name="connsiteY2" fmla="*/ 0 h 2286042"/>
                <a:gd name="connsiteX3" fmla="*/ 469949 w 479858"/>
                <a:gd name="connsiteY3" fmla="*/ 175184 h 2286042"/>
                <a:gd name="connsiteX4" fmla="*/ 469949 w 479858"/>
                <a:gd name="connsiteY4" fmla="*/ 2207716 h 2286042"/>
                <a:gd name="connsiteX5" fmla="*/ 391623 w 479858"/>
                <a:gd name="connsiteY5" fmla="*/ 2286042 h 2286042"/>
                <a:gd name="connsiteX6" fmla="*/ 78326 w 479858"/>
                <a:gd name="connsiteY6" fmla="*/ 2286042 h 2286042"/>
                <a:gd name="connsiteX7" fmla="*/ 0 w 479858"/>
                <a:gd name="connsiteY7" fmla="*/ 2207716 h 2286042"/>
                <a:gd name="connsiteX8" fmla="*/ 0 w 479858"/>
                <a:gd name="connsiteY8" fmla="*/ 175184 h 22860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9858" h="2286042">
                  <a:moveTo>
                    <a:pt x="0" y="175184"/>
                  </a:moveTo>
                  <a:cubicBezTo>
                    <a:pt x="0" y="131926"/>
                    <a:pt x="35068" y="96858"/>
                    <a:pt x="78326" y="96858"/>
                  </a:cubicBezTo>
                  <a:cubicBezTo>
                    <a:pt x="394302" y="4021"/>
                    <a:pt x="351903" y="0"/>
                    <a:pt x="456335" y="0"/>
                  </a:cubicBezTo>
                  <a:cubicBezTo>
                    <a:pt x="499593" y="0"/>
                    <a:pt x="469949" y="131926"/>
                    <a:pt x="469949" y="175184"/>
                  </a:cubicBezTo>
                  <a:lnTo>
                    <a:pt x="469949" y="2207716"/>
                  </a:lnTo>
                  <a:cubicBezTo>
                    <a:pt x="469949" y="2250974"/>
                    <a:pt x="434881" y="2286042"/>
                    <a:pt x="391623" y="2286042"/>
                  </a:cubicBezTo>
                  <a:lnTo>
                    <a:pt x="78326" y="2286042"/>
                  </a:lnTo>
                  <a:cubicBezTo>
                    <a:pt x="35068" y="2286042"/>
                    <a:pt x="0" y="2250974"/>
                    <a:pt x="0" y="2207716"/>
                  </a:cubicBezTo>
                  <a:lnTo>
                    <a:pt x="0" y="175184"/>
                  </a:lnTo>
                  <a:close/>
                </a:path>
              </a:pathLst>
            </a:cu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10" name="사각형: 둥근 모서리 9">
              <a:extLst>
                <a:ext uri="{FF2B5EF4-FFF2-40B4-BE49-F238E27FC236}">
                  <a16:creationId xmlns:a16="http://schemas.microsoft.com/office/drawing/2014/main" id="{19B36722-692B-8A85-ABBD-C0C3519B7975}"/>
                </a:ext>
              </a:extLst>
            </p:cNvPr>
            <p:cNvSpPr/>
            <p:nvPr userDrawn="1"/>
          </p:nvSpPr>
          <p:spPr>
            <a:xfrm>
              <a:off x="5976117" y="1562385"/>
              <a:ext cx="367024" cy="107393"/>
            </a:xfrm>
            <a:prstGeom prst="roundRect">
              <a:avLst>
                <a:gd name="adj" fmla="val 49751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11" name="사각형: 둥근 모서리 10">
              <a:extLst>
                <a:ext uri="{FF2B5EF4-FFF2-40B4-BE49-F238E27FC236}">
                  <a16:creationId xmlns:a16="http://schemas.microsoft.com/office/drawing/2014/main" id="{27978080-5DA3-C7AF-D53C-7B04AA55674D}"/>
                </a:ext>
              </a:extLst>
            </p:cNvPr>
            <p:cNvSpPr/>
            <p:nvPr userDrawn="1"/>
          </p:nvSpPr>
          <p:spPr>
            <a:xfrm rot="17142116">
              <a:off x="5845212" y="1386473"/>
              <a:ext cx="447973" cy="107393"/>
            </a:xfrm>
            <a:prstGeom prst="roundRect">
              <a:avLst>
                <a:gd name="adj" fmla="val 49751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12" name="사각형: 둥근 모서리 11">
              <a:extLst>
                <a:ext uri="{FF2B5EF4-FFF2-40B4-BE49-F238E27FC236}">
                  <a16:creationId xmlns:a16="http://schemas.microsoft.com/office/drawing/2014/main" id="{D2E2207A-833C-96F1-DDEA-EAD252C6E34C}"/>
                </a:ext>
              </a:extLst>
            </p:cNvPr>
            <p:cNvSpPr/>
            <p:nvPr userDrawn="1"/>
          </p:nvSpPr>
          <p:spPr>
            <a:xfrm>
              <a:off x="7547660" y="189796"/>
              <a:ext cx="360000" cy="355633"/>
            </a:xfrm>
            <a:prstGeom prst="roundRect">
              <a:avLst/>
            </a:pr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16" name="사각형: 둥근 모서리 34">
              <a:extLst>
                <a:ext uri="{FF2B5EF4-FFF2-40B4-BE49-F238E27FC236}">
                  <a16:creationId xmlns:a16="http://schemas.microsoft.com/office/drawing/2014/main" id="{B9063DDA-A961-FAC9-63D8-26984466EFA9}"/>
                </a:ext>
              </a:extLst>
            </p:cNvPr>
            <p:cNvSpPr/>
            <p:nvPr userDrawn="1"/>
          </p:nvSpPr>
          <p:spPr>
            <a:xfrm rot="923841">
              <a:off x="9359767" y="144498"/>
              <a:ext cx="372850" cy="1492452"/>
            </a:xfrm>
            <a:custGeom>
              <a:avLst/>
              <a:gdLst>
                <a:gd name="connsiteX0" fmla="*/ 0 w 469949"/>
                <a:gd name="connsiteY0" fmla="*/ 78326 h 2189184"/>
                <a:gd name="connsiteX1" fmla="*/ 78326 w 469949"/>
                <a:gd name="connsiteY1" fmla="*/ 0 h 2189184"/>
                <a:gd name="connsiteX2" fmla="*/ 391623 w 469949"/>
                <a:gd name="connsiteY2" fmla="*/ 0 h 2189184"/>
                <a:gd name="connsiteX3" fmla="*/ 469949 w 469949"/>
                <a:gd name="connsiteY3" fmla="*/ 78326 h 2189184"/>
                <a:gd name="connsiteX4" fmla="*/ 469949 w 469949"/>
                <a:gd name="connsiteY4" fmla="*/ 2110858 h 2189184"/>
                <a:gd name="connsiteX5" fmla="*/ 391623 w 469949"/>
                <a:gd name="connsiteY5" fmla="*/ 2189184 h 2189184"/>
                <a:gd name="connsiteX6" fmla="*/ 78326 w 469949"/>
                <a:gd name="connsiteY6" fmla="*/ 2189184 h 2189184"/>
                <a:gd name="connsiteX7" fmla="*/ 0 w 469949"/>
                <a:gd name="connsiteY7" fmla="*/ 2110858 h 2189184"/>
                <a:gd name="connsiteX8" fmla="*/ 0 w 469949"/>
                <a:gd name="connsiteY8" fmla="*/ 78326 h 2189184"/>
                <a:gd name="connsiteX0" fmla="*/ 0 w 470074"/>
                <a:gd name="connsiteY0" fmla="*/ 168229 h 2279087"/>
                <a:gd name="connsiteX1" fmla="*/ 78326 w 470074"/>
                <a:gd name="connsiteY1" fmla="*/ 89903 h 2279087"/>
                <a:gd name="connsiteX2" fmla="*/ 431082 w 470074"/>
                <a:gd name="connsiteY2" fmla="*/ 0 h 2279087"/>
                <a:gd name="connsiteX3" fmla="*/ 469949 w 470074"/>
                <a:gd name="connsiteY3" fmla="*/ 168229 h 2279087"/>
                <a:gd name="connsiteX4" fmla="*/ 469949 w 470074"/>
                <a:gd name="connsiteY4" fmla="*/ 2200761 h 2279087"/>
                <a:gd name="connsiteX5" fmla="*/ 391623 w 470074"/>
                <a:gd name="connsiteY5" fmla="*/ 2279087 h 2279087"/>
                <a:gd name="connsiteX6" fmla="*/ 78326 w 470074"/>
                <a:gd name="connsiteY6" fmla="*/ 2279087 h 2279087"/>
                <a:gd name="connsiteX7" fmla="*/ 0 w 470074"/>
                <a:gd name="connsiteY7" fmla="*/ 2200761 h 2279087"/>
                <a:gd name="connsiteX8" fmla="*/ 0 w 470074"/>
                <a:gd name="connsiteY8" fmla="*/ 168229 h 2279087"/>
                <a:gd name="connsiteX0" fmla="*/ 0 w 473939"/>
                <a:gd name="connsiteY0" fmla="*/ 152392 h 2263250"/>
                <a:gd name="connsiteX1" fmla="*/ 78326 w 473939"/>
                <a:gd name="connsiteY1" fmla="*/ 74066 h 2263250"/>
                <a:gd name="connsiteX2" fmla="*/ 445323 w 473939"/>
                <a:gd name="connsiteY2" fmla="*/ 0 h 2263250"/>
                <a:gd name="connsiteX3" fmla="*/ 469949 w 473939"/>
                <a:gd name="connsiteY3" fmla="*/ 152392 h 2263250"/>
                <a:gd name="connsiteX4" fmla="*/ 469949 w 473939"/>
                <a:gd name="connsiteY4" fmla="*/ 2184924 h 2263250"/>
                <a:gd name="connsiteX5" fmla="*/ 391623 w 473939"/>
                <a:gd name="connsiteY5" fmla="*/ 2263250 h 2263250"/>
                <a:gd name="connsiteX6" fmla="*/ 78326 w 473939"/>
                <a:gd name="connsiteY6" fmla="*/ 2263250 h 2263250"/>
                <a:gd name="connsiteX7" fmla="*/ 0 w 473939"/>
                <a:gd name="connsiteY7" fmla="*/ 2184924 h 2263250"/>
                <a:gd name="connsiteX8" fmla="*/ 0 w 473939"/>
                <a:gd name="connsiteY8" fmla="*/ 152392 h 2263250"/>
                <a:gd name="connsiteX0" fmla="*/ 0 w 479858"/>
                <a:gd name="connsiteY0" fmla="*/ 175184 h 2286042"/>
                <a:gd name="connsiteX1" fmla="*/ 78326 w 479858"/>
                <a:gd name="connsiteY1" fmla="*/ 96858 h 2286042"/>
                <a:gd name="connsiteX2" fmla="*/ 456335 w 479858"/>
                <a:gd name="connsiteY2" fmla="*/ 0 h 2286042"/>
                <a:gd name="connsiteX3" fmla="*/ 469949 w 479858"/>
                <a:gd name="connsiteY3" fmla="*/ 175184 h 2286042"/>
                <a:gd name="connsiteX4" fmla="*/ 469949 w 479858"/>
                <a:gd name="connsiteY4" fmla="*/ 2207716 h 2286042"/>
                <a:gd name="connsiteX5" fmla="*/ 391623 w 479858"/>
                <a:gd name="connsiteY5" fmla="*/ 2286042 h 2286042"/>
                <a:gd name="connsiteX6" fmla="*/ 78326 w 479858"/>
                <a:gd name="connsiteY6" fmla="*/ 2286042 h 2286042"/>
                <a:gd name="connsiteX7" fmla="*/ 0 w 479858"/>
                <a:gd name="connsiteY7" fmla="*/ 2207716 h 2286042"/>
                <a:gd name="connsiteX8" fmla="*/ 0 w 479858"/>
                <a:gd name="connsiteY8" fmla="*/ 175184 h 2286042"/>
                <a:gd name="connsiteX0" fmla="*/ 0 w 479858"/>
                <a:gd name="connsiteY0" fmla="*/ 175184 h 2286042"/>
                <a:gd name="connsiteX1" fmla="*/ 78326 w 479858"/>
                <a:gd name="connsiteY1" fmla="*/ 96858 h 2286042"/>
                <a:gd name="connsiteX2" fmla="*/ 456335 w 479858"/>
                <a:gd name="connsiteY2" fmla="*/ 0 h 2286042"/>
                <a:gd name="connsiteX3" fmla="*/ 469949 w 479858"/>
                <a:gd name="connsiteY3" fmla="*/ 175184 h 2286042"/>
                <a:gd name="connsiteX4" fmla="*/ 469949 w 479858"/>
                <a:gd name="connsiteY4" fmla="*/ 2207716 h 2286042"/>
                <a:gd name="connsiteX5" fmla="*/ 391623 w 479858"/>
                <a:gd name="connsiteY5" fmla="*/ 2286042 h 2286042"/>
                <a:gd name="connsiteX6" fmla="*/ 78326 w 479858"/>
                <a:gd name="connsiteY6" fmla="*/ 2286042 h 2286042"/>
                <a:gd name="connsiteX7" fmla="*/ 0 w 479858"/>
                <a:gd name="connsiteY7" fmla="*/ 2207716 h 2286042"/>
                <a:gd name="connsiteX8" fmla="*/ 0 w 479858"/>
                <a:gd name="connsiteY8" fmla="*/ 175184 h 22860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9858" h="2286042">
                  <a:moveTo>
                    <a:pt x="0" y="175184"/>
                  </a:moveTo>
                  <a:cubicBezTo>
                    <a:pt x="0" y="131926"/>
                    <a:pt x="35068" y="96858"/>
                    <a:pt x="78326" y="96858"/>
                  </a:cubicBezTo>
                  <a:cubicBezTo>
                    <a:pt x="394302" y="4021"/>
                    <a:pt x="351903" y="0"/>
                    <a:pt x="456335" y="0"/>
                  </a:cubicBezTo>
                  <a:cubicBezTo>
                    <a:pt x="499593" y="0"/>
                    <a:pt x="469949" y="131926"/>
                    <a:pt x="469949" y="175184"/>
                  </a:cubicBezTo>
                  <a:lnTo>
                    <a:pt x="469949" y="2207716"/>
                  </a:lnTo>
                  <a:cubicBezTo>
                    <a:pt x="469949" y="2250974"/>
                    <a:pt x="434881" y="2286042"/>
                    <a:pt x="391623" y="2286042"/>
                  </a:cubicBezTo>
                  <a:lnTo>
                    <a:pt x="78326" y="2286042"/>
                  </a:lnTo>
                  <a:cubicBezTo>
                    <a:pt x="35068" y="2286042"/>
                    <a:pt x="0" y="2250974"/>
                    <a:pt x="0" y="2207716"/>
                  </a:cubicBezTo>
                  <a:lnTo>
                    <a:pt x="0" y="175184"/>
                  </a:lnTo>
                  <a:close/>
                </a:path>
              </a:pathLst>
            </a:cu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17" name="사각형: 둥근 모서리 16">
              <a:extLst>
                <a:ext uri="{FF2B5EF4-FFF2-40B4-BE49-F238E27FC236}">
                  <a16:creationId xmlns:a16="http://schemas.microsoft.com/office/drawing/2014/main" id="{9449855F-497C-8550-D86C-A828CBDE267F}"/>
                </a:ext>
              </a:extLst>
            </p:cNvPr>
            <p:cNvSpPr/>
            <p:nvPr userDrawn="1"/>
          </p:nvSpPr>
          <p:spPr>
            <a:xfrm>
              <a:off x="9539301" y="186675"/>
              <a:ext cx="408152" cy="183858"/>
            </a:xfrm>
            <a:prstGeom prst="roundRect">
              <a:avLst>
                <a:gd name="adj" fmla="val 23143"/>
              </a:avLst>
            </a:pr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18" name="사각형: 둥근 모서리 17">
              <a:extLst>
                <a:ext uri="{FF2B5EF4-FFF2-40B4-BE49-F238E27FC236}">
                  <a16:creationId xmlns:a16="http://schemas.microsoft.com/office/drawing/2014/main" id="{1476E7BE-7201-2BAA-2109-35756C4E0B96}"/>
                </a:ext>
              </a:extLst>
            </p:cNvPr>
            <p:cNvSpPr/>
            <p:nvPr userDrawn="1"/>
          </p:nvSpPr>
          <p:spPr>
            <a:xfrm flipH="1">
              <a:off x="9958325" y="1568154"/>
              <a:ext cx="358839" cy="107393"/>
            </a:xfrm>
            <a:prstGeom prst="roundRect">
              <a:avLst>
                <a:gd name="adj" fmla="val 43099"/>
              </a:avLst>
            </a:pr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19" name="사각형: 둥근 모서리 18">
              <a:extLst>
                <a:ext uri="{FF2B5EF4-FFF2-40B4-BE49-F238E27FC236}">
                  <a16:creationId xmlns:a16="http://schemas.microsoft.com/office/drawing/2014/main" id="{B59F5F96-C357-E1E5-2993-D5FD41332B5F}"/>
                </a:ext>
              </a:extLst>
            </p:cNvPr>
            <p:cNvSpPr/>
            <p:nvPr userDrawn="1"/>
          </p:nvSpPr>
          <p:spPr>
            <a:xfrm rot="4506704" flipH="1">
              <a:off x="9985282" y="1378492"/>
              <a:ext cx="464231" cy="107393"/>
            </a:xfrm>
            <a:prstGeom prst="roundRect">
              <a:avLst>
                <a:gd name="adj" fmla="val 50000"/>
              </a:avLst>
            </a:pr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0" name="사각형: 둥근 모서리 19">
              <a:extLst>
                <a:ext uri="{FF2B5EF4-FFF2-40B4-BE49-F238E27FC236}">
                  <a16:creationId xmlns:a16="http://schemas.microsoft.com/office/drawing/2014/main" id="{DB242B9F-572D-693F-C111-AAC93D5DB279}"/>
                </a:ext>
              </a:extLst>
            </p:cNvPr>
            <p:cNvSpPr/>
            <p:nvPr userDrawn="1"/>
          </p:nvSpPr>
          <p:spPr>
            <a:xfrm rot="17142116">
              <a:off x="9285907" y="1386473"/>
              <a:ext cx="447973" cy="107393"/>
            </a:xfrm>
            <a:prstGeom prst="roundRect">
              <a:avLst>
                <a:gd name="adj" fmla="val 49751"/>
              </a:avLst>
            </a:pr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1" name="사각형: 둥근 모서리 20">
              <a:extLst>
                <a:ext uri="{FF2B5EF4-FFF2-40B4-BE49-F238E27FC236}">
                  <a16:creationId xmlns:a16="http://schemas.microsoft.com/office/drawing/2014/main" id="{9160EE91-D1F0-219D-E7ED-4A5F2BBB074B}"/>
                </a:ext>
              </a:extLst>
            </p:cNvPr>
            <p:cNvSpPr/>
            <p:nvPr userDrawn="1"/>
          </p:nvSpPr>
          <p:spPr>
            <a:xfrm>
              <a:off x="8225540" y="182176"/>
              <a:ext cx="976417" cy="355633"/>
            </a:xfrm>
            <a:prstGeom prst="roundRect">
              <a:avLst/>
            </a:pr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2" name="사각형: 둥근 모서리 21">
              <a:extLst>
                <a:ext uri="{FF2B5EF4-FFF2-40B4-BE49-F238E27FC236}">
                  <a16:creationId xmlns:a16="http://schemas.microsoft.com/office/drawing/2014/main" id="{055F6797-B96E-6564-AB39-222EF22DE181}"/>
                </a:ext>
              </a:extLst>
            </p:cNvPr>
            <p:cNvSpPr/>
            <p:nvPr userDrawn="1"/>
          </p:nvSpPr>
          <p:spPr>
            <a:xfrm>
              <a:off x="8225541" y="1310440"/>
              <a:ext cx="1287590" cy="355633"/>
            </a:xfrm>
            <a:prstGeom prst="roundRect">
              <a:avLst/>
            </a:pr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3" name="사각형: 둥근 모서리 22">
              <a:extLst>
                <a:ext uri="{FF2B5EF4-FFF2-40B4-BE49-F238E27FC236}">
                  <a16:creationId xmlns:a16="http://schemas.microsoft.com/office/drawing/2014/main" id="{5C206942-3972-3DDD-C25C-F55CC59874CB}"/>
                </a:ext>
              </a:extLst>
            </p:cNvPr>
            <p:cNvSpPr/>
            <p:nvPr userDrawn="1"/>
          </p:nvSpPr>
          <p:spPr>
            <a:xfrm>
              <a:off x="8210345" y="186675"/>
              <a:ext cx="360000" cy="1473398"/>
            </a:xfrm>
            <a:prstGeom prst="roundRect">
              <a:avLst/>
            </a:pr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4" name="사각형: 둥근 모서리 48">
              <a:extLst>
                <a:ext uri="{FF2B5EF4-FFF2-40B4-BE49-F238E27FC236}">
                  <a16:creationId xmlns:a16="http://schemas.microsoft.com/office/drawing/2014/main" id="{45C36541-3C29-52C7-87AA-2CE2ECC800FB}"/>
                </a:ext>
              </a:extLst>
            </p:cNvPr>
            <p:cNvSpPr/>
            <p:nvPr userDrawn="1"/>
          </p:nvSpPr>
          <p:spPr>
            <a:xfrm rot="20700000">
              <a:off x="9757285" y="116467"/>
              <a:ext cx="365971" cy="1546595"/>
            </a:xfrm>
            <a:custGeom>
              <a:avLst/>
              <a:gdLst>
                <a:gd name="connsiteX0" fmla="*/ 0 w 469949"/>
                <a:gd name="connsiteY0" fmla="*/ 78326 h 2189184"/>
                <a:gd name="connsiteX1" fmla="*/ 78326 w 469949"/>
                <a:gd name="connsiteY1" fmla="*/ 0 h 2189184"/>
                <a:gd name="connsiteX2" fmla="*/ 391623 w 469949"/>
                <a:gd name="connsiteY2" fmla="*/ 0 h 2189184"/>
                <a:gd name="connsiteX3" fmla="*/ 469949 w 469949"/>
                <a:gd name="connsiteY3" fmla="*/ 78326 h 2189184"/>
                <a:gd name="connsiteX4" fmla="*/ 469949 w 469949"/>
                <a:gd name="connsiteY4" fmla="*/ 2110858 h 2189184"/>
                <a:gd name="connsiteX5" fmla="*/ 391623 w 469949"/>
                <a:gd name="connsiteY5" fmla="*/ 2189184 h 2189184"/>
                <a:gd name="connsiteX6" fmla="*/ 78326 w 469949"/>
                <a:gd name="connsiteY6" fmla="*/ 2189184 h 2189184"/>
                <a:gd name="connsiteX7" fmla="*/ 0 w 469949"/>
                <a:gd name="connsiteY7" fmla="*/ 2110858 h 2189184"/>
                <a:gd name="connsiteX8" fmla="*/ 0 w 469949"/>
                <a:gd name="connsiteY8" fmla="*/ 78326 h 218918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401214 w 479540"/>
                <a:gd name="connsiteY2" fmla="*/ 64040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401214 w 479540"/>
                <a:gd name="connsiteY2" fmla="*/ 64040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4 w 469953"/>
                <a:gd name="connsiteY0" fmla="*/ 154603 h 2265461"/>
                <a:gd name="connsiteX1" fmla="*/ 42068 w 469953"/>
                <a:gd name="connsiteY1" fmla="*/ 0 h 2265461"/>
                <a:gd name="connsiteX2" fmla="*/ 330427 w 469953"/>
                <a:gd name="connsiteY2" fmla="*/ 74670 h 2265461"/>
                <a:gd name="connsiteX3" fmla="*/ 469953 w 469953"/>
                <a:gd name="connsiteY3" fmla="*/ 154603 h 2265461"/>
                <a:gd name="connsiteX4" fmla="*/ 469953 w 469953"/>
                <a:gd name="connsiteY4" fmla="*/ 2187135 h 2265461"/>
                <a:gd name="connsiteX5" fmla="*/ 391627 w 469953"/>
                <a:gd name="connsiteY5" fmla="*/ 2265461 h 2265461"/>
                <a:gd name="connsiteX6" fmla="*/ 78330 w 469953"/>
                <a:gd name="connsiteY6" fmla="*/ 2265461 h 2265461"/>
                <a:gd name="connsiteX7" fmla="*/ 4 w 469953"/>
                <a:gd name="connsiteY7" fmla="*/ 2187135 h 2265461"/>
                <a:gd name="connsiteX8" fmla="*/ 4 w 469953"/>
                <a:gd name="connsiteY8" fmla="*/ 154603 h 2265461"/>
                <a:gd name="connsiteX0" fmla="*/ 4 w 469953"/>
                <a:gd name="connsiteY0" fmla="*/ 154603 h 2265461"/>
                <a:gd name="connsiteX1" fmla="*/ 42068 w 469953"/>
                <a:gd name="connsiteY1" fmla="*/ 0 h 2265461"/>
                <a:gd name="connsiteX2" fmla="*/ 330427 w 469953"/>
                <a:gd name="connsiteY2" fmla="*/ 74670 h 2265461"/>
                <a:gd name="connsiteX3" fmla="*/ 469953 w 469953"/>
                <a:gd name="connsiteY3" fmla="*/ 154603 h 2265461"/>
                <a:gd name="connsiteX4" fmla="*/ 469953 w 469953"/>
                <a:gd name="connsiteY4" fmla="*/ 2187135 h 2265461"/>
                <a:gd name="connsiteX5" fmla="*/ 391627 w 469953"/>
                <a:gd name="connsiteY5" fmla="*/ 2265461 h 2265461"/>
                <a:gd name="connsiteX6" fmla="*/ 78330 w 469953"/>
                <a:gd name="connsiteY6" fmla="*/ 2265461 h 2265461"/>
                <a:gd name="connsiteX7" fmla="*/ 4 w 469953"/>
                <a:gd name="connsiteY7" fmla="*/ 2187135 h 2265461"/>
                <a:gd name="connsiteX8" fmla="*/ 4 w 469953"/>
                <a:gd name="connsiteY8" fmla="*/ 154603 h 2265461"/>
                <a:gd name="connsiteX0" fmla="*/ 7203 w 477152"/>
                <a:gd name="connsiteY0" fmla="*/ 202492 h 2313350"/>
                <a:gd name="connsiteX1" fmla="*/ 25429 w 477152"/>
                <a:gd name="connsiteY1" fmla="*/ 0 h 2313350"/>
                <a:gd name="connsiteX2" fmla="*/ 337626 w 477152"/>
                <a:gd name="connsiteY2" fmla="*/ 122559 h 2313350"/>
                <a:gd name="connsiteX3" fmla="*/ 477152 w 477152"/>
                <a:gd name="connsiteY3" fmla="*/ 202492 h 2313350"/>
                <a:gd name="connsiteX4" fmla="*/ 477152 w 477152"/>
                <a:gd name="connsiteY4" fmla="*/ 2235024 h 2313350"/>
                <a:gd name="connsiteX5" fmla="*/ 398826 w 477152"/>
                <a:gd name="connsiteY5" fmla="*/ 2313350 h 2313350"/>
                <a:gd name="connsiteX6" fmla="*/ 85529 w 477152"/>
                <a:gd name="connsiteY6" fmla="*/ 2313350 h 2313350"/>
                <a:gd name="connsiteX7" fmla="*/ 7203 w 477152"/>
                <a:gd name="connsiteY7" fmla="*/ 2235024 h 2313350"/>
                <a:gd name="connsiteX8" fmla="*/ 7203 w 477152"/>
                <a:gd name="connsiteY8" fmla="*/ 202492 h 2313350"/>
                <a:gd name="connsiteX0" fmla="*/ 7204 w 477153"/>
                <a:gd name="connsiteY0" fmla="*/ 202492 h 2313350"/>
                <a:gd name="connsiteX1" fmla="*/ 25430 w 477153"/>
                <a:gd name="connsiteY1" fmla="*/ 0 h 2313350"/>
                <a:gd name="connsiteX2" fmla="*/ 341592 w 477153"/>
                <a:gd name="connsiteY2" fmla="*/ 105392 h 2313350"/>
                <a:gd name="connsiteX3" fmla="*/ 477153 w 477153"/>
                <a:gd name="connsiteY3" fmla="*/ 202492 h 2313350"/>
                <a:gd name="connsiteX4" fmla="*/ 477153 w 477153"/>
                <a:gd name="connsiteY4" fmla="*/ 2235024 h 2313350"/>
                <a:gd name="connsiteX5" fmla="*/ 398827 w 477153"/>
                <a:gd name="connsiteY5" fmla="*/ 2313350 h 2313350"/>
                <a:gd name="connsiteX6" fmla="*/ 85530 w 477153"/>
                <a:gd name="connsiteY6" fmla="*/ 2313350 h 2313350"/>
                <a:gd name="connsiteX7" fmla="*/ 7204 w 477153"/>
                <a:gd name="connsiteY7" fmla="*/ 2235024 h 2313350"/>
                <a:gd name="connsiteX8" fmla="*/ 7204 w 477153"/>
                <a:gd name="connsiteY8" fmla="*/ 202492 h 2313350"/>
                <a:gd name="connsiteX0" fmla="*/ 7204 w 477153"/>
                <a:gd name="connsiteY0" fmla="*/ 202492 h 2313350"/>
                <a:gd name="connsiteX1" fmla="*/ 25430 w 477153"/>
                <a:gd name="connsiteY1" fmla="*/ 0 h 2313350"/>
                <a:gd name="connsiteX2" fmla="*/ 341592 w 477153"/>
                <a:gd name="connsiteY2" fmla="*/ 105392 h 2313350"/>
                <a:gd name="connsiteX3" fmla="*/ 477153 w 477153"/>
                <a:gd name="connsiteY3" fmla="*/ 202492 h 2313350"/>
                <a:gd name="connsiteX4" fmla="*/ 477153 w 477153"/>
                <a:gd name="connsiteY4" fmla="*/ 2235024 h 2313350"/>
                <a:gd name="connsiteX5" fmla="*/ 398827 w 477153"/>
                <a:gd name="connsiteY5" fmla="*/ 2313350 h 2313350"/>
                <a:gd name="connsiteX6" fmla="*/ 85530 w 477153"/>
                <a:gd name="connsiteY6" fmla="*/ 2313350 h 2313350"/>
                <a:gd name="connsiteX7" fmla="*/ 7204 w 477153"/>
                <a:gd name="connsiteY7" fmla="*/ 2235024 h 2313350"/>
                <a:gd name="connsiteX8" fmla="*/ 7204 w 477153"/>
                <a:gd name="connsiteY8" fmla="*/ 202492 h 2313350"/>
                <a:gd name="connsiteX0" fmla="*/ -1 w 469948"/>
                <a:gd name="connsiteY0" fmla="*/ 174286 h 2285144"/>
                <a:gd name="connsiteX1" fmla="*/ 49782 w 469948"/>
                <a:gd name="connsiteY1" fmla="*/ 1 h 2285144"/>
                <a:gd name="connsiteX2" fmla="*/ 334387 w 469948"/>
                <a:gd name="connsiteY2" fmla="*/ 77186 h 2285144"/>
                <a:gd name="connsiteX3" fmla="*/ 469948 w 469948"/>
                <a:gd name="connsiteY3" fmla="*/ 174286 h 2285144"/>
                <a:gd name="connsiteX4" fmla="*/ 469948 w 469948"/>
                <a:gd name="connsiteY4" fmla="*/ 2206818 h 2285144"/>
                <a:gd name="connsiteX5" fmla="*/ 391622 w 469948"/>
                <a:gd name="connsiteY5" fmla="*/ 2285144 h 2285144"/>
                <a:gd name="connsiteX6" fmla="*/ 78325 w 469948"/>
                <a:gd name="connsiteY6" fmla="*/ 2285144 h 2285144"/>
                <a:gd name="connsiteX7" fmla="*/ -1 w 469948"/>
                <a:gd name="connsiteY7" fmla="*/ 2206818 h 2285144"/>
                <a:gd name="connsiteX8" fmla="*/ -1 w 469948"/>
                <a:gd name="connsiteY8" fmla="*/ 174286 h 2285144"/>
                <a:gd name="connsiteX0" fmla="*/ 0 w 469949"/>
                <a:gd name="connsiteY0" fmla="*/ 174285 h 2285143"/>
                <a:gd name="connsiteX1" fmla="*/ 49783 w 469949"/>
                <a:gd name="connsiteY1" fmla="*/ 0 h 2285143"/>
                <a:gd name="connsiteX2" fmla="*/ 334388 w 469949"/>
                <a:gd name="connsiteY2" fmla="*/ 77185 h 2285143"/>
                <a:gd name="connsiteX3" fmla="*/ 469949 w 469949"/>
                <a:gd name="connsiteY3" fmla="*/ 174285 h 2285143"/>
                <a:gd name="connsiteX4" fmla="*/ 469949 w 469949"/>
                <a:gd name="connsiteY4" fmla="*/ 2206817 h 2285143"/>
                <a:gd name="connsiteX5" fmla="*/ 391623 w 469949"/>
                <a:gd name="connsiteY5" fmla="*/ 2285143 h 2285143"/>
                <a:gd name="connsiteX6" fmla="*/ 78326 w 469949"/>
                <a:gd name="connsiteY6" fmla="*/ 2285143 h 2285143"/>
                <a:gd name="connsiteX7" fmla="*/ 0 w 469949"/>
                <a:gd name="connsiteY7" fmla="*/ 2206817 h 2285143"/>
                <a:gd name="connsiteX8" fmla="*/ 0 w 469949"/>
                <a:gd name="connsiteY8" fmla="*/ 174285 h 2285143"/>
                <a:gd name="connsiteX0" fmla="*/ 1054 w 471003"/>
                <a:gd name="connsiteY0" fmla="*/ 197892 h 2308750"/>
                <a:gd name="connsiteX1" fmla="*/ 34082 w 471003"/>
                <a:gd name="connsiteY1" fmla="*/ 0 h 2308750"/>
                <a:gd name="connsiteX2" fmla="*/ 335442 w 471003"/>
                <a:gd name="connsiteY2" fmla="*/ 100792 h 2308750"/>
                <a:gd name="connsiteX3" fmla="*/ 471003 w 471003"/>
                <a:gd name="connsiteY3" fmla="*/ 197892 h 2308750"/>
                <a:gd name="connsiteX4" fmla="*/ 471003 w 471003"/>
                <a:gd name="connsiteY4" fmla="*/ 2230424 h 2308750"/>
                <a:gd name="connsiteX5" fmla="*/ 392677 w 471003"/>
                <a:gd name="connsiteY5" fmla="*/ 2308750 h 2308750"/>
                <a:gd name="connsiteX6" fmla="*/ 79380 w 471003"/>
                <a:gd name="connsiteY6" fmla="*/ 2308750 h 2308750"/>
                <a:gd name="connsiteX7" fmla="*/ 1054 w 471003"/>
                <a:gd name="connsiteY7" fmla="*/ 2230424 h 2308750"/>
                <a:gd name="connsiteX8" fmla="*/ 1054 w 471003"/>
                <a:gd name="connsiteY8" fmla="*/ 197892 h 2308750"/>
                <a:gd name="connsiteX0" fmla="*/ 1054 w 471003"/>
                <a:gd name="connsiteY0" fmla="*/ 197892 h 2308750"/>
                <a:gd name="connsiteX1" fmla="*/ 34082 w 471003"/>
                <a:gd name="connsiteY1" fmla="*/ 0 h 2308750"/>
                <a:gd name="connsiteX2" fmla="*/ 334861 w 471003"/>
                <a:gd name="connsiteY2" fmla="*/ 89571 h 2308750"/>
                <a:gd name="connsiteX3" fmla="*/ 471003 w 471003"/>
                <a:gd name="connsiteY3" fmla="*/ 197892 h 2308750"/>
                <a:gd name="connsiteX4" fmla="*/ 471003 w 471003"/>
                <a:gd name="connsiteY4" fmla="*/ 2230424 h 2308750"/>
                <a:gd name="connsiteX5" fmla="*/ 392677 w 471003"/>
                <a:gd name="connsiteY5" fmla="*/ 2308750 h 2308750"/>
                <a:gd name="connsiteX6" fmla="*/ 79380 w 471003"/>
                <a:gd name="connsiteY6" fmla="*/ 2308750 h 2308750"/>
                <a:gd name="connsiteX7" fmla="*/ 1054 w 471003"/>
                <a:gd name="connsiteY7" fmla="*/ 2230424 h 2308750"/>
                <a:gd name="connsiteX8" fmla="*/ 1054 w 471003"/>
                <a:gd name="connsiteY8" fmla="*/ 197892 h 2308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1003" h="2308750">
                  <a:moveTo>
                    <a:pt x="1054" y="197892"/>
                  </a:moveTo>
                  <a:cubicBezTo>
                    <a:pt x="1054" y="154634"/>
                    <a:pt x="-9176" y="0"/>
                    <a:pt x="34082" y="0"/>
                  </a:cubicBezTo>
                  <a:cubicBezTo>
                    <a:pt x="252569" y="55222"/>
                    <a:pt x="180322" y="46561"/>
                    <a:pt x="334861" y="89571"/>
                  </a:cubicBezTo>
                  <a:cubicBezTo>
                    <a:pt x="454403" y="123843"/>
                    <a:pt x="471003" y="154634"/>
                    <a:pt x="471003" y="197892"/>
                  </a:cubicBezTo>
                  <a:lnTo>
                    <a:pt x="471003" y="2230424"/>
                  </a:lnTo>
                  <a:cubicBezTo>
                    <a:pt x="471003" y="2273682"/>
                    <a:pt x="435935" y="2308750"/>
                    <a:pt x="392677" y="2308750"/>
                  </a:cubicBezTo>
                  <a:lnTo>
                    <a:pt x="79380" y="2308750"/>
                  </a:lnTo>
                  <a:cubicBezTo>
                    <a:pt x="36122" y="2308750"/>
                    <a:pt x="1054" y="2273682"/>
                    <a:pt x="1054" y="2230424"/>
                  </a:cubicBezTo>
                  <a:lnTo>
                    <a:pt x="1054" y="197892"/>
                  </a:lnTo>
                  <a:close/>
                </a:path>
              </a:pathLst>
            </a:cu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5" name="사각형: 둥근 모서리 24">
              <a:extLst>
                <a:ext uri="{FF2B5EF4-FFF2-40B4-BE49-F238E27FC236}">
                  <a16:creationId xmlns:a16="http://schemas.microsoft.com/office/drawing/2014/main" id="{D08F501E-0785-E0FC-C8AB-E929D4BE4665}"/>
                </a:ext>
              </a:extLst>
            </p:cNvPr>
            <p:cNvSpPr/>
            <p:nvPr userDrawn="1"/>
          </p:nvSpPr>
          <p:spPr>
            <a:xfrm rot="4506704" flipH="1">
              <a:off x="9456291" y="360823"/>
              <a:ext cx="464231" cy="107393"/>
            </a:xfrm>
            <a:prstGeom prst="roundRect">
              <a:avLst>
                <a:gd name="adj" fmla="val 32586"/>
              </a:avLst>
            </a:pr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6" name="사각형: 둥근 모서리 25">
              <a:extLst>
                <a:ext uri="{FF2B5EF4-FFF2-40B4-BE49-F238E27FC236}">
                  <a16:creationId xmlns:a16="http://schemas.microsoft.com/office/drawing/2014/main" id="{6670ADF1-C53B-D670-DE1C-F0C3990DDD82}"/>
                </a:ext>
              </a:extLst>
            </p:cNvPr>
            <p:cNvSpPr/>
            <p:nvPr userDrawn="1"/>
          </p:nvSpPr>
          <p:spPr>
            <a:xfrm flipH="1">
              <a:off x="9586770" y="180267"/>
              <a:ext cx="351774" cy="60140"/>
            </a:xfrm>
            <a:prstGeom prst="roundRect">
              <a:avLst>
                <a:gd name="adj" fmla="val 32586"/>
              </a:avLst>
            </a:pr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7" name="사각형: 둥근 모서리 26">
              <a:extLst>
                <a:ext uri="{FF2B5EF4-FFF2-40B4-BE49-F238E27FC236}">
                  <a16:creationId xmlns:a16="http://schemas.microsoft.com/office/drawing/2014/main" id="{728DC771-DBFE-4F81-F2CA-992EBFCE0D41}"/>
                </a:ext>
              </a:extLst>
            </p:cNvPr>
            <p:cNvSpPr/>
            <p:nvPr userDrawn="1"/>
          </p:nvSpPr>
          <p:spPr>
            <a:xfrm>
              <a:off x="6347129" y="186675"/>
              <a:ext cx="408152" cy="183858"/>
            </a:xfrm>
            <a:prstGeom prst="roundRect">
              <a:avLst>
                <a:gd name="adj" fmla="val 23143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8" name="사각형: 둥근 모서리 27">
              <a:extLst>
                <a:ext uri="{FF2B5EF4-FFF2-40B4-BE49-F238E27FC236}">
                  <a16:creationId xmlns:a16="http://schemas.microsoft.com/office/drawing/2014/main" id="{3D8C4B1D-A6E0-AEF3-4AED-22807E641D72}"/>
                </a:ext>
              </a:extLst>
            </p:cNvPr>
            <p:cNvSpPr/>
            <p:nvPr userDrawn="1"/>
          </p:nvSpPr>
          <p:spPr>
            <a:xfrm flipH="1">
              <a:off x="6766153" y="1568154"/>
              <a:ext cx="358839" cy="107393"/>
            </a:xfrm>
            <a:prstGeom prst="roundRect">
              <a:avLst>
                <a:gd name="adj" fmla="val 43099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9" name="사각형: 둥근 모서리 28">
              <a:extLst>
                <a:ext uri="{FF2B5EF4-FFF2-40B4-BE49-F238E27FC236}">
                  <a16:creationId xmlns:a16="http://schemas.microsoft.com/office/drawing/2014/main" id="{74FAB4B6-B9C7-9AEC-57FF-C2E4371644E2}"/>
                </a:ext>
              </a:extLst>
            </p:cNvPr>
            <p:cNvSpPr/>
            <p:nvPr userDrawn="1"/>
          </p:nvSpPr>
          <p:spPr>
            <a:xfrm rot="4506704" flipH="1">
              <a:off x="6793110" y="1378492"/>
              <a:ext cx="464231" cy="107393"/>
            </a:xfrm>
            <a:prstGeom prst="roundRect">
              <a:avLst>
                <a:gd name="adj" fmla="val 50000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30" name="사각형: 둥근 모서리 48">
              <a:extLst>
                <a:ext uri="{FF2B5EF4-FFF2-40B4-BE49-F238E27FC236}">
                  <a16:creationId xmlns:a16="http://schemas.microsoft.com/office/drawing/2014/main" id="{E70AF9CE-687E-9C42-5294-C1A0274A53D2}"/>
                </a:ext>
              </a:extLst>
            </p:cNvPr>
            <p:cNvSpPr/>
            <p:nvPr userDrawn="1"/>
          </p:nvSpPr>
          <p:spPr>
            <a:xfrm rot="20700000">
              <a:off x="6565113" y="116467"/>
              <a:ext cx="365971" cy="1546595"/>
            </a:xfrm>
            <a:custGeom>
              <a:avLst/>
              <a:gdLst>
                <a:gd name="connsiteX0" fmla="*/ 0 w 469949"/>
                <a:gd name="connsiteY0" fmla="*/ 78326 h 2189184"/>
                <a:gd name="connsiteX1" fmla="*/ 78326 w 469949"/>
                <a:gd name="connsiteY1" fmla="*/ 0 h 2189184"/>
                <a:gd name="connsiteX2" fmla="*/ 391623 w 469949"/>
                <a:gd name="connsiteY2" fmla="*/ 0 h 2189184"/>
                <a:gd name="connsiteX3" fmla="*/ 469949 w 469949"/>
                <a:gd name="connsiteY3" fmla="*/ 78326 h 2189184"/>
                <a:gd name="connsiteX4" fmla="*/ 469949 w 469949"/>
                <a:gd name="connsiteY4" fmla="*/ 2110858 h 2189184"/>
                <a:gd name="connsiteX5" fmla="*/ 391623 w 469949"/>
                <a:gd name="connsiteY5" fmla="*/ 2189184 h 2189184"/>
                <a:gd name="connsiteX6" fmla="*/ 78326 w 469949"/>
                <a:gd name="connsiteY6" fmla="*/ 2189184 h 2189184"/>
                <a:gd name="connsiteX7" fmla="*/ 0 w 469949"/>
                <a:gd name="connsiteY7" fmla="*/ 2110858 h 2189184"/>
                <a:gd name="connsiteX8" fmla="*/ 0 w 469949"/>
                <a:gd name="connsiteY8" fmla="*/ 78326 h 218918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401214 w 479540"/>
                <a:gd name="connsiteY2" fmla="*/ 64040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401214 w 479540"/>
                <a:gd name="connsiteY2" fmla="*/ 64040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4 w 469953"/>
                <a:gd name="connsiteY0" fmla="*/ 154603 h 2265461"/>
                <a:gd name="connsiteX1" fmla="*/ 42068 w 469953"/>
                <a:gd name="connsiteY1" fmla="*/ 0 h 2265461"/>
                <a:gd name="connsiteX2" fmla="*/ 330427 w 469953"/>
                <a:gd name="connsiteY2" fmla="*/ 74670 h 2265461"/>
                <a:gd name="connsiteX3" fmla="*/ 469953 w 469953"/>
                <a:gd name="connsiteY3" fmla="*/ 154603 h 2265461"/>
                <a:gd name="connsiteX4" fmla="*/ 469953 w 469953"/>
                <a:gd name="connsiteY4" fmla="*/ 2187135 h 2265461"/>
                <a:gd name="connsiteX5" fmla="*/ 391627 w 469953"/>
                <a:gd name="connsiteY5" fmla="*/ 2265461 h 2265461"/>
                <a:gd name="connsiteX6" fmla="*/ 78330 w 469953"/>
                <a:gd name="connsiteY6" fmla="*/ 2265461 h 2265461"/>
                <a:gd name="connsiteX7" fmla="*/ 4 w 469953"/>
                <a:gd name="connsiteY7" fmla="*/ 2187135 h 2265461"/>
                <a:gd name="connsiteX8" fmla="*/ 4 w 469953"/>
                <a:gd name="connsiteY8" fmla="*/ 154603 h 2265461"/>
                <a:gd name="connsiteX0" fmla="*/ 4 w 469953"/>
                <a:gd name="connsiteY0" fmla="*/ 154603 h 2265461"/>
                <a:gd name="connsiteX1" fmla="*/ 42068 w 469953"/>
                <a:gd name="connsiteY1" fmla="*/ 0 h 2265461"/>
                <a:gd name="connsiteX2" fmla="*/ 330427 w 469953"/>
                <a:gd name="connsiteY2" fmla="*/ 74670 h 2265461"/>
                <a:gd name="connsiteX3" fmla="*/ 469953 w 469953"/>
                <a:gd name="connsiteY3" fmla="*/ 154603 h 2265461"/>
                <a:gd name="connsiteX4" fmla="*/ 469953 w 469953"/>
                <a:gd name="connsiteY4" fmla="*/ 2187135 h 2265461"/>
                <a:gd name="connsiteX5" fmla="*/ 391627 w 469953"/>
                <a:gd name="connsiteY5" fmla="*/ 2265461 h 2265461"/>
                <a:gd name="connsiteX6" fmla="*/ 78330 w 469953"/>
                <a:gd name="connsiteY6" fmla="*/ 2265461 h 2265461"/>
                <a:gd name="connsiteX7" fmla="*/ 4 w 469953"/>
                <a:gd name="connsiteY7" fmla="*/ 2187135 h 2265461"/>
                <a:gd name="connsiteX8" fmla="*/ 4 w 469953"/>
                <a:gd name="connsiteY8" fmla="*/ 154603 h 2265461"/>
                <a:gd name="connsiteX0" fmla="*/ 7203 w 477152"/>
                <a:gd name="connsiteY0" fmla="*/ 202492 h 2313350"/>
                <a:gd name="connsiteX1" fmla="*/ 25429 w 477152"/>
                <a:gd name="connsiteY1" fmla="*/ 0 h 2313350"/>
                <a:gd name="connsiteX2" fmla="*/ 337626 w 477152"/>
                <a:gd name="connsiteY2" fmla="*/ 122559 h 2313350"/>
                <a:gd name="connsiteX3" fmla="*/ 477152 w 477152"/>
                <a:gd name="connsiteY3" fmla="*/ 202492 h 2313350"/>
                <a:gd name="connsiteX4" fmla="*/ 477152 w 477152"/>
                <a:gd name="connsiteY4" fmla="*/ 2235024 h 2313350"/>
                <a:gd name="connsiteX5" fmla="*/ 398826 w 477152"/>
                <a:gd name="connsiteY5" fmla="*/ 2313350 h 2313350"/>
                <a:gd name="connsiteX6" fmla="*/ 85529 w 477152"/>
                <a:gd name="connsiteY6" fmla="*/ 2313350 h 2313350"/>
                <a:gd name="connsiteX7" fmla="*/ 7203 w 477152"/>
                <a:gd name="connsiteY7" fmla="*/ 2235024 h 2313350"/>
                <a:gd name="connsiteX8" fmla="*/ 7203 w 477152"/>
                <a:gd name="connsiteY8" fmla="*/ 202492 h 2313350"/>
                <a:gd name="connsiteX0" fmla="*/ 7204 w 477153"/>
                <a:gd name="connsiteY0" fmla="*/ 202492 h 2313350"/>
                <a:gd name="connsiteX1" fmla="*/ 25430 w 477153"/>
                <a:gd name="connsiteY1" fmla="*/ 0 h 2313350"/>
                <a:gd name="connsiteX2" fmla="*/ 341592 w 477153"/>
                <a:gd name="connsiteY2" fmla="*/ 105392 h 2313350"/>
                <a:gd name="connsiteX3" fmla="*/ 477153 w 477153"/>
                <a:gd name="connsiteY3" fmla="*/ 202492 h 2313350"/>
                <a:gd name="connsiteX4" fmla="*/ 477153 w 477153"/>
                <a:gd name="connsiteY4" fmla="*/ 2235024 h 2313350"/>
                <a:gd name="connsiteX5" fmla="*/ 398827 w 477153"/>
                <a:gd name="connsiteY5" fmla="*/ 2313350 h 2313350"/>
                <a:gd name="connsiteX6" fmla="*/ 85530 w 477153"/>
                <a:gd name="connsiteY6" fmla="*/ 2313350 h 2313350"/>
                <a:gd name="connsiteX7" fmla="*/ 7204 w 477153"/>
                <a:gd name="connsiteY7" fmla="*/ 2235024 h 2313350"/>
                <a:gd name="connsiteX8" fmla="*/ 7204 w 477153"/>
                <a:gd name="connsiteY8" fmla="*/ 202492 h 2313350"/>
                <a:gd name="connsiteX0" fmla="*/ 7204 w 477153"/>
                <a:gd name="connsiteY0" fmla="*/ 202492 h 2313350"/>
                <a:gd name="connsiteX1" fmla="*/ 25430 w 477153"/>
                <a:gd name="connsiteY1" fmla="*/ 0 h 2313350"/>
                <a:gd name="connsiteX2" fmla="*/ 341592 w 477153"/>
                <a:gd name="connsiteY2" fmla="*/ 105392 h 2313350"/>
                <a:gd name="connsiteX3" fmla="*/ 477153 w 477153"/>
                <a:gd name="connsiteY3" fmla="*/ 202492 h 2313350"/>
                <a:gd name="connsiteX4" fmla="*/ 477153 w 477153"/>
                <a:gd name="connsiteY4" fmla="*/ 2235024 h 2313350"/>
                <a:gd name="connsiteX5" fmla="*/ 398827 w 477153"/>
                <a:gd name="connsiteY5" fmla="*/ 2313350 h 2313350"/>
                <a:gd name="connsiteX6" fmla="*/ 85530 w 477153"/>
                <a:gd name="connsiteY6" fmla="*/ 2313350 h 2313350"/>
                <a:gd name="connsiteX7" fmla="*/ 7204 w 477153"/>
                <a:gd name="connsiteY7" fmla="*/ 2235024 h 2313350"/>
                <a:gd name="connsiteX8" fmla="*/ 7204 w 477153"/>
                <a:gd name="connsiteY8" fmla="*/ 202492 h 2313350"/>
                <a:gd name="connsiteX0" fmla="*/ -1 w 469948"/>
                <a:gd name="connsiteY0" fmla="*/ 174286 h 2285144"/>
                <a:gd name="connsiteX1" fmla="*/ 49782 w 469948"/>
                <a:gd name="connsiteY1" fmla="*/ 1 h 2285144"/>
                <a:gd name="connsiteX2" fmla="*/ 334387 w 469948"/>
                <a:gd name="connsiteY2" fmla="*/ 77186 h 2285144"/>
                <a:gd name="connsiteX3" fmla="*/ 469948 w 469948"/>
                <a:gd name="connsiteY3" fmla="*/ 174286 h 2285144"/>
                <a:gd name="connsiteX4" fmla="*/ 469948 w 469948"/>
                <a:gd name="connsiteY4" fmla="*/ 2206818 h 2285144"/>
                <a:gd name="connsiteX5" fmla="*/ 391622 w 469948"/>
                <a:gd name="connsiteY5" fmla="*/ 2285144 h 2285144"/>
                <a:gd name="connsiteX6" fmla="*/ 78325 w 469948"/>
                <a:gd name="connsiteY6" fmla="*/ 2285144 h 2285144"/>
                <a:gd name="connsiteX7" fmla="*/ -1 w 469948"/>
                <a:gd name="connsiteY7" fmla="*/ 2206818 h 2285144"/>
                <a:gd name="connsiteX8" fmla="*/ -1 w 469948"/>
                <a:gd name="connsiteY8" fmla="*/ 174286 h 2285144"/>
                <a:gd name="connsiteX0" fmla="*/ 0 w 469949"/>
                <a:gd name="connsiteY0" fmla="*/ 174285 h 2285143"/>
                <a:gd name="connsiteX1" fmla="*/ 49783 w 469949"/>
                <a:gd name="connsiteY1" fmla="*/ 0 h 2285143"/>
                <a:gd name="connsiteX2" fmla="*/ 334388 w 469949"/>
                <a:gd name="connsiteY2" fmla="*/ 77185 h 2285143"/>
                <a:gd name="connsiteX3" fmla="*/ 469949 w 469949"/>
                <a:gd name="connsiteY3" fmla="*/ 174285 h 2285143"/>
                <a:gd name="connsiteX4" fmla="*/ 469949 w 469949"/>
                <a:gd name="connsiteY4" fmla="*/ 2206817 h 2285143"/>
                <a:gd name="connsiteX5" fmla="*/ 391623 w 469949"/>
                <a:gd name="connsiteY5" fmla="*/ 2285143 h 2285143"/>
                <a:gd name="connsiteX6" fmla="*/ 78326 w 469949"/>
                <a:gd name="connsiteY6" fmla="*/ 2285143 h 2285143"/>
                <a:gd name="connsiteX7" fmla="*/ 0 w 469949"/>
                <a:gd name="connsiteY7" fmla="*/ 2206817 h 2285143"/>
                <a:gd name="connsiteX8" fmla="*/ 0 w 469949"/>
                <a:gd name="connsiteY8" fmla="*/ 174285 h 2285143"/>
                <a:gd name="connsiteX0" fmla="*/ 1054 w 471003"/>
                <a:gd name="connsiteY0" fmla="*/ 197892 h 2308750"/>
                <a:gd name="connsiteX1" fmla="*/ 34082 w 471003"/>
                <a:gd name="connsiteY1" fmla="*/ 0 h 2308750"/>
                <a:gd name="connsiteX2" fmla="*/ 335442 w 471003"/>
                <a:gd name="connsiteY2" fmla="*/ 100792 h 2308750"/>
                <a:gd name="connsiteX3" fmla="*/ 471003 w 471003"/>
                <a:gd name="connsiteY3" fmla="*/ 197892 h 2308750"/>
                <a:gd name="connsiteX4" fmla="*/ 471003 w 471003"/>
                <a:gd name="connsiteY4" fmla="*/ 2230424 h 2308750"/>
                <a:gd name="connsiteX5" fmla="*/ 392677 w 471003"/>
                <a:gd name="connsiteY5" fmla="*/ 2308750 h 2308750"/>
                <a:gd name="connsiteX6" fmla="*/ 79380 w 471003"/>
                <a:gd name="connsiteY6" fmla="*/ 2308750 h 2308750"/>
                <a:gd name="connsiteX7" fmla="*/ 1054 w 471003"/>
                <a:gd name="connsiteY7" fmla="*/ 2230424 h 2308750"/>
                <a:gd name="connsiteX8" fmla="*/ 1054 w 471003"/>
                <a:gd name="connsiteY8" fmla="*/ 197892 h 2308750"/>
                <a:gd name="connsiteX0" fmla="*/ 1054 w 471003"/>
                <a:gd name="connsiteY0" fmla="*/ 197892 h 2308750"/>
                <a:gd name="connsiteX1" fmla="*/ 34082 w 471003"/>
                <a:gd name="connsiteY1" fmla="*/ 0 h 2308750"/>
                <a:gd name="connsiteX2" fmla="*/ 334861 w 471003"/>
                <a:gd name="connsiteY2" fmla="*/ 89571 h 2308750"/>
                <a:gd name="connsiteX3" fmla="*/ 471003 w 471003"/>
                <a:gd name="connsiteY3" fmla="*/ 197892 h 2308750"/>
                <a:gd name="connsiteX4" fmla="*/ 471003 w 471003"/>
                <a:gd name="connsiteY4" fmla="*/ 2230424 h 2308750"/>
                <a:gd name="connsiteX5" fmla="*/ 392677 w 471003"/>
                <a:gd name="connsiteY5" fmla="*/ 2308750 h 2308750"/>
                <a:gd name="connsiteX6" fmla="*/ 79380 w 471003"/>
                <a:gd name="connsiteY6" fmla="*/ 2308750 h 2308750"/>
                <a:gd name="connsiteX7" fmla="*/ 1054 w 471003"/>
                <a:gd name="connsiteY7" fmla="*/ 2230424 h 2308750"/>
                <a:gd name="connsiteX8" fmla="*/ 1054 w 471003"/>
                <a:gd name="connsiteY8" fmla="*/ 197892 h 2308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1003" h="2308750">
                  <a:moveTo>
                    <a:pt x="1054" y="197892"/>
                  </a:moveTo>
                  <a:cubicBezTo>
                    <a:pt x="1054" y="154634"/>
                    <a:pt x="-9176" y="0"/>
                    <a:pt x="34082" y="0"/>
                  </a:cubicBezTo>
                  <a:cubicBezTo>
                    <a:pt x="252569" y="55222"/>
                    <a:pt x="180322" y="46561"/>
                    <a:pt x="334861" y="89571"/>
                  </a:cubicBezTo>
                  <a:cubicBezTo>
                    <a:pt x="454403" y="123843"/>
                    <a:pt x="471003" y="154634"/>
                    <a:pt x="471003" y="197892"/>
                  </a:cubicBezTo>
                  <a:lnTo>
                    <a:pt x="471003" y="2230424"/>
                  </a:lnTo>
                  <a:cubicBezTo>
                    <a:pt x="471003" y="2273682"/>
                    <a:pt x="435935" y="2308750"/>
                    <a:pt x="392677" y="2308750"/>
                  </a:cubicBezTo>
                  <a:lnTo>
                    <a:pt x="79380" y="2308750"/>
                  </a:lnTo>
                  <a:cubicBezTo>
                    <a:pt x="36122" y="2308750"/>
                    <a:pt x="1054" y="2273682"/>
                    <a:pt x="1054" y="2230424"/>
                  </a:cubicBezTo>
                  <a:lnTo>
                    <a:pt x="1054" y="197892"/>
                  </a:lnTo>
                  <a:close/>
                </a:path>
              </a:pathLst>
            </a:cu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31" name="사각형: 둥근 모서리 30">
              <a:extLst>
                <a:ext uri="{FF2B5EF4-FFF2-40B4-BE49-F238E27FC236}">
                  <a16:creationId xmlns:a16="http://schemas.microsoft.com/office/drawing/2014/main" id="{552996F6-B24D-378B-A68E-04BDE56A165D}"/>
                </a:ext>
              </a:extLst>
            </p:cNvPr>
            <p:cNvSpPr/>
            <p:nvPr userDrawn="1"/>
          </p:nvSpPr>
          <p:spPr>
            <a:xfrm rot="4506704" flipH="1">
              <a:off x="6264119" y="360823"/>
              <a:ext cx="464231" cy="107393"/>
            </a:xfrm>
            <a:prstGeom prst="roundRect">
              <a:avLst>
                <a:gd name="adj" fmla="val 32586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32" name="사각형: 둥근 모서리 31">
              <a:extLst>
                <a:ext uri="{FF2B5EF4-FFF2-40B4-BE49-F238E27FC236}">
                  <a16:creationId xmlns:a16="http://schemas.microsoft.com/office/drawing/2014/main" id="{C7522EE9-1A44-8DCD-2F6A-7CD0BF51F0FD}"/>
                </a:ext>
              </a:extLst>
            </p:cNvPr>
            <p:cNvSpPr/>
            <p:nvPr userDrawn="1"/>
          </p:nvSpPr>
          <p:spPr>
            <a:xfrm flipH="1">
              <a:off x="6394598" y="180267"/>
              <a:ext cx="351774" cy="60140"/>
            </a:xfrm>
            <a:prstGeom prst="roundRect">
              <a:avLst>
                <a:gd name="adj" fmla="val 32586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</p:grpSp>
    </p:spTree>
    <p:extLst>
      <p:ext uri="{BB962C8B-B14F-4D97-AF65-F5344CB8AC3E}">
        <p14:creationId xmlns:p14="http://schemas.microsoft.com/office/powerpoint/2010/main" val="16997598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지막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1" y="1122363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4800">
                <a:latin typeface="Trebuchet MS" panose="020B070302020209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grpSp>
        <p:nvGrpSpPr>
          <p:cNvPr id="32" name="그룹 31">
            <a:extLst>
              <a:ext uri="{FF2B5EF4-FFF2-40B4-BE49-F238E27FC236}">
                <a16:creationId xmlns:a16="http://schemas.microsoft.com/office/drawing/2014/main" id="{50790F64-4FE8-0A76-F8EF-FEA76BB718F4}"/>
              </a:ext>
            </a:extLst>
          </p:cNvPr>
          <p:cNvGrpSpPr/>
          <p:nvPr userDrawn="1"/>
        </p:nvGrpSpPr>
        <p:grpSpPr>
          <a:xfrm>
            <a:off x="9608429" y="6377262"/>
            <a:ext cx="2549704" cy="447351"/>
            <a:chOff x="2347257" y="6113745"/>
            <a:chExt cx="2549704" cy="447351"/>
          </a:xfrm>
        </p:grpSpPr>
        <p:pic>
          <p:nvPicPr>
            <p:cNvPr id="33" name="그림 32" descr="로고, 그래픽, 그래픽 디자인, 스크린샷이(가) 표시된 사진&#10;&#10;자동 생성된 설명">
              <a:extLst>
                <a:ext uri="{FF2B5EF4-FFF2-40B4-BE49-F238E27FC236}">
                  <a16:creationId xmlns:a16="http://schemas.microsoft.com/office/drawing/2014/main" id="{5F0107DC-1969-2332-9966-A8D4F0495726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347257" y="6113745"/>
              <a:ext cx="1016707" cy="447351"/>
            </a:xfrm>
            <a:prstGeom prst="rect">
              <a:avLst/>
            </a:prstGeom>
          </p:spPr>
        </p:pic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21C8422F-847D-E2D6-6D3B-C424656E2C83}"/>
                </a:ext>
              </a:extLst>
            </p:cNvPr>
            <p:cNvSpPr txBox="1"/>
            <p:nvPr userDrawn="1"/>
          </p:nvSpPr>
          <p:spPr>
            <a:xfrm>
              <a:off x="3356155" y="6113745"/>
              <a:ext cx="1540806" cy="374526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>
                <a:lnSpc>
                  <a:spcPts val="1100"/>
                </a:lnSpc>
              </a:pPr>
              <a:r>
                <a:rPr lang="en-US" sz="1200" b="1" dirty="0">
                  <a:solidFill>
                    <a:srgbClr val="5A5B5E"/>
                  </a:solidFill>
                  <a:latin typeface="Trebuchet MS" panose="020B0703020202090204" pitchFamily="34" charset="0"/>
                  <a:ea typeface="Baskerville" panose="02020502070401020303" pitchFamily="18" charset="0"/>
                </a:rPr>
                <a:t>School of Software</a:t>
              </a:r>
            </a:p>
            <a:p>
              <a:pPr algn="ctr">
                <a:lnSpc>
                  <a:spcPts val="1100"/>
                </a:lnSpc>
              </a:pPr>
              <a:r>
                <a:rPr lang="en-US" sz="1200" b="1" dirty="0" err="1">
                  <a:solidFill>
                    <a:srgbClr val="1DA1C6"/>
                  </a:solidFill>
                  <a:latin typeface="Trebuchet MS" panose="020B0703020202090204" pitchFamily="34" charset="0"/>
                  <a:ea typeface="Baskerville" panose="02020502070401020303" pitchFamily="18" charset="0"/>
                </a:rPr>
                <a:t>Soongsil</a:t>
              </a:r>
              <a:r>
                <a:rPr lang="en-US" sz="1200" b="1" dirty="0">
                  <a:solidFill>
                    <a:srgbClr val="1DA1C6"/>
                  </a:solidFill>
                  <a:latin typeface="Trebuchet MS" panose="020B0703020202090204" pitchFamily="34" charset="0"/>
                  <a:ea typeface="Baskerville" panose="02020502070401020303" pitchFamily="18" charset="0"/>
                </a:rPr>
                <a:t> University</a:t>
              </a:r>
            </a:p>
          </p:txBody>
        </p:sp>
      </p:grpSp>
      <p:pic>
        <p:nvPicPr>
          <p:cNvPr id="35" name="그림 34">
            <a:extLst>
              <a:ext uri="{FF2B5EF4-FFF2-40B4-BE49-F238E27FC236}">
                <a16:creationId xmlns:a16="http://schemas.microsoft.com/office/drawing/2014/main" id="{4538A30A-D7A1-6521-A4C9-7B9DA3C4FFD7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546080"/>
            <a:ext cx="1311920" cy="1311920"/>
          </a:xfrm>
          <a:prstGeom prst="rect">
            <a:avLst/>
          </a:prstGeom>
        </p:spPr>
      </p:pic>
      <p:sp>
        <p:nvSpPr>
          <p:cNvPr id="36" name="직사각형 35">
            <a:extLst>
              <a:ext uri="{FF2B5EF4-FFF2-40B4-BE49-F238E27FC236}">
                <a16:creationId xmlns:a16="http://schemas.microsoft.com/office/drawing/2014/main" id="{25080A8C-CABB-86CB-451E-4AA69A1125FB}"/>
              </a:ext>
            </a:extLst>
          </p:cNvPr>
          <p:cNvSpPr/>
          <p:nvPr userDrawn="1"/>
        </p:nvSpPr>
        <p:spPr>
          <a:xfrm>
            <a:off x="1197392" y="6516837"/>
            <a:ext cx="2395207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400" b="1" dirty="0">
                <a:latin typeface="Trebuchet MS" panose="020B0603020202020204" pitchFamily="34" charset="0"/>
              </a:rPr>
              <a:t>Lab: https://aica.ssu.ac.kr</a:t>
            </a:r>
            <a:endParaRPr lang="ko-KR" altLang="en-US" sz="1400" b="1" dirty="0">
              <a:latin typeface="Trebuchet MS" panose="020B0603020202020204" pitchFamily="34" charset="0"/>
            </a:endParaRPr>
          </a:p>
        </p:txBody>
      </p:sp>
      <p:sp>
        <p:nvSpPr>
          <p:cNvPr id="17" name="텍스트 개체 틀 16">
            <a:extLst>
              <a:ext uri="{FF2B5EF4-FFF2-40B4-BE49-F238E27FC236}">
                <a16:creationId xmlns:a16="http://schemas.microsoft.com/office/drawing/2014/main" id="{FB6F3407-DDCF-0C52-4C34-A45338DFBA8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197392" y="6261269"/>
            <a:ext cx="3185923" cy="307777"/>
          </a:xfrm>
        </p:spPr>
        <p:txBody>
          <a:bodyPr>
            <a:normAutofit/>
          </a:bodyPr>
          <a:lstStyle>
            <a:lvl1pPr marL="0" indent="0">
              <a:buNone/>
              <a:defRPr sz="1400" b="1">
                <a:latin typeface="Trebuchet MS" panose="020B0603020202020204" pitchFamily="34" charset="0"/>
              </a:defRPr>
            </a:lvl1pPr>
            <a:lvl2pPr marL="457202" indent="0">
              <a:buNone/>
              <a:defRPr/>
            </a:lvl2pPr>
            <a:lvl3pPr marL="914404" indent="0">
              <a:buNone/>
              <a:defRPr/>
            </a:lvl3pPr>
            <a:lvl4pPr marL="1371605" indent="0">
              <a:buNone/>
              <a:defRPr/>
            </a:lvl4pPr>
            <a:lvl5pPr marL="1828807" indent="0">
              <a:buNone/>
              <a:defRPr/>
            </a:lvl5pPr>
          </a:lstStyle>
          <a:p>
            <a:pPr lvl="0"/>
            <a:r>
              <a:rPr lang="ko-KR" altLang="en-US" dirty="0"/>
              <a:t>본인 이메일 주소 </a:t>
            </a:r>
            <a:r>
              <a:rPr lang="en-US" altLang="ko-KR" dirty="0"/>
              <a:t>(E-mail: ~)</a:t>
            </a:r>
            <a:endParaRPr lang="ko-KR" altLang="en-US" dirty="0"/>
          </a:p>
        </p:txBody>
      </p:sp>
      <p:sp>
        <p:nvSpPr>
          <p:cNvPr id="19" name="부제목 2">
            <a:extLst>
              <a:ext uri="{FF2B5EF4-FFF2-40B4-BE49-F238E27FC236}">
                <a16:creationId xmlns:a16="http://schemas.microsoft.com/office/drawing/2014/main" id="{F294413C-AB4A-7E8A-9974-28FF957DA562}"/>
              </a:ext>
            </a:extLst>
          </p:cNvPr>
          <p:cNvSpPr txBox="1">
            <a:spLocks/>
          </p:cNvSpPr>
          <p:nvPr userDrawn="1"/>
        </p:nvSpPr>
        <p:spPr>
          <a:xfrm>
            <a:off x="3787205" y="5728639"/>
            <a:ext cx="4617590" cy="37267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14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Trebuchet MS" panose="020B0703020202090204" pitchFamily="34" charset="0"/>
                <a:ea typeface="Baskerville" panose="02020502070401020303" pitchFamily="18" charset="0"/>
              </a:rPr>
              <a:t>Advanced Intelligent Computing Architecture Lab.</a:t>
            </a:r>
            <a:endParaRPr lang="ko-KR" altLang="en-US" sz="1400" dirty="0">
              <a:solidFill>
                <a:schemeClr val="tx1">
                  <a:lumMod val="50000"/>
                  <a:lumOff val="50000"/>
                </a:schemeClr>
              </a:solidFill>
              <a:latin typeface="Trebuchet MS" panose="020B0603020202020204" pitchFamily="34" charset="0"/>
            </a:endParaRPr>
          </a:p>
        </p:txBody>
      </p:sp>
      <p:grpSp>
        <p:nvGrpSpPr>
          <p:cNvPr id="37" name="그룹 36">
            <a:extLst>
              <a:ext uri="{FF2B5EF4-FFF2-40B4-BE49-F238E27FC236}">
                <a16:creationId xmlns:a16="http://schemas.microsoft.com/office/drawing/2014/main" id="{63E9D89E-488B-7C80-8E05-D47E50776676}"/>
              </a:ext>
            </a:extLst>
          </p:cNvPr>
          <p:cNvGrpSpPr/>
          <p:nvPr userDrawn="1"/>
        </p:nvGrpSpPr>
        <p:grpSpPr>
          <a:xfrm>
            <a:off x="5196905" y="4977344"/>
            <a:ext cx="1798190" cy="646162"/>
            <a:chOff x="5976117" y="116467"/>
            <a:chExt cx="4341047" cy="1559914"/>
          </a:xfrm>
        </p:grpSpPr>
        <p:sp>
          <p:nvSpPr>
            <p:cNvPr id="38" name="사각형: 둥근 모서리 37">
              <a:extLst>
                <a:ext uri="{FF2B5EF4-FFF2-40B4-BE49-F238E27FC236}">
                  <a16:creationId xmlns:a16="http://schemas.microsoft.com/office/drawing/2014/main" id="{64ADCAA0-1610-1964-CF41-4AE81DD6BF1C}"/>
                </a:ext>
              </a:extLst>
            </p:cNvPr>
            <p:cNvSpPr/>
            <p:nvPr userDrawn="1"/>
          </p:nvSpPr>
          <p:spPr>
            <a:xfrm>
              <a:off x="7547660" y="613810"/>
              <a:ext cx="360000" cy="1046263"/>
            </a:xfrm>
            <a:prstGeom prst="roundRect">
              <a:avLst/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39" name="사각형: 둥근 모서리 38">
              <a:extLst>
                <a:ext uri="{FF2B5EF4-FFF2-40B4-BE49-F238E27FC236}">
                  <a16:creationId xmlns:a16="http://schemas.microsoft.com/office/drawing/2014/main" id="{028F6839-7E1F-F31F-B8F7-895801E25D74}"/>
                </a:ext>
              </a:extLst>
            </p:cNvPr>
            <p:cNvSpPr/>
            <p:nvPr userDrawn="1"/>
          </p:nvSpPr>
          <p:spPr>
            <a:xfrm>
              <a:off x="6776499" y="1312781"/>
              <a:ext cx="1131162" cy="363600"/>
            </a:xfrm>
            <a:prstGeom prst="roundRect">
              <a:avLst/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40" name="사각형: 둥근 모서리 34">
              <a:extLst>
                <a:ext uri="{FF2B5EF4-FFF2-40B4-BE49-F238E27FC236}">
                  <a16:creationId xmlns:a16="http://schemas.microsoft.com/office/drawing/2014/main" id="{BBD4F966-775A-284D-982D-F7F64523168D}"/>
                </a:ext>
              </a:extLst>
            </p:cNvPr>
            <p:cNvSpPr/>
            <p:nvPr userDrawn="1"/>
          </p:nvSpPr>
          <p:spPr>
            <a:xfrm rot="923841">
              <a:off x="6171723" y="144498"/>
              <a:ext cx="372850" cy="1492452"/>
            </a:xfrm>
            <a:custGeom>
              <a:avLst/>
              <a:gdLst>
                <a:gd name="connsiteX0" fmla="*/ 0 w 469949"/>
                <a:gd name="connsiteY0" fmla="*/ 78326 h 2189184"/>
                <a:gd name="connsiteX1" fmla="*/ 78326 w 469949"/>
                <a:gd name="connsiteY1" fmla="*/ 0 h 2189184"/>
                <a:gd name="connsiteX2" fmla="*/ 391623 w 469949"/>
                <a:gd name="connsiteY2" fmla="*/ 0 h 2189184"/>
                <a:gd name="connsiteX3" fmla="*/ 469949 w 469949"/>
                <a:gd name="connsiteY3" fmla="*/ 78326 h 2189184"/>
                <a:gd name="connsiteX4" fmla="*/ 469949 w 469949"/>
                <a:gd name="connsiteY4" fmla="*/ 2110858 h 2189184"/>
                <a:gd name="connsiteX5" fmla="*/ 391623 w 469949"/>
                <a:gd name="connsiteY5" fmla="*/ 2189184 h 2189184"/>
                <a:gd name="connsiteX6" fmla="*/ 78326 w 469949"/>
                <a:gd name="connsiteY6" fmla="*/ 2189184 h 2189184"/>
                <a:gd name="connsiteX7" fmla="*/ 0 w 469949"/>
                <a:gd name="connsiteY7" fmla="*/ 2110858 h 2189184"/>
                <a:gd name="connsiteX8" fmla="*/ 0 w 469949"/>
                <a:gd name="connsiteY8" fmla="*/ 78326 h 2189184"/>
                <a:gd name="connsiteX0" fmla="*/ 0 w 470074"/>
                <a:gd name="connsiteY0" fmla="*/ 168229 h 2279087"/>
                <a:gd name="connsiteX1" fmla="*/ 78326 w 470074"/>
                <a:gd name="connsiteY1" fmla="*/ 89903 h 2279087"/>
                <a:gd name="connsiteX2" fmla="*/ 431082 w 470074"/>
                <a:gd name="connsiteY2" fmla="*/ 0 h 2279087"/>
                <a:gd name="connsiteX3" fmla="*/ 469949 w 470074"/>
                <a:gd name="connsiteY3" fmla="*/ 168229 h 2279087"/>
                <a:gd name="connsiteX4" fmla="*/ 469949 w 470074"/>
                <a:gd name="connsiteY4" fmla="*/ 2200761 h 2279087"/>
                <a:gd name="connsiteX5" fmla="*/ 391623 w 470074"/>
                <a:gd name="connsiteY5" fmla="*/ 2279087 h 2279087"/>
                <a:gd name="connsiteX6" fmla="*/ 78326 w 470074"/>
                <a:gd name="connsiteY6" fmla="*/ 2279087 h 2279087"/>
                <a:gd name="connsiteX7" fmla="*/ 0 w 470074"/>
                <a:gd name="connsiteY7" fmla="*/ 2200761 h 2279087"/>
                <a:gd name="connsiteX8" fmla="*/ 0 w 470074"/>
                <a:gd name="connsiteY8" fmla="*/ 168229 h 2279087"/>
                <a:gd name="connsiteX0" fmla="*/ 0 w 473939"/>
                <a:gd name="connsiteY0" fmla="*/ 152392 h 2263250"/>
                <a:gd name="connsiteX1" fmla="*/ 78326 w 473939"/>
                <a:gd name="connsiteY1" fmla="*/ 74066 h 2263250"/>
                <a:gd name="connsiteX2" fmla="*/ 445323 w 473939"/>
                <a:gd name="connsiteY2" fmla="*/ 0 h 2263250"/>
                <a:gd name="connsiteX3" fmla="*/ 469949 w 473939"/>
                <a:gd name="connsiteY3" fmla="*/ 152392 h 2263250"/>
                <a:gd name="connsiteX4" fmla="*/ 469949 w 473939"/>
                <a:gd name="connsiteY4" fmla="*/ 2184924 h 2263250"/>
                <a:gd name="connsiteX5" fmla="*/ 391623 w 473939"/>
                <a:gd name="connsiteY5" fmla="*/ 2263250 h 2263250"/>
                <a:gd name="connsiteX6" fmla="*/ 78326 w 473939"/>
                <a:gd name="connsiteY6" fmla="*/ 2263250 h 2263250"/>
                <a:gd name="connsiteX7" fmla="*/ 0 w 473939"/>
                <a:gd name="connsiteY7" fmla="*/ 2184924 h 2263250"/>
                <a:gd name="connsiteX8" fmla="*/ 0 w 473939"/>
                <a:gd name="connsiteY8" fmla="*/ 152392 h 2263250"/>
                <a:gd name="connsiteX0" fmla="*/ 0 w 479858"/>
                <a:gd name="connsiteY0" fmla="*/ 175184 h 2286042"/>
                <a:gd name="connsiteX1" fmla="*/ 78326 w 479858"/>
                <a:gd name="connsiteY1" fmla="*/ 96858 h 2286042"/>
                <a:gd name="connsiteX2" fmla="*/ 456335 w 479858"/>
                <a:gd name="connsiteY2" fmla="*/ 0 h 2286042"/>
                <a:gd name="connsiteX3" fmla="*/ 469949 w 479858"/>
                <a:gd name="connsiteY3" fmla="*/ 175184 h 2286042"/>
                <a:gd name="connsiteX4" fmla="*/ 469949 w 479858"/>
                <a:gd name="connsiteY4" fmla="*/ 2207716 h 2286042"/>
                <a:gd name="connsiteX5" fmla="*/ 391623 w 479858"/>
                <a:gd name="connsiteY5" fmla="*/ 2286042 h 2286042"/>
                <a:gd name="connsiteX6" fmla="*/ 78326 w 479858"/>
                <a:gd name="connsiteY6" fmla="*/ 2286042 h 2286042"/>
                <a:gd name="connsiteX7" fmla="*/ 0 w 479858"/>
                <a:gd name="connsiteY7" fmla="*/ 2207716 h 2286042"/>
                <a:gd name="connsiteX8" fmla="*/ 0 w 479858"/>
                <a:gd name="connsiteY8" fmla="*/ 175184 h 2286042"/>
                <a:gd name="connsiteX0" fmla="*/ 0 w 479858"/>
                <a:gd name="connsiteY0" fmla="*/ 175184 h 2286042"/>
                <a:gd name="connsiteX1" fmla="*/ 78326 w 479858"/>
                <a:gd name="connsiteY1" fmla="*/ 96858 h 2286042"/>
                <a:gd name="connsiteX2" fmla="*/ 456335 w 479858"/>
                <a:gd name="connsiteY2" fmla="*/ 0 h 2286042"/>
                <a:gd name="connsiteX3" fmla="*/ 469949 w 479858"/>
                <a:gd name="connsiteY3" fmla="*/ 175184 h 2286042"/>
                <a:gd name="connsiteX4" fmla="*/ 469949 w 479858"/>
                <a:gd name="connsiteY4" fmla="*/ 2207716 h 2286042"/>
                <a:gd name="connsiteX5" fmla="*/ 391623 w 479858"/>
                <a:gd name="connsiteY5" fmla="*/ 2286042 h 2286042"/>
                <a:gd name="connsiteX6" fmla="*/ 78326 w 479858"/>
                <a:gd name="connsiteY6" fmla="*/ 2286042 h 2286042"/>
                <a:gd name="connsiteX7" fmla="*/ 0 w 479858"/>
                <a:gd name="connsiteY7" fmla="*/ 2207716 h 2286042"/>
                <a:gd name="connsiteX8" fmla="*/ 0 w 479858"/>
                <a:gd name="connsiteY8" fmla="*/ 175184 h 22860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9858" h="2286042">
                  <a:moveTo>
                    <a:pt x="0" y="175184"/>
                  </a:moveTo>
                  <a:cubicBezTo>
                    <a:pt x="0" y="131926"/>
                    <a:pt x="35068" y="96858"/>
                    <a:pt x="78326" y="96858"/>
                  </a:cubicBezTo>
                  <a:cubicBezTo>
                    <a:pt x="394302" y="4021"/>
                    <a:pt x="351903" y="0"/>
                    <a:pt x="456335" y="0"/>
                  </a:cubicBezTo>
                  <a:cubicBezTo>
                    <a:pt x="499593" y="0"/>
                    <a:pt x="469949" y="131926"/>
                    <a:pt x="469949" y="175184"/>
                  </a:cubicBezTo>
                  <a:lnTo>
                    <a:pt x="469949" y="2207716"/>
                  </a:lnTo>
                  <a:cubicBezTo>
                    <a:pt x="469949" y="2250974"/>
                    <a:pt x="434881" y="2286042"/>
                    <a:pt x="391623" y="2286042"/>
                  </a:cubicBezTo>
                  <a:lnTo>
                    <a:pt x="78326" y="2286042"/>
                  </a:lnTo>
                  <a:cubicBezTo>
                    <a:pt x="35068" y="2286042"/>
                    <a:pt x="0" y="2250974"/>
                    <a:pt x="0" y="2207716"/>
                  </a:cubicBezTo>
                  <a:lnTo>
                    <a:pt x="0" y="175184"/>
                  </a:lnTo>
                  <a:close/>
                </a:path>
              </a:pathLst>
            </a:cu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41" name="사각형: 둥근 모서리 40">
              <a:extLst>
                <a:ext uri="{FF2B5EF4-FFF2-40B4-BE49-F238E27FC236}">
                  <a16:creationId xmlns:a16="http://schemas.microsoft.com/office/drawing/2014/main" id="{983DE28C-A4C4-604E-8D18-D46C51025028}"/>
                </a:ext>
              </a:extLst>
            </p:cNvPr>
            <p:cNvSpPr/>
            <p:nvPr userDrawn="1"/>
          </p:nvSpPr>
          <p:spPr>
            <a:xfrm>
              <a:off x="5976117" y="1562385"/>
              <a:ext cx="367024" cy="107393"/>
            </a:xfrm>
            <a:prstGeom prst="roundRect">
              <a:avLst>
                <a:gd name="adj" fmla="val 49751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42" name="사각형: 둥근 모서리 41">
              <a:extLst>
                <a:ext uri="{FF2B5EF4-FFF2-40B4-BE49-F238E27FC236}">
                  <a16:creationId xmlns:a16="http://schemas.microsoft.com/office/drawing/2014/main" id="{8E9AABCB-5098-84DC-87E1-79825A6A9438}"/>
                </a:ext>
              </a:extLst>
            </p:cNvPr>
            <p:cNvSpPr/>
            <p:nvPr userDrawn="1"/>
          </p:nvSpPr>
          <p:spPr>
            <a:xfrm rot="17142116">
              <a:off x="5845212" y="1386473"/>
              <a:ext cx="447973" cy="107393"/>
            </a:xfrm>
            <a:prstGeom prst="roundRect">
              <a:avLst>
                <a:gd name="adj" fmla="val 49751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43" name="사각형: 둥근 모서리 42">
              <a:extLst>
                <a:ext uri="{FF2B5EF4-FFF2-40B4-BE49-F238E27FC236}">
                  <a16:creationId xmlns:a16="http://schemas.microsoft.com/office/drawing/2014/main" id="{DEE37C14-9C69-3C23-0179-974AE185B185}"/>
                </a:ext>
              </a:extLst>
            </p:cNvPr>
            <p:cNvSpPr/>
            <p:nvPr userDrawn="1"/>
          </p:nvSpPr>
          <p:spPr>
            <a:xfrm>
              <a:off x="7547660" y="189796"/>
              <a:ext cx="360000" cy="355633"/>
            </a:xfrm>
            <a:prstGeom prst="roundRect">
              <a:avLst/>
            </a:pr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44" name="사각형: 둥근 모서리 34">
              <a:extLst>
                <a:ext uri="{FF2B5EF4-FFF2-40B4-BE49-F238E27FC236}">
                  <a16:creationId xmlns:a16="http://schemas.microsoft.com/office/drawing/2014/main" id="{4C38D65E-4FEC-804E-42C0-EF22F51FF0D4}"/>
                </a:ext>
              </a:extLst>
            </p:cNvPr>
            <p:cNvSpPr/>
            <p:nvPr userDrawn="1"/>
          </p:nvSpPr>
          <p:spPr>
            <a:xfrm rot="923841">
              <a:off x="9359767" y="144498"/>
              <a:ext cx="372850" cy="1492452"/>
            </a:xfrm>
            <a:custGeom>
              <a:avLst/>
              <a:gdLst>
                <a:gd name="connsiteX0" fmla="*/ 0 w 469949"/>
                <a:gd name="connsiteY0" fmla="*/ 78326 h 2189184"/>
                <a:gd name="connsiteX1" fmla="*/ 78326 w 469949"/>
                <a:gd name="connsiteY1" fmla="*/ 0 h 2189184"/>
                <a:gd name="connsiteX2" fmla="*/ 391623 w 469949"/>
                <a:gd name="connsiteY2" fmla="*/ 0 h 2189184"/>
                <a:gd name="connsiteX3" fmla="*/ 469949 w 469949"/>
                <a:gd name="connsiteY3" fmla="*/ 78326 h 2189184"/>
                <a:gd name="connsiteX4" fmla="*/ 469949 w 469949"/>
                <a:gd name="connsiteY4" fmla="*/ 2110858 h 2189184"/>
                <a:gd name="connsiteX5" fmla="*/ 391623 w 469949"/>
                <a:gd name="connsiteY5" fmla="*/ 2189184 h 2189184"/>
                <a:gd name="connsiteX6" fmla="*/ 78326 w 469949"/>
                <a:gd name="connsiteY6" fmla="*/ 2189184 h 2189184"/>
                <a:gd name="connsiteX7" fmla="*/ 0 w 469949"/>
                <a:gd name="connsiteY7" fmla="*/ 2110858 h 2189184"/>
                <a:gd name="connsiteX8" fmla="*/ 0 w 469949"/>
                <a:gd name="connsiteY8" fmla="*/ 78326 h 2189184"/>
                <a:gd name="connsiteX0" fmla="*/ 0 w 470074"/>
                <a:gd name="connsiteY0" fmla="*/ 168229 h 2279087"/>
                <a:gd name="connsiteX1" fmla="*/ 78326 w 470074"/>
                <a:gd name="connsiteY1" fmla="*/ 89903 h 2279087"/>
                <a:gd name="connsiteX2" fmla="*/ 431082 w 470074"/>
                <a:gd name="connsiteY2" fmla="*/ 0 h 2279087"/>
                <a:gd name="connsiteX3" fmla="*/ 469949 w 470074"/>
                <a:gd name="connsiteY3" fmla="*/ 168229 h 2279087"/>
                <a:gd name="connsiteX4" fmla="*/ 469949 w 470074"/>
                <a:gd name="connsiteY4" fmla="*/ 2200761 h 2279087"/>
                <a:gd name="connsiteX5" fmla="*/ 391623 w 470074"/>
                <a:gd name="connsiteY5" fmla="*/ 2279087 h 2279087"/>
                <a:gd name="connsiteX6" fmla="*/ 78326 w 470074"/>
                <a:gd name="connsiteY6" fmla="*/ 2279087 h 2279087"/>
                <a:gd name="connsiteX7" fmla="*/ 0 w 470074"/>
                <a:gd name="connsiteY7" fmla="*/ 2200761 h 2279087"/>
                <a:gd name="connsiteX8" fmla="*/ 0 w 470074"/>
                <a:gd name="connsiteY8" fmla="*/ 168229 h 2279087"/>
                <a:gd name="connsiteX0" fmla="*/ 0 w 473939"/>
                <a:gd name="connsiteY0" fmla="*/ 152392 h 2263250"/>
                <a:gd name="connsiteX1" fmla="*/ 78326 w 473939"/>
                <a:gd name="connsiteY1" fmla="*/ 74066 h 2263250"/>
                <a:gd name="connsiteX2" fmla="*/ 445323 w 473939"/>
                <a:gd name="connsiteY2" fmla="*/ 0 h 2263250"/>
                <a:gd name="connsiteX3" fmla="*/ 469949 w 473939"/>
                <a:gd name="connsiteY3" fmla="*/ 152392 h 2263250"/>
                <a:gd name="connsiteX4" fmla="*/ 469949 w 473939"/>
                <a:gd name="connsiteY4" fmla="*/ 2184924 h 2263250"/>
                <a:gd name="connsiteX5" fmla="*/ 391623 w 473939"/>
                <a:gd name="connsiteY5" fmla="*/ 2263250 h 2263250"/>
                <a:gd name="connsiteX6" fmla="*/ 78326 w 473939"/>
                <a:gd name="connsiteY6" fmla="*/ 2263250 h 2263250"/>
                <a:gd name="connsiteX7" fmla="*/ 0 w 473939"/>
                <a:gd name="connsiteY7" fmla="*/ 2184924 h 2263250"/>
                <a:gd name="connsiteX8" fmla="*/ 0 w 473939"/>
                <a:gd name="connsiteY8" fmla="*/ 152392 h 2263250"/>
                <a:gd name="connsiteX0" fmla="*/ 0 w 479858"/>
                <a:gd name="connsiteY0" fmla="*/ 175184 h 2286042"/>
                <a:gd name="connsiteX1" fmla="*/ 78326 w 479858"/>
                <a:gd name="connsiteY1" fmla="*/ 96858 h 2286042"/>
                <a:gd name="connsiteX2" fmla="*/ 456335 w 479858"/>
                <a:gd name="connsiteY2" fmla="*/ 0 h 2286042"/>
                <a:gd name="connsiteX3" fmla="*/ 469949 w 479858"/>
                <a:gd name="connsiteY3" fmla="*/ 175184 h 2286042"/>
                <a:gd name="connsiteX4" fmla="*/ 469949 w 479858"/>
                <a:gd name="connsiteY4" fmla="*/ 2207716 h 2286042"/>
                <a:gd name="connsiteX5" fmla="*/ 391623 w 479858"/>
                <a:gd name="connsiteY5" fmla="*/ 2286042 h 2286042"/>
                <a:gd name="connsiteX6" fmla="*/ 78326 w 479858"/>
                <a:gd name="connsiteY6" fmla="*/ 2286042 h 2286042"/>
                <a:gd name="connsiteX7" fmla="*/ 0 w 479858"/>
                <a:gd name="connsiteY7" fmla="*/ 2207716 h 2286042"/>
                <a:gd name="connsiteX8" fmla="*/ 0 w 479858"/>
                <a:gd name="connsiteY8" fmla="*/ 175184 h 2286042"/>
                <a:gd name="connsiteX0" fmla="*/ 0 w 479858"/>
                <a:gd name="connsiteY0" fmla="*/ 175184 h 2286042"/>
                <a:gd name="connsiteX1" fmla="*/ 78326 w 479858"/>
                <a:gd name="connsiteY1" fmla="*/ 96858 h 2286042"/>
                <a:gd name="connsiteX2" fmla="*/ 456335 w 479858"/>
                <a:gd name="connsiteY2" fmla="*/ 0 h 2286042"/>
                <a:gd name="connsiteX3" fmla="*/ 469949 w 479858"/>
                <a:gd name="connsiteY3" fmla="*/ 175184 h 2286042"/>
                <a:gd name="connsiteX4" fmla="*/ 469949 w 479858"/>
                <a:gd name="connsiteY4" fmla="*/ 2207716 h 2286042"/>
                <a:gd name="connsiteX5" fmla="*/ 391623 w 479858"/>
                <a:gd name="connsiteY5" fmla="*/ 2286042 h 2286042"/>
                <a:gd name="connsiteX6" fmla="*/ 78326 w 479858"/>
                <a:gd name="connsiteY6" fmla="*/ 2286042 h 2286042"/>
                <a:gd name="connsiteX7" fmla="*/ 0 w 479858"/>
                <a:gd name="connsiteY7" fmla="*/ 2207716 h 2286042"/>
                <a:gd name="connsiteX8" fmla="*/ 0 w 479858"/>
                <a:gd name="connsiteY8" fmla="*/ 175184 h 22860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9858" h="2286042">
                  <a:moveTo>
                    <a:pt x="0" y="175184"/>
                  </a:moveTo>
                  <a:cubicBezTo>
                    <a:pt x="0" y="131926"/>
                    <a:pt x="35068" y="96858"/>
                    <a:pt x="78326" y="96858"/>
                  </a:cubicBezTo>
                  <a:cubicBezTo>
                    <a:pt x="394302" y="4021"/>
                    <a:pt x="351903" y="0"/>
                    <a:pt x="456335" y="0"/>
                  </a:cubicBezTo>
                  <a:cubicBezTo>
                    <a:pt x="499593" y="0"/>
                    <a:pt x="469949" y="131926"/>
                    <a:pt x="469949" y="175184"/>
                  </a:cubicBezTo>
                  <a:lnTo>
                    <a:pt x="469949" y="2207716"/>
                  </a:lnTo>
                  <a:cubicBezTo>
                    <a:pt x="469949" y="2250974"/>
                    <a:pt x="434881" y="2286042"/>
                    <a:pt x="391623" y="2286042"/>
                  </a:cubicBezTo>
                  <a:lnTo>
                    <a:pt x="78326" y="2286042"/>
                  </a:lnTo>
                  <a:cubicBezTo>
                    <a:pt x="35068" y="2286042"/>
                    <a:pt x="0" y="2250974"/>
                    <a:pt x="0" y="2207716"/>
                  </a:cubicBezTo>
                  <a:lnTo>
                    <a:pt x="0" y="175184"/>
                  </a:lnTo>
                  <a:close/>
                </a:path>
              </a:pathLst>
            </a:cu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45" name="사각형: 둥근 모서리 44">
              <a:extLst>
                <a:ext uri="{FF2B5EF4-FFF2-40B4-BE49-F238E27FC236}">
                  <a16:creationId xmlns:a16="http://schemas.microsoft.com/office/drawing/2014/main" id="{7A23E54B-77C3-B58C-2FA5-9844FD869CAF}"/>
                </a:ext>
              </a:extLst>
            </p:cNvPr>
            <p:cNvSpPr/>
            <p:nvPr userDrawn="1"/>
          </p:nvSpPr>
          <p:spPr>
            <a:xfrm>
              <a:off x="9539301" y="186675"/>
              <a:ext cx="408152" cy="183858"/>
            </a:xfrm>
            <a:prstGeom prst="roundRect">
              <a:avLst>
                <a:gd name="adj" fmla="val 23143"/>
              </a:avLst>
            </a:pr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46" name="사각형: 둥근 모서리 45">
              <a:extLst>
                <a:ext uri="{FF2B5EF4-FFF2-40B4-BE49-F238E27FC236}">
                  <a16:creationId xmlns:a16="http://schemas.microsoft.com/office/drawing/2014/main" id="{32D96933-CDA3-3D64-DD04-22498904F2B0}"/>
                </a:ext>
              </a:extLst>
            </p:cNvPr>
            <p:cNvSpPr/>
            <p:nvPr userDrawn="1"/>
          </p:nvSpPr>
          <p:spPr>
            <a:xfrm flipH="1">
              <a:off x="9958325" y="1568154"/>
              <a:ext cx="358839" cy="107393"/>
            </a:xfrm>
            <a:prstGeom prst="roundRect">
              <a:avLst>
                <a:gd name="adj" fmla="val 43099"/>
              </a:avLst>
            </a:pr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47" name="사각형: 둥근 모서리 46">
              <a:extLst>
                <a:ext uri="{FF2B5EF4-FFF2-40B4-BE49-F238E27FC236}">
                  <a16:creationId xmlns:a16="http://schemas.microsoft.com/office/drawing/2014/main" id="{445C1F95-147E-F882-600A-F515FF5730DA}"/>
                </a:ext>
              </a:extLst>
            </p:cNvPr>
            <p:cNvSpPr/>
            <p:nvPr userDrawn="1"/>
          </p:nvSpPr>
          <p:spPr>
            <a:xfrm rot="4506704" flipH="1">
              <a:off x="9985282" y="1378492"/>
              <a:ext cx="464231" cy="107393"/>
            </a:xfrm>
            <a:prstGeom prst="roundRect">
              <a:avLst>
                <a:gd name="adj" fmla="val 50000"/>
              </a:avLst>
            </a:pr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48" name="사각형: 둥근 모서리 47">
              <a:extLst>
                <a:ext uri="{FF2B5EF4-FFF2-40B4-BE49-F238E27FC236}">
                  <a16:creationId xmlns:a16="http://schemas.microsoft.com/office/drawing/2014/main" id="{B524C14F-86B3-5F43-5AA4-229B555CD71D}"/>
                </a:ext>
              </a:extLst>
            </p:cNvPr>
            <p:cNvSpPr/>
            <p:nvPr userDrawn="1"/>
          </p:nvSpPr>
          <p:spPr>
            <a:xfrm rot="17142116">
              <a:off x="9285907" y="1386473"/>
              <a:ext cx="447973" cy="107393"/>
            </a:xfrm>
            <a:prstGeom prst="roundRect">
              <a:avLst>
                <a:gd name="adj" fmla="val 49751"/>
              </a:avLst>
            </a:pr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49" name="사각형: 둥근 모서리 48">
              <a:extLst>
                <a:ext uri="{FF2B5EF4-FFF2-40B4-BE49-F238E27FC236}">
                  <a16:creationId xmlns:a16="http://schemas.microsoft.com/office/drawing/2014/main" id="{93A75C5C-D184-FB1E-4D30-8E0C46ECE9F3}"/>
                </a:ext>
              </a:extLst>
            </p:cNvPr>
            <p:cNvSpPr/>
            <p:nvPr userDrawn="1"/>
          </p:nvSpPr>
          <p:spPr>
            <a:xfrm>
              <a:off x="8225540" y="182176"/>
              <a:ext cx="976417" cy="355633"/>
            </a:xfrm>
            <a:prstGeom prst="roundRect">
              <a:avLst/>
            </a:pr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50" name="사각형: 둥근 모서리 49">
              <a:extLst>
                <a:ext uri="{FF2B5EF4-FFF2-40B4-BE49-F238E27FC236}">
                  <a16:creationId xmlns:a16="http://schemas.microsoft.com/office/drawing/2014/main" id="{70B536F9-A737-7889-1CA1-D9A1DF5D1FEE}"/>
                </a:ext>
              </a:extLst>
            </p:cNvPr>
            <p:cNvSpPr/>
            <p:nvPr userDrawn="1"/>
          </p:nvSpPr>
          <p:spPr>
            <a:xfrm>
              <a:off x="8225541" y="1310440"/>
              <a:ext cx="1287590" cy="355633"/>
            </a:xfrm>
            <a:prstGeom prst="roundRect">
              <a:avLst/>
            </a:pr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51" name="사각형: 둥근 모서리 50">
              <a:extLst>
                <a:ext uri="{FF2B5EF4-FFF2-40B4-BE49-F238E27FC236}">
                  <a16:creationId xmlns:a16="http://schemas.microsoft.com/office/drawing/2014/main" id="{00B8EB24-2E34-6FC4-3C61-ECC562D3F574}"/>
                </a:ext>
              </a:extLst>
            </p:cNvPr>
            <p:cNvSpPr/>
            <p:nvPr userDrawn="1"/>
          </p:nvSpPr>
          <p:spPr>
            <a:xfrm>
              <a:off x="8210345" y="186675"/>
              <a:ext cx="360000" cy="1473398"/>
            </a:xfrm>
            <a:prstGeom prst="roundRect">
              <a:avLst/>
            </a:pr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52" name="사각형: 둥근 모서리 48">
              <a:extLst>
                <a:ext uri="{FF2B5EF4-FFF2-40B4-BE49-F238E27FC236}">
                  <a16:creationId xmlns:a16="http://schemas.microsoft.com/office/drawing/2014/main" id="{C19CBDAA-F316-CB8C-1303-809695D44691}"/>
                </a:ext>
              </a:extLst>
            </p:cNvPr>
            <p:cNvSpPr/>
            <p:nvPr userDrawn="1"/>
          </p:nvSpPr>
          <p:spPr>
            <a:xfrm rot="20700000">
              <a:off x="9757285" y="116467"/>
              <a:ext cx="365971" cy="1546595"/>
            </a:xfrm>
            <a:custGeom>
              <a:avLst/>
              <a:gdLst>
                <a:gd name="connsiteX0" fmla="*/ 0 w 469949"/>
                <a:gd name="connsiteY0" fmla="*/ 78326 h 2189184"/>
                <a:gd name="connsiteX1" fmla="*/ 78326 w 469949"/>
                <a:gd name="connsiteY1" fmla="*/ 0 h 2189184"/>
                <a:gd name="connsiteX2" fmla="*/ 391623 w 469949"/>
                <a:gd name="connsiteY2" fmla="*/ 0 h 2189184"/>
                <a:gd name="connsiteX3" fmla="*/ 469949 w 469949"/>
                <a:gd name="connsiteY3" fmla="*/ 78326 h 2189184"/>
                <a:gd name="connsiteX4" fmla="*/ 469949 w 469949"/>
                <a:gd name="connsiteY4" fmla="*/ 2110858 h 2189184"/>
                <a:gd name="connsiteX5" fmla="*/ 391623 w 469949"/>
                <a:gd name="connsiteY5" fmla="*/ 2189184 h 2189184"/>
                <a:gd name="connsiteX6" fmla="*/ 78326 w 469949"/>
                <a:gd name="connsiteY6" fmla="*/ 2189184 h 2189184"/>
                <a:gd name="connsiteX7" fmla="*/ 0 w 469949"/>
                <a:gd name="connsiteY7" fmla="*/ 2110858 h 2189184"/>
                <a:gd name="connsiteX8" fmla="*/ 0 w 469949"/>
                <a:gd name="connsiteY8" fmla="*/ 78326 h 218918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401214 w 479540"/>
                <a:gd name="connsiteY2" fmla="*/ 64040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401214 w 479540"/>
                <a:gd name="connsiteY2" fmla="*/ 64040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4 w 469953"/>
                <a:gd name="connsiteY0" fmla="*/ 154603 h 2265461"/>
                <a:gd name="connsiteX1" fmla="*/ 42068 w 469953"/>
                <a:gd name="connsiteY1" fmla="*/ 0 h 2265461"/>
                <a:gd name="connsiteX2" fmla="*/ 330427 w 469953"/>
                <a:gd name="connsiteY2" fmla="*/ 74670 h 2265461"/>
                <a:gd name="connsiteX3" fmla="*/ 469953 w 469953"/>
                <a:gd name="connsiteY3" fmla="*/ 154603 h 2265461"/>
                <a:gd name="connsiteX4" fmla="*/ 469953 w 469953"/>
                <a:gd name="connsiteY4" fmla="*/ 2187135 h 2265461"/>
                <a:gd name="connsiteX5" fmla="*/ 391627 w 469953"/>
                <a:gd name="connsiteY5" fmla="*/ 2265461 h 2265461"/>
                <a:gd name="connsiteX6" fmla="*/ 78330 w 469953"/>
                <a:gd name="connsiteY6" fmla="*/ 2265461 h 2265461"/>
                <a:gd name="connsiteX7" fmla="*/ 4 w 469953"/>
                <a:gd name="connsiteY7" fmla="*/ 2187135 h 2265461"/>
                <a:gd name="connsiteX8" fmla="*/ 4 w 469953"/>
                <a:gd name="connsiteY8" fmla="*/ 154603 h 2265461"/>
                <a:gd name="connsiteX0" fmla="*/ 4 w 469953"/>
                <a:gd name="connsiteY0" fmla="*/ 154603 h 2265461"/>
                <a:gd name="connsiteX1" fmla="*/ 42068 w 469953"/>
                <a:gd name="connsiteY1" fmla="*/ 0 h 2265461"/>
                <a:gd name="connsiteX2" fmla="*/ 330427 w 469953"/>
                <a:gd name="connsiteY2" fmla="*/ 74670 h 2265461"/>
                <a:gd name="connsiteX3" fmla="*/ 469953 w 469953"/>
                <a:gd name="connsiteY3" fmla="*/ 154603 h 2265461"/>
                <a:gd name="connsiteX4" fmla="*/ 469953 w 469953"/>
                <a:gd name="connsiteY4" fmla="*/ 2187135 h 2265461"/>
                <a:gd name="connsiteX5" fmla="*/ 391627 w 469953"/>
                <a:gd name="connsiteY5" fmla="*/ 2265461 h 2265461"/>
                <a:gd name="connsiteX6" fmla="*/ 78330 w 469953"/>
                <a:gd name="connsiteY6" fmla="*/ 2265461 h 2265461"/>
                <a:gd name="connsiteX7" fmla="*/ 4 w 469953"/>
                <a:gd name="connsiteY7" fmla="*/ 2187135 h 2265461"/>
                <a:gd name="connsiteX8" fmla="*/ 4 w 469953"/>
                <a:gd name="connsiteY8" fmla="*/ 154603 h 2265461"/>
                <a:gd name="connsiteX0" fmla="*/ 7203 w 477152"/>
                <a:gd name="connsiteY0" fmla="*/ 202492 h 2313350"/>
                <a:gd name="connsiteX1" fmla="*/ 25429 w 477152"/>
                <a:gd name="connsiteY1" fmla="*/ 0 h 2313350"/>
                <a:gd name="connsiteX2" fmla="*/ 337626 w 477152"/>
                <a:gd name="connsiteY2" fmla="*/ 122559 h 2313350"/>
                <a:gd name="connsiteX3" fmla="*/ 477152 w 477152"/>
                <a:gd name="connsiteY3" fmla="*/ 202492 h 2313350"/>
                <a:gd name="connsiteX4" fmla="*/ 477152 w 477152"/>
                <a:gd name="connsiteY4" fmla="*/ 2235024 h 2313350"/>
                <a:gd name="connsiteX5" fmla="*/ 398826 w 477152"/>
                <a:gd name="connsiteY5" fmla="*/ 2313350 h 2313350"/>
                <a:gd name="connsiteX6" fmla="*/ 85529 w 477152"/>
                <a:gd name="connsiteY6" fmla="*/ 2313350 h 2313350"/>
                <a:gd name="connsiteX7" fmla="*/ 7203 w 477152"/>
                <a:gd name="connsiteY7" fmla="*/ 2235024 h 2313350"/>
                <a:gd name="connsiteX8" fmla="*/ 7203 w 477152"/>
                <a:gd name="connsiteY8" fmla="*/ 202492 h 2313350"/>
                <a:gd name="connsiteX0" fmla="*/ 7204 w 477153"/>
                <a:gd name="connsiteY0" fmla="*/ 202492 h 2313350"/>
                <a:gd name="connsiteX1" fmla="*/ 25430 w 477153"/>
                <a:gd name="connsiteY1" fmla="*/ 0 h 2313350"/>
                <a:gd name="connsiteX2" fmla="*/ 341592 w 477153"/>
                <a:gd name="connsiteY2" fmla="*/ 105392 h 2313350"/>
                <a:gd name="connsiteX3" fmla="*/ 477153 w 477153"/>
                <a:gd name="connsiteY3" fmla="*/ 202492 h 2313350"/>
                <a:gd name="connsiteX4" fmla="*/ 477153 w 477153"/>
                <a:gd name="connsiteY4" fmla="*/ 2235024 h 2313350"/>
                <a:gd name="connsiteX5" fmla="*/ 398827 w 477153"/>
                <a:gd name="connsiteY5" fmla="*/ 2313350 h 2313350"/>
                <a:gd name="connsiteX6" fmla="*/ 85530 w 477153"/>
                <a:gd name="connsiteY6" fmla="*/ 2313350 h 2313350"/>
                <a:gd name="connsiteX7" fmla="*/ 7204 w 477153"/>
                <a:gd name="connsiteY7" fmla="*/ 2235024 h 2313350"/>
                <a:gd name="connsiteX8" fmla="*/ 7204 w 477153"/>
                <a:gd name="connsiteY8" fmla="*/ 202492 h 2313350"/>
                <a:gd name="connsiteX0" fmla="*/ 7204 w 477153"/>
                <a:gd name="connsiteY0" fmla="*/ 202492 h 2313350"/>
                <a:gd name="connsiteX1" fmla="*/ 25430 w 477153"/>
                <a:gd name="connsiteY1" fmla="*/ 0 h 2313350"/>
                <a:gd name="connsiteX2" fmla="*/ 341592 w 477153"/>
                <a:gd name="connsiteY2" fmla="*/ 105392 h 2313350"/>
                <a:gd name="connsiteX3" fmla="*/ 477153 w 477153"/>
                <a:gd name="connsiteY3" fmla="*/ 202492 h 2313350"/>
                <a:gd name="connsiteX4" fmla="*/ 477153 w 477153"/>
                <a:gd name="connsiteY4" fmla="*/ 2235024 h 2313350"/>
                <a:gd name="connsiteX5" fmla="*/ 398827 w 477153"/>
                <a:gd name="connsiteY5" fmla="*/ 2313350 h 2313350"/>
                <a:gd name="connsiteX6" fmla="*/ 85530 w 477153"/>
                <a:gd name="connsiteY6" fmla="*/ 2313350 h 2313350"/>
                <a:gd name="connsiteX7" fmla="*/ 7204 w 477153"/>
                <a:gd name="connsiteY7" fmla="*/ 2235024 h 2313350"/>
                <a:gd name="connsiteX8" fmla="*/ 7204 w 477153"/>
                <a:gd name="connsiteY8" fmla="*/ 202492 h 2313350"/>
                <a:gd name="connsiteX0" fmla="*/ -1 w 469948"/>
                <a:gd name="connsiteY0" fmla="*/ 174286 h 2285144"/>
                <a:gd name="connsiteX1" fmla="*/ 49782 w 469948"/>
                <a:gd name="connsiteY1" fmla="*/ 1 h 2285144"/>
                <a:gd name="connsiteX2" fmla="*/ 334387 w 469948"/>
                <a:gd name="connsiteY2" fmla="*/ 77186 h 2285144"/>
                <a:gd name="connsiteX3" fmla="*/ 469948 w 469948"/>
                <a:gd name="connsiteY3" fmla="*/ 174286 h 2285144"/>
                <a:gd name="connsiteX4" fmla="*/ 469948 w 469948"/>
                <a:gd name="connsiteY4" fmla="*/ 2206818 h 2285144"/>
                <a:gd name="connsiteX5" fmla="*/ 391622 w 469948"/>
                <a:gd name="connsiteY5" fmla="*/ 2285144 h 2285144"/>
                <a:gd name="connsiteX6" fmla="*/ 78325 w 469948"/>
                <a:gd name="connsiteY6" fmla="*/ 2285144 h 2285144"/>
                <a:gd name="connsiteX7" fmla="*/ -1 w 469948"/>
                <a:gd name="connsiteY7" fmla="*/ 2206818 h 2285144"/>
                <a:gd name="connsiteX8" fmla="*/ -1 w 469948"/>
                <a:gd name="connsiteY8" fmla="*/ 174286 h 2285144"/>
                <a:gd name="connsiteX0" fmla="*/ 0 w 469949"/>
                <a:gd name="connsiteY0" fmla="*/ 174285 h 2285143"/>
                <a:gd name="connsiteX1" fmla="*/ 49783 w 469949"/>
                <a:gd name="connsiteY1" fmla="*/ 0 h 2285143"/>
                <a:gd name="connsiteX2" fmla="*/ 334388 w 469949"/>
                <a:gd name="connsiteY2" fmla="*/ 77185 h 2285143"/>
                <a:gd name="connsiteX3" fmla="*/ 469949 w 469949"/>
                <a:gd name="connsiteY3" fmla="*/ 174285 h 2285143"/>
                <a:gd name="connsiteX4" fmla="*/ 469949 w 469949"/>
                <a:gd name="connsiteY4" fmla="*/ 2206817 h 2285143"/>
                <a:gd name="connsiteX5" fmla="*/ 391623 w 469949"/>
                <a:gd name="connsiteY5" fmla="*/ 2285143 h 2285143"/>
                <a:gd name="connsiteX6" fmla="*/ 78326 w 469949"/>
                <a:gd name="connsiteY6" fmla="*/ 2285143 h 2285143"/>
                <a:gd name="connsiteX7" fmla="*/ 0 w 469949"/>
                <a:gd name="connsiteY7" fmla="*/ 2206817 h 2285143"/>
                <a:gd name="connsiteX8" fmla="*/ 0 w 469949"/>
                <a:gd name="connsiteY8" fmla="*/ 174285 h 2285143"/>
                <a:gd name="connsiteX0" fmla="*/ 1054 w 471003"/>
                <a:gd name="connsiteY0" fmla="*/ 197892 h 2308750"/>
                <a:gd name="connsiteX1" fmla="*/ 34082 w 471003"/>
                <a:gd name="connsiteY1" fmla="*/ 0 h 2308750"/>
                <a:gd name="connsiteX2" fmla="*/ 335442 w 471003"/>
                <a:gd name="connsiteY2" fmla="*/ 100792 h 2308750"/>
                <a:gd name="connsiteX3" fmla="*/ 471003 w 471003"/>
                <a:gd name="connsiteY3" fmla="*/ 197892 h 2308750"/>
                <a:gd name="connsiteX4" fmla="*/ 471003 w 471003"/>
                <a:gd name="connsiteY4" fmla="*/ 2230424 h 2308750"/>
                <a:gd name="connsiteX5" fmla="*/ 392677 w 471003"/>
                <a:gd name="connsiteY5" fmla="*/ 2308750 h 2308750"/>
                <a:gd name="connsiteX6" fmla="*/ 79380 w 471003"/>
                <a:gd name="connsiteY6" fmla="*/ 2308750 h 2308750"/>
                <a:gd name="connsiteX7" fmla="*/ 1054 w 471003"/>
                <a:gd name="connsiteY7" fmla="*/ 2230424 h 2308750"/>
                <a:gd name="connsiteX8" fmla="*/ 1054 w 471003"/>
                <a:gd name="connsiteY8" fmla="*/ 197892 h 2308750"/>
                <a:gd name="connsiteX0" fmla="*/ 1054 w 471003"/>
                <a:gd name="connsiteY0" fmla="*/ 197892 h 2308750"/>
                <a:gd name="connsiteX1" fmla="*/ 34082 w 471003"/>
                <a:gd name="connsiteY1" fmla="*/ 0 h 2308750"/>
                <a:gd name="connsiteX2" fmla="*/ 334861 w 471003"/>
                <a:gd name="connsiteY2" fmla="*/ 89571 h 2308750"/>
                <a:gd name="connsiteX3" fmla="*/ 471003 w 471003"/>
                <a:gd name="connsiteY3" fmla="*/ 197892 h 2308750"/>
                <a:gd name="connsiteX4" fmla="*/ 471003 w 471003"/>
                <a:gd name="connsiteY4" fmla="*/ 2230424 h 2308750"/>
                <a:gd name="connsiteX5" fmla="*/ 392677 w 471003"/>
                <a:gd name="connsiteY5" fmla="*/ 2308750 h 2308750"/>
                <a:gd name="connsiteX6" fmla="*/ 79380 w 471003"/>
                <a:gd name="connsiteY6" fmla="*/ 2308750 h 2308750"/>
                <a:gd name="connsiteX7" fmla="*/ 1054 w 471003"/>
                <a:gd name="connsiteY7" fmla="*/ 2230424 h 2308750"/>
                <a:gd name="connsiteX8" fmla="*/ 1054 w 471003"/>
                <a:gd name="connsiteY8" fmla="*/ 197892 h 2308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1003" h="2308750">
                  <a:moveTo>
                    <a:pt x="1054" y="197892"/>
                  </a:moveTo>
                  <a:cubicBezTo>
                    <a:pt x="1054" y="154634"/>
                    <a:pt x="-9176" y="0"/>
                    <a:pt x="34082" y="0"/>
                  </a:cubicBezTo>
                  <a:cubicBezTo>
                    <a:pt x="252569" y="55222"/>
                    <a:pt x="180322" y="46561"/>
                    <a:pt x="334861" y="89571"/>
                  </a:cubicBezTo>
                  <a:cubicBezTo>
                    <a:pt x="454403" y="123843"/>
                    <a:pt x="471003" y="154634"/>
                    <a:pt x="471003" y="197892"/>
                  </a:cubicBezTo>
                  <a:lnTo>
                    <a:pt x="471003" y="2230424"/>
                  </a:lnTo>
                  <a:cubicBezTo>
                    <a:pt x="471003" y="2273682"/>
                    <a:pt x="435935" y="2308750"/>
                    <a:pt x="392677" y="2308750"/>
                  </a:cubicBezTo>
                  <a:lnTo>
                    <a:pt x="79380" y="2308750"/>
                  </a:lnTo>
                  <a:cubicBezTo>
                    <a:pt x="36122" y="2308750"/>
                    <a:pt x="1054" y="2273682"/>
                    <a:pt x="1054" y="2230424"/>
                  </a:cubicBezTo>
                  <a:lnTo>
                    <a:pt x="1054" y="197892"/>
                  </a:lnTo>
                  <a:close/>
                </a:path>
              </a:pathLst>
            </a:cu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53" name="사각형: 둥근 모서리 52">
              <a:extLst>
                <a:ext uri="{FF2B5EF4-FFF2-40B4-BE49-F238E27FC236}">
                  <a16:creationId xmlns:a16="http://schemas.microsoft.com/office/drawing/2014/main" id="{3982DA01-DAB2-66E5-E365-CFF5181A0C9C}"/>
                </a:ext>
              </a:extLst>
            </p:cNvPr>
            <p:cNvSpPr/>
            <p:nvPr userDrawn="1"/>
          </p:nvSpPr>
          <p:spPr>
            <a:xfrm rot="4506704" flipH="1">
              <a:off x="9456291" y="360823"/>
              <a:ext cx="464231" cy="107393"/>
            </a:xfrm>
            <a:prstGeom prst="roundRect">
              <a:avLst>
                <a:gd name="adj" fmla="val 32586"/>
              </a:avLst>
            </a:pr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54" name="사각형: 둥근 모서리 53">
              <a:extLst>
                <a:ext uri="{FF2B5EF4-FFF2-40B4-BE49-F238E27FC236}">
                  <a16:creationId xmlns:a16="http://schemas.microsoft.com/office/drawing/2014/main" id="{800FCEC9-FF7B-4B9B-DAC4-B3D9BC28F820}"/>
                </a:ext>
              </a:extLst>
            </p:cNvPr>
            <p:cNvSpPr/>
            <p:nvPr userDrawn="1"/>
          </p:nvSpPr>
          <p:spPr>
            <a:xfrm flipH="1">
              <a:off x="9586770" y="180267"/>
              <a:ext cx="351774" cy="60140"/>
            </a:xfrm>
            <a:prstGeom prst="roundRect">
              <a:avLst>
                <a:gd name="adj" fmla="val 32586"/>
              </a:avLst>
            </a:pr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55" name="사각형: 둥근 모서리 54">
              <a:extLst>
                <a:ext uri="{FF2B5EF4-FFF2-40B4-BE49-F238E27FC236}">
                  <a16:creationId xmlns:a16="http://schemas.microsoft.com/office/drawing/2014/main" id="{FE59132D-E0F7-5227-671D-15B4032C34B0}"/>
                </a:ext>
              </a:extLst>
            </p:cNvPr>
            <p:cNvSpPr/>
            <p:nvPr userDrawn="1"/>
          </p:nvSpPr>
          <p:spPr>
            <a:xfrm>
              <a:off x="6347129" y="186675"/>
              <a:ext cx="408152" cy="183858"/>
            </a:xfrm>
            <a:prstGeom prst="roundRect">
              <a:avLst>
                <a:gd name="adj" fmla="val 23143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56" name="사각형: 둥근 모서리 55">
              <a:extLst>
                <a:ext uri="{FF2B5EF4-FFF2-40B4-BE49-F238E27FC236}">
                  <a16:creationId xmlns:a16="http://schemas.microsoft.com/office/drawing/2014/main" id="{20FCFC37-75D1-A1F5-B779-980816D9566F}"/>
                </a:ext>
              </a:extLst>
            </p:cNvPr>
            <p:cNvSpPr/>
            <p:nvPr userDrawn="1"/>
          </p:nvSpPr>
          <p:spPr>
            <a:xfrm flipH="1">
              <a:off x="6766153" y="1568154"/>
              <a:ext cx="358839" cy="107393"/>
            </a:xfrm>
            <a:prstGeom prst="roundRect">
              <a:avLst>
                <a:gd name="adj" fmla="val 43099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57" name="사각형: 둥근 모서리 56">
              <a:extLst>
                <a:ext uri="{FF2B5EF4-FFF2-40B4-BE49-F238E27FC236}">
                  <a16:creationId xmlns:a16="http://schemas.microsoft.com/office/drawing/2014/main" id="{4A451D5E-D275-D412-8599-7730D9FAE251}"/>
                </a:ext>
              </a:extLst>
            </p:cNvPr>
            <p:cNvSpPr/>
            <p:nvPr userDrawn="1"/>
          </p:nvSpPr>
          <p:spPr>
            <a:xfrm rot="4506704" flipH="1">
              <a:off x="6793110" y="1378492"/>
              <a:ext cx="464231" cy="107393"/>
            </a:xfrm>
            <a:prstGeom prst="roundRect">
              <a:avLst>
                <a:gd name="adj" fmla="val 50000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58" name="사각형: 둥근 모서리 48">
              <a:extLst>
                <a:ext uri="{FF2B5EF4-FFF2-40B4-BE49-F238E27FC236}">
                  <a16:creationId xmlns:a16="http://schemas.microsoft.com/office/drawing/2014/main" id="{9DD62034-9CD4-BE1D-203C-464F0185C4C9}"/>
                </a:ext>
              </a:extLst>
            </p:cNvPr>
            <p:cNvSpPr/>
            <p:nvPr userDrawn="1"/>
          </p:nvSpPr>
          <p:spPr>
            <a:xfrm rot="20700000">
              <a:off x="6565113" y="116467"/>
              <a:ext cx="365971" cy="1546595"/>
            </a:xfrm>
            <a:custGeom>
              <a:avLst/>
              <a:gdLst>
                <a:gd name="connsiteX0" fmla="*/ 0 w 469949"/>
                <a:gd name="connsiteY0" fmla="*/ 78326 h 2189184"/>
                <a:gd name="connsiteX1" fmla="*/ 78326 w 469949"/>
                <a:gd name="connsiteY1" fmla="*/ 0 h 2189184"/>
                <a:gd name="connsiteX2" fmla="*/ 391623 w 469949"/>
                <a:gd name="connsiteY2" fmla="*/ 0 h 2189184"/>
                <a:gd name="connsiteX3" fmla="*/ 469949 w 469949"/>
                <a:gd name="connsiteY3" fmla="*/ 78326 h 2189184"/>
                <a:gd name="connsiteX4" fmla="*/ 469949 w 469949"/>
                <a:gd name="connsiteY4" fmla="*/ 2110858 h 2189184"/>
                <a:gd name="connsiteX5" fmla="*/ 391623 w 469949"/>
                <a:gd name="connsiteY5" fmla="*/ 2189184 h 2189184"/>
                <a:gd name="connsiteX6" fmla="*/ 78326 w 469949"/>
                <a:gd name="connsiteY6" fmla="*/ 2189184 h 2189184"/>
                <a:gd name="connsiteX7" fmla="*/ 0 w 469949"/>
                <a:gd name="connsiteY7" fmla="*/ 2110858 h 2189184"/>
                <a:gd name="connsiteX8" fmla="*/ 0 w 469949"/>
                <a:gd name="connsiteY8" fmla="*/ 78326 h 218918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401214 w 479540"/>
                <a:gd name="connsiteY2" fmla="*/ 64040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401214 w 479540"/>
                <a:gd name="connsiteY2" fmla="*/ 64040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4 w 469953"/>
                <a:gd name="connsiteY0" fmla="*/ 154603 h 2265461"/>
                <a:gd name="connsiteX1" fmla="*/ 42068 w 469953"/>
                <a:gd name="connsiteY1" fmla="*/ 0 h 2265461"/>
                <a:gd name="connsiteX2" fmla="*/ 330427 w 469953"/>
                <a:gd name="connsiteY2" fmla="*/ 74670 h 2265461"/>
                <a:gd name="connsiteX3" fmla="*/ 469953 w 469953"/>
                <a:gd name="connsiteY3" fmla="*/ 154603 h 2265461"/>
                <a:gd name="connsiteX4" fmla="*/ 469953 w 469953"/>
                <a:gd name="connsiteY4" fmla="*/ 2187135 h 2265461"/>
                <a:gd name="connsiteX5" fmla="*/ 391627 w 469953"/>
                <a:gd name="connsiteY5" fmla="*/ 2265461 h 2265461"/>
                <a:gd name="connsiteX6" fmla="*/ 78330 w 469953"/>
                <a:gd name="connsiteY6" fmla="*/ 2265461 h 2265461"/>
                <a:gd name="connsiteX7" fmla="*/ 4 w 469953"/>
                <a:gd name="connsiteY7" fmla="*/ 2187135 h 2265461"/>
                <a:gd name="connsiteX8" fmla="*/ 4 w 469953"/>
                <a:gd name="connsiteY8" fmla="*/ 154603 h 2265461"/>
                <a:gd name="connsiteX0" fmla="*/ 4 w 469953"/>
                <a:gd name="connsiteY0" fmla="*/ 154603 h 2265461"/>
                <a:gd name="connsiteX1" fmla="*/ 42068 w 469953"/>
                <a:gd name="connsiteY1" fmla="*/ 0 h 2265461"/>
                <a:gd name="connsiteX2" fmla="*/ 330427 w 469953"/>
                <a:gd name="connsiteY2" fmla="*/ 74670 h 2265461"/>
                <a:gd name="connsiteX3" fmla="*/ 469953 w 469953"/>
                <a:gd name="connsiteY3" fmla="*/ 154603 h 2265461"/>
                <a:gd name="connsiteX4" fmla="*/ 469953 w 469953"/>
                <a:gd name="connsiteY4" fmla="*/ 2187135 h 2265461"/>
                <a:gd name="connsiteX5" fmla="*/ 391627 w 469953"/>
                <a:gd name="connsiteY5" fmla="*/ 2265461 h 2265461"/>
                <a:gd name="connsiteX6" fmla="*/ 78330 w 469953"/>
                <a:gd name="connsiteY6" fmla="*/ 2265461 h 2265461"/>
                <a:gd name="connsiteX7" fmla="*/ 4 w 469953"/>
                <a:gd name="connsiteY7" fmla="*/ 2187135 h 2265461"/>
                <a:gd name="connsiteX8" fmla="*/ 4 w 469953"/>
                <a:gd name="connsiteY8" fmla="*/ 154603 h 2265461"/>
                <a:gd name="connsiteX0" fmla="*/ 7203 w 477152"/>
                <a:gd name="connsiteY0" fmla="*/ 202492 h 2313350"/>
                <a:gd name="connsiteX1" fmla="*/ 25429 w 477152"/>
                <a:gd name="connsiteY1" fmla="*/ 0 h 2313350"/>
                <a:gd name="connsiteX2" fmla="*/ 337626 w 477152"/>
                <a:gd name="connsiteY2" fmla="*/ 122559 h 2313350"/>
                <a:gd name="connsiteX3" fmla="*/ 477152 w 477152"/>
                <a:gd name="connsiteY3" fmla="*/ 202492 h 2313350"/>
                <a:gd name="connsiteX4" fmla="*/ 477152 w 477152"/>
                <a:gd name="connsiteY4" fmla="*/ 2235024 h 2313350"/>
                <a:gd name="connsiteX5" fmla="*/ 398826 w 477152"/>
                <a:gd name="connsiteY5" fmla="*/ 2313350 h 2313350"/>
                <a:gd name="connsiteX6" fmla="*/ 85529 w 477152"/>
                <a:gd name="connsiteY6" fmla="*/ 2313350 h 2313350"/>
                <a:gd name="connsiteX7" fmla="*/ 7203 w 477152"/>
                <a:gd name="connsiteY7" fmla="*/ 2235024 h 2313350"/>
                <a:gd name="connsiteX8" fmla="*/ 7203 w 477152"/>
                <a:gd name="connsiteY8" fmla="*/ 202492 h 2313350"/>
                <a:gd name="connsiteX0" fmla="*/ 7204 w 477153"/>
                <a:gd name="connsiteY0" fmla="*/ 202492 h 2313350"/>
                <a:gd name="connsiteX1" fmla="*/ 25430 w 477153"/>
                <a:gd name="connsiteY1" fmla="*/ 0 h 2313350"/>
                <a:gd name="connsiteX2" fmla="*/ 341592 w 477153"/>
                <a:gd name="connsiteY2" fmla="*/ 105392 h 2313350"/>
                <a:gd name="connsiteX3" fmla="*/ 477153 w 477153"/>
                <a:gd name="connsiteY3" fmla="*/ 202492 h 2313350"/>
                <a:gd name="connsiteX4" fmla="*/ 477153 w 477153"/>
                <a:gd name="connsiteY4" fmla="*/ 2235024 h 2313350"/>
                <a:gd name="connsiteX5" fmla="*/ 398827 w 477153"/>
                <a:gd name="connsiteY5" fmla="*/ 2313350 h 2313350"/>
                <a:gd name="connsiteX6" fmla="*/ 85530 w 477153"/>
                <a:gd name="connsiteY6" fmla="*/ 2313350 h 2313350"/>
                <a:gd name="connsiteX7" fmla="*/ 7204 w 477153"/>
                <a:gd name="connsiteY7" fmla="*/ 2235024 h 2313350"/>
                <a:gd name="connsiteX8" fmla="*/ 7204 w 477153"/>
                <a:gd name="connsiteY8" fmla="*/ 202492 h 2313350"/>
                <a:gd name="connsiteX0" fmla="*/ 7204 w 477153"/>
                <a:gd name="connsiteY0" fmla="*/ 202492 h 2313350"/>
                <a:gd name="connsiteX1" fmla="*/ 25430 w 477153"/>
                <a:gd name="connsiteY1" fmla="*/ 0 h 2313350"/>
                <a:gd name="connsiteX2" fmla="*/ 341592 w 477153"/>
                <a:gd name="connsiteY2" fmla="*/ 105392 h 2313350"/>
                <a:gd name="connsiteX3" fmla="*/ 477153 w 477153"/>
                <a:gd name="connsiteY3" fmla="*/ 202492 h 2313350"/>
                <a:gd name="connsiteX4" fmla="*/ 477153 w 477153"/>
                <a:gd name="connsiteY4" fmla="*/ 2235024 h 2313350"/>
                <a:gd name="connsiteX5" fmla="*/ 398827 w 477153"/>
                <a:gd name="connsiteY5" fmla="*/ 2313350 h 2313350"/>
                <a:gd name="connsiteX6" fmla="*/ 85530 w 477153"/>
                <a:gd name="connsiteY6" fmla="*/ 2313350 h 2313350"/>
                <a:gd name="connsiteX7" fmla="*/ 7204 w 477153"/>
                <a:gd name="connsiteY7" fmla="*/ 2235024 h 2313350"/>
                <a:gd name="connsiteX8" fmla="*/ 7204 w 477153"/>
                <a:gd name="connsiteY8" fmla="*/ 202492 h 2313350"/>
                <a:gd name="connsiteX0" fmla="*/ -1 w 469948"/>
                <a:gd name="connsiteY0" fmla="*/ 174286 h 2285144"/>
                <a:gd name="connsiteX1" fmla="*/ 49782 w 469948"/>
                <a:gd name="connsiteY1" fmla="*/ 1 h 2285144"/>
                <a:gd name="connsiteX2" fmla="*/ 334387 w 469948"/>
                <a:gd name="connsiteY2" fmla="*/ 77186 h 2285144"/>
                <a:gd name="connsiteX3" fmla="*/ 469948 w 469948"/>
                <a:gd name="connsiteY3" fmla="*/ 174286 h 2285144"/>
                <a:gd name="connsiteX4" fmla="*/ 469948 w 469948"/>
                <a:gd name="connsiteY4" fmla="*/ 2206818 h 2285144"/>
                <a:gd name="connsiteX5" fmla="*/ 391622 w 469948"/>
                <a:gd name="connsiteY5" fmla="*/ 2285144 h 2285144"/>
                <a:gd name="connsiteX6" fmla="*/ 78325 w 469948"/>
                <a:gd name="connsiteY6" fmla="*/ 2285144 h 2285144"/>
                <a:gd name="connsiteX7" fmla="*/ -1 w 469948"/>
                <a:gd name="connsiteY7" fmla="*/ 2206818 h 2285144"/>
                <a:gd name="connsiteX8" fmla="*/ -1 w 469948"/>
                <a:gd name="connsiteY8" fmla="*/ 174286 h 2285144"/>
                <a:gd name="connsiteX0" fmla="*/ 0 w 469949"/>
                <a:gd name="connsiteY0" fmla="*/ 174285 h 2285143"/>
                <a:gd name="connsiteX1" fmla="*/ 49783 w 469949"/>
                <a:gd name="connsiteY1" fmla="*/ 0 h 2285143"/>
                <a:gd name="connsiteX2" fmla="*/ 334388 w 469949"/>
                <a:gd name="connsiteY2" fmla="*/ 77185 h 2285143"/>
                <a:gd name="connsiteX3" fmla="*/ 469949 w 469949"/>
                <a:gd name="connsiteY3" fmla="*/ 174285 h 2285143"/>
                <a:gd name="connsiteX4" fmla="*/ 469949 w 469949"/>
                <a:gd name="connsiteY4" fmla="*/ 2206817 h 2285143"/>
                <a:gd name="connsiteX5" fmla="*/ 391623 w 469949"/>
                <a:gd name="connsiteY5" fmla="*/ 2285143 h 2285143"/>
                <a:gd name="connsiteX6" fmla="*/ 78326 w 469949"/>
                <a:gd name="connsiteY6" fmla="*/ 2285143 h 2285143"/>
                <a:gd name="connsiteX7" fmla="*/ 0 w 469949"/>
                <a:gd name="connsiteY7" fmla="*/ 2206817 h 2285143"/>
                <a:gd name="connsiteX8" fmla="*/ 0 w 469949"/>
                <a:gd name="connsiteY8" fmla="*/ 174285 h 2285143"/>
                <a:gd name="connsiteX0" fmla="*/ 1054 w 471003"/>
                <a:gd name="connsiteY0" fmla="*/ 197892 h 2308750"/>
                <a:gd name="connsiteX1" fmla="*/ 34082 w 471003"/>
                <a:gd name="connsiteY1" fmla="*/ 0 h 2308750"/>
                <a:gd name="connsiteX2" fmla="*/ 335442 w 471003"/>
                <a:gd name="connsiteY2" fmla="*/ 100792 h 2308750"/>
                <a:gd name="connsiteX3" fmla="*/ 471003 w 471003"/>
                <a:gd name="connsiteY3" fmla="*/ 197892 h 2308750"/>
                <a:gd name="connsiteX4" fmla="*/ 471003 w 471003"/>
                <a:gd name="connsiteY4" fmla="*/ 2230424 h 2308750"/>
                <a:gd name="connsiteX5" fmla="*/ 392677 w 471003"/>
                <a:gd name="connsiteY5" fmla="*/ 2308750 h 2308750"/>
                <a:gd name="connsiteX6" fmla="*/ 79380 w 471003"/>
                <a:gd name="connsiteY6" fmla="*/ 2308750 h 2308750"/>
                <a:gd name="connsiteX7" fmla="*/ 1054 w 471003"/>
                <a:gd name="connsiteY7" fmla="*/ 2230424 h 2308750"/>
                <a:gd name="connsiteX8" fmla="*/ 1054 w 471003"/>
                <a:gd name="connsiteY8" fmla="*/ 197892 h 2308750"/>
                <a:gd name="connsiteX0" fmla="*/ 1054 w 471003"/>
                <a:gd name="connsiteY0" fmla="*/ 197892 h 2308750"/>
                <a:gd name="connsiteX1" fmla="*/ 34082 w 471003"/>
                <a:gd name="connsiteY1" fmla="*/ 0 h 2308750"/>
                <a:gd name="connsiteX2" fmla="*/ 334861 w 471003"/>
                <a:gd name="connsiteY2" fmla="*/ 89571 h 2308750"/>
                <a:gd name="connsiteX3" fmla="*/ 471003 w 471003"/>
                <a:gd name="connsiteY3" fmla="*/ 197892 h 2308750"/>
                <a:gd name="connsiteX4" fmla="*/ 471003 w 471003"/>
                <a:gd name="connsiteY4" fmla="*/ 2230424 h 2308750"/>
                <a:gd name="connsiteX5" fmla="*/ 392677 w 471003"/>
                <a:gd name="connsiteY5" fmla="*/ 2308750 h 2308750"/>
                <a:gd name="connsiteX6" fmla="*/ 79380 w 471003"/>
                <a:gd name="connsiteY6" fmla="*/ 2308750 h 2308750"/>
                <a:gd name="connsiteX7" fmla="*/ 1054 w 471003"/>
                <a:gd name="connsiteY7" fmla="*/ 2230424 h 2308750"/>
                <a:gd name="connsiteX8" fmla="*/ 1054 w 471003"/>
                <a:gd name="connsiteY8" fmla="*/ 197892 h 2308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1003" h="2308750">
                  <a:moveTo>
                    <a:pt x="1054" y="197892"/>
                  </a:moveTo>
                  <a:cubicBezTo>
                    <a:pt x="1054" y="154634"/>
                    <a:pt x="-9176" y="0"/>
                    <a:pt x="34082" y="0"/>
                  </a:cubicBezTo>
                  <a:cubicBezTo>
                    <a:pt x="252569" y="55222"/>
                    <a:pt x="180322" y="46561"/>
                    <a:pt x="334861" y="89571"/>
                  </a:cubicBezTo>
                  <a:cubicBezTo>
                    <a:pt x="454403" y="123843"/>
                    <a:pt x="471003" y="154634"/>
                    <a:pt x="471003" y="197892"/>
                  </a:cubicBezTo>
                  <a:lnTo>
                    <a:pt x="471003" y="2230424"/>
                  </a:lnTo>
                  <a:cubicBezTo>
                    <a:pt x="471003" y="2273682"/>
                    <a:pt x="435935" y="2308750"/>
                    <a:pt x="392677" y="2308750"/>
                  </a:cubicBezTo>
                  <a:lnTo>
                    <a:pt x="79380" y="2308750"/>
                  </a:lnTo>
                  <a:cubicBezTo>
                    <a:pt x="36122" y="2308750"/>
                    <a:pt x="1054" y="2273682"/>
                    <a:pt x="1054" y="2230424"/>
                  </a:cubicBezTo>
                  <a:lnTo>
                    <a:pt x="1054" y="197892"/>
                  </a:lnTo>
                  <a:close/>
                </a:path>
              </a:pathLst>
            </a:cu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59" name="사각형: 둥근 모서리 58">
              <a:extLst>
                <a:ext uri="{FF2B5EF4-FFF2-40B4-BE49-F238E27FC236}">
                  <a16:creationId xmlns:a16="http://schemas.microsoft.com/office/drawing/2014/main" id="{9FCA9E36-697C-D30C-2533-FD6768039D7C}"/>
                </a:ext>
              </a:extLst>
            </p:cNvPr>
            <p:cNvSpPr/>
            <p:nvPr userDrawn="1"/>
          </p:nvSpPr>
          <p:spPr>
            <a:xfrm rot="4506704" flipH="1">
              <a:off x="6264119" y="360823"/>
              <a:ext cx="464231" cy="107393"/>
            </a:xfrm>
            <a:prstGeom prst="roundRect">
              <a:avLst>
                <a:gd name="adj" fmla="val 32586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60" name="사각형: 둥근 모서리 59">
              <a:extLst>
                <a:ext uri="{FF2B5EF4-FFF2-40B4-BE49-F238E27FC236}">
                  <a16:creationId xmlns:a16="http://schemas.microsoft.com/office/drawing/2014/main" id="{6E7E9F02-56F7-2C10-9878-B607F9E9684E}"/>
                </a:ext>
              </a:extLst>
            </p:cNvPr>
            <p:cNvSpPr/>
            <p:nvPr userDrawn="1"/>
          </p:nvSpPr>
          <p:spPr>
            <a:xfrm flipH="1">
              <a:off x="6394598" y="180267"/>
              <a:ext cx="351774" cy="60140"/>
            </a:xfrm>
            <a:prstGeom prst="roundRect">
              <a:avLst>
                <a:gd name="adj" fmla="val 32586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</p:grpSp>
    </p:spTree>
    <p:extLst>
      <p:ext uri="{BB962C8B-B14F-4D97-AF65-F5344CB8AC3E}">
        <p14:creationId xmlns:p14="http://schemas.microsoft.com/office/powerpoint/2010/main" val="112868202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slideLayout" Target="../slideLayouts/slideLayout15.xml"/><Relationship Id="rId3" Type="http://schemas.openxmlformats.org/officeDocument/2006/relationships/slideLayout" Target="../slideLayouts/slideLayout16.xml"/><Relationship Id="rId4" Type="http://schemas.openxmlformats.org/officeDocument/2006/relationships/slideLayout" Target="../slideLayouts/slideLayout17.xml"/><Relationship Id="rId5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1736D39C-E17C-A364-3719-16AC7911DC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EE6840F-8B5F-3FBD-6419-8AFE6AC6003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70AEC86-6903-7FA5-5907-91F1DC80DFE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ko-KR"/>
              <a:t>2026-07-31</a:t>
            </a:r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20C5AA7-AF4B-27BC-291C-EB359758B7B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BDF7195-719B-0ADE-61C3-943AD62275B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B7ADC79-C875-44C7-B2EB-DB4716D8F1D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980330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hf hdr="0" ftr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F5E567E6-AE26-4E8E-B312-C95BB81BBE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7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30C5C33-B2C4-4686-B825-1347A5F7C4E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300B2AC-F741-4F9D-88DA-C2BBCD28AA5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altLang="ko-KR"/>
              <a:t>2026-07-31</a:t>
            </a:r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2A871F7-7716-4B35-B16F-5215D47AEF0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1" y="635635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6B17825-BD73-4B44-AE33-E311A76C2BA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96D3D6F-2C60-4B7A-8BF3-E953E669A38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297714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3" r:id="rId1"/>
    <p:sldLayoutId id="2147483664" r:id="rId2"/>
    <p:sldLayoutId id="2147483665" r:id="rId3"/>
    <p:sldLayoutId id="2147483666" r:id="rId4"/>
  </p:sldLayoutIdLst>
  <p:hf hdr="0" ftr="0"/>
  <p:txStyles>
    <p:titleStyle>
      <a:lvl1pPr algn="l" defTabSz="914404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1" indent="-228601" algn="l" defTabSz="914404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3" indent="-228601" algn="l" defTabSz="914404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5" indent="-228601" algn="l" defTabSz="914404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6" indent="-228601" algn="l" defTabSz="914404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8" indent="-228601" algn="l" defTabSz="914404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10" indent="-228601" algn="l" defTabSz="914404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12" indent="-228601" algn="l" defTabSz="914404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14" indent="-228601" algn="l" defTabSz="914404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16" indent="-228601" algn="l" defTabSz="914404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2" algn="l" defTabSz="91440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4" algn="l" defTabSz="91440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5" algn="l" defTabSz="91440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7" algn="l" defTabSz="91440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9" algn="l" defTabSz="91440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11" algn="l" defTabSz="91440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13" algn="l" defTabSz="91440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15" algn="l" defTabSz="91440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19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20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3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24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14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26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5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6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17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30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18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32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33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34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35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36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3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38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3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0E8A260-966E-CEEB-B2DB-29375CB554B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506243"/>
            <a:ext cx="9144000" cy="855184"/>
          </a:xfrm>
        </p:spPr>
        <p:txBody>
          <a:bodyPr>
            <a:noAutofit/>
          </a:bodyPr>
          <a:lstStyle/>
          <a:p>
            <a:r>
              <a:rPr lang="en-US" altLang="ko-KR" sz="3200" dirty="0"/>
              <a:t>Week 3. CNN과 깊은 학습의 조건</a:t>
            </a:r>
            <a:endParaRPr lang="ko-KR" altLang="en-US" sz="32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3D781DF1-B9BC-46C6-B822-1CB5D8F2272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37062" y="3602039"/>
            <a:ext cx="9144000" cy="1655762"/>
          </a:xfrm>
        </p:spPr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defRPr/>
            </a:pPr>
            <a:r>
              <a:rPr lang="en-US" altLang="ko-KR" dirty="0">
                <a:ea typeface="맑은 고딕" panose="020B0503020000020004" pitchFamily="50" charset="-127"/>
                <a:cs typeface="Calibri" panose="020F0502020204030204" pitchFamily="34" charset="0"/>
              </a:rPr>
              <a:t>Yun-Hong Min</a:t>
            </a:r>
          </a:p>
          <a:p>
            <a:pPr>
              <a:lnSpc>
                <a:spcPct val="100000"/>
              </a:lnSpc>
              <a:spcBef>
                <a:spcPts val="0"/>
              </a:spcBef>
              <a:defRPr/>
            </a:pPr>
            <a:r>
              <a:rPr lang="en-US" altLang="ko-KR" dirty="0">
                <a:ea typeface="맑은 고딕" panose="020B0503020000020004" pitchFamily="50" charset="-127"/>
                <a:cs typeface="Calibri" panose="020F0502020204030204" pitchFamily="34" charset="0"/>
              </a:rPr>
              <a:t>(picomin1027@gmail.com)</a:t>
            </a:r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71A4431-2231-1E65-66CF-DEB583250F5E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US" altLang="ko-KR" dirty="0"/>
              <a:t>AI Zero 2 Transformer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470002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3116ECB-EA11-2EAA-88FA-7B43A1F5A66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ko-KR"/>
              <a:t>Question ?</a:t>
            </a:r>
            <a:endParaRPr lang="ko-KR" altLang="en-US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8D9C941-A705-0CAA-855B-4FB547507C0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197391" y="6261267"/>
            <a:ext cx="3896261" cy="385267"/>
          </a:xfr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altLang="ko-KR" dirty="0">
                <a:latin typeface="Trebuchet MS"/>
                <a:ea typeface="맑은 고딕"/>
              </a:rPr>
              <a:t>E-mail: picomin1027@gmail.com</a:t>
            </a:r>
            <a:endParaRPr lang="ko-KR" altLang="en-US" dirty="0">
              <a:latin typeface="Trebuchet MS"/>
              <a:ea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3959509466"/>
      </p:ext>
    </p:extLst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 wrap="square" lIns="73152" rIns="73152" tIns="36576" bIns="36576" anchor="b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360"/>
              </a:spcAft>
              <a:buNone/>
            </a:pPr>
            <a:r>
              <a:rPr sz="22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Week 3 · 이번 주의 질문</a:t>
            </a:r>
          </a:p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360"/>
              </a:spcAft>
              <a:buNone/>
            </a:pPr>
            <a:r>
              <a:rPr sz="36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공간 구조를 어떻게 쓰고,</a:t>
            </a:r>
          </a:p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360"/>
              </a:spcAft>
              <a:buNone/>
            </a:pPr>
            <a:r>
              <a:rPr sz="36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깊은 모델은 어떻게 학습시키나?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wrap="square" lIns="73152" rIns="73152" tIns="36576" bIns="36576" anchor="t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2000" b="0">
                <a:solidFill>
                  <a:srgbClr val="5E6B75"/>
                </a:solidFill>
                <a:latin typeface="맑은 고딕"/>
                <a:ea typeface="맑은 고딕"/>
                <a:cs typeface="맑은 고딕"/>
              </a:rPr>
              <a:t>1989–2016 · CNN · SVM · AlexNet · ResNet · Normalization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지난 주에서 이번 주로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2026-10-19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58252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매 주는 지난 주가 남긴 문제에서 출발한다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72AB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도입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91056"/>
            <a:ext cx="3422904" cy="3840480"/>
          </a:xfrm>
          <a:prstGeom prst="roundRect">
            <a:avLst>
              <a:gd name="adj" fmla="val 2671"/>
            </a:avLst>
          </a:prstGeom>
          <a:solidFill>
            <a:srgbClr val="ED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157984"/>
            <a:ext cx="3240024" cy="39624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지난 주에 배운 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599944"/>
            <a:ext cx="3240024" cy="321564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450"/>
              </a:spcAft>
              <a:buNone/>
            </a:pPr>
            <a:r>
              <a:rPr sz="18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Perceptron의 한계(XOR)</a:t>
            </a:r>
          </a:p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450"/>
              </a:spcAft>
              <a:buNone/>
            </a:pPr>
            <a:r>
              <a:rPr sz="18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비선형 은닉층 + </a:t>
            </a:r>
            <a:r>
              <a:rPr sz="18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역전파</a:t>
            </a:r>
            <a:r>
              <a:rPr sz="18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 = MLP</a:t>
            </a:r>
          </a:p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450"/>
              </a:spcAft>
              <a:buNone/>
            </a:pPr>
            <a:r>
              <a:rPr sz="18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분류 출력: Softmax + Cross-entropy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925824" y="3986784"/>
            <a:ext cx="411480" cy="0"/>
          </a:xfrm>
          <a:prstGeom prst="line">
            <a:avLst/>
          </a:prstGeom>
          <a:ln w="25400">
            <a:solidFill>
              <a:srgbClr val="72ABC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4383024" y="2066544"/>
            <a:ext cx="3422904" cy="3840480"/>
          </a:xfrm>
          <a:prstGeom prst="roundRect">
            <a:avLst>
              <a:gd name="adj" fmla="val 2671"/>
            </a:avLst>
          </a:prstGeom>
          <a:solidFill>
            <a:srgbClr val="FDF1E9"/>
          </a:solidFill>
          <a:ln w="12700">
            <a:solidFill>
              <a:srgbClr val="E971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74464" y="2157984"/>
            <a:ext cx="3240024" cy="39624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>
                <a:solidFill>
                  <a:srgbClr val="E97132"/>
                </a:solidFill>
                <a:latin typeface="맑은 고딕"/>
                <a:ea typeface="맑은 고딕"/>
                <a:cs typeface="맑은 고딕"/>
              </a:rPr>
              <a:t>아직 풀리지 않은 문제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74464" y="2599944"/>
            <a:ext cx="3240024" cy="321564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450"/>
              </a:spcAft>
              <a:buNone/>
            </a:pPr>
            <a:r>
              <a:rPr sz="18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입력이 </a:t>
            </a:r>
            <a:r>
              <a:rPr sz="18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이미지</a:t>
            </a:r>
            <a:r>
              <a:rPr sz="18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(수만 픽셀)면 모든 입력을 모든 뉴런에 연결 → 파라미터 폭발</a:t>
            </a:r>
          </a:p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450"/>
              </a:spcAft>
              <a:buNone/>
            </a:pPr>
            <a:r>
              <a:rPr sz="18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층을 </a:t>
            </a:r>
            <a:r>
              <a:rPr sz="18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깊게</a:t>
            </a:r>
            <a:r>
              <a:rPr sz="18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 쌓으면 기울기가 곱해지며 사라진다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851648" y="3986784"/>
            <a:ext cx="411480" cy="0"/>
          </a:xfrm>
          <a:prstGeom prst="line">
            <a:avLst/>
          </a:prstGeom>
          <a:ln w="25400">
            <a:solidFill>
              <a:srgbClr val="72ABC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8308848" y="2066544"/>
            <a:ext cx="3422904" cy="3840480"/>
          </a:xfrm>
          <a:prstGeom prst="roundRect">
            <a:avLst>
              <a:gd name="adj" fmla="val 2671"/>
            </a:avLst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00288" y="2157984"/>
            <a:ext cx="3240024" cy="39624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이번 주의 질문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00288" y="2599944"/>
            <a:ext cx="3240024" cy="321564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450"/>
              </a:spcAft>
              <a:buNone/>
            </a:pPr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공간 구조를 어떻게 쓰고,</a:t>
            </a:r>
          </a:p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450"/>
              </a:spcAft>
              <a:buNone/>
            </a:pPr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깊은 모델은 어떻게 학습시키나?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오늘의 지도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2026-10-19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58252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여섯 질문 중 3번째 — 오늘의 순서와 목표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72AB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도입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08176"/>
            <a:ext cx="1711452" cy="1874519"/>
          </a:xfrm>
          <a:prstGeom prst="roundRect">
            <a:avLst>
              <a:gd name="adj" fmla="val 5342"/>
            </a:avLst>
          </a:prstGeom>
          <a:solidFill>
            <a:srgbClr val="D8E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" y="1499616"/>
            <a:ext cx="1565148" cy="287578"/>
          </a:xfrm>
          <a:prstGeom prst="rect">
            <a:avLst/>
          </a:prstGeom>
          <a:noFill/>
        </p:spPr>
        <p:txBody>
          <a:bodyPr wrap="square" lIns="0" rIns="0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72ABC8"/>
                </a:solidFill>
                <a:latin typeface="맑은 고딕"/>
                <a:ea typeface="맑은 고딕"/>
                <a:cs typeface="맑은 고딕"/>
              </a:rPr>
              <a:t>Week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1804111"/>
            <a:ext cx="1565148" cy="710488"/>
          </a:xfrm>
          <a:prstGeom prst="rect">
            <a:avLst/>
          </a:prstGeom>
          <a:noFill/>
        </p:spPr>
        <p:txBody>
          <a:bodyPr wrap="square" lIns="0" rIns="0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배울 수</a:t>
            </a:r>
          </a:p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있을까?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" y="2531516"/>
            <a:ext cx="1565148" cy="372160"/>
          </a:xfrm>
          <a:prstGeom prst="rect">
            <a:avLst/>
          </a:prstGeom>
          <a:noFill/>
        </p:spPr>
        <p:txBody>
          <a:bodyPr wrap="square" lIns="0" rIns="0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Tensor · 학습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2903677"/>
            <a:ext cx="1565148" cy="287578"/>
          </a:xfrm>
          <a:prstGeom prst="rect">
            <a:avLst/>
          </a:prstGeom>
          <a:noFill/>
        </p:spPr>
        <p:txBody>
          <a:bodyPr wrap="square" lIns="0" rIns="0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>
                <a:solidFill>
                  <a:srgbClr val="5E6B75"/>
                </a:solidFill>
                <a:latin typeface="맑은 고딕"/>
                <a:ea typeface="맑은 고딕"/>
                <a:cs typeface="맑은 고딕"/>
              </a:rPr>
              <a:t>1943–1958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186940" y="2345436"/>
            <a:ext cx="164592" cy="0"/>
          </a:xfrm>
          <a:prstGeom prst="line">
            <a:avLst/>
          </a:prstGeom>
          <a:ln w="19050">
            <a:solidFill>
              <a:srgbClr val="72ABC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2369820" y="1408176"/>
            <a:ext cx="1711452" cy="1874519"/>
          </a:xfrm>
          <a:prstGeom prst="roundRect">
            <a:avLst>
              <a:gd name="adj" fmla="val 5342"/>
            </a:avLst>
          </a:prstGeom>
          <a:solidFill>
            <a:srgbClr val="D8E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442972" y="1499616"/>
            <a:ext cx="1565148" cy="287578"/>
          </a:xfrm>
          <a:prstGeom prst="rect">
            <a:avLst/>
          </a:prstGeom>
          <a:noFill/>
        </p:spPr>
        <p:txBody>
          <a:bodyPr wrap="square" lIns="0" rIns="0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72ABC8"/>
                </a:solidFill>
                <a:latin typeface="맑은 고딕"/>
                <a:ea typeface="맑은 고딕"/>
                <a:cs typeface="맑은 고딕"/>
              </a:rPr>
              <a:t>Week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42972" y="1804111"/>
            <a:ext cx="1565148" cy="710488"/>
          </a:xfrm>
          <a:prstGeom prst="rect">
            <a:avLst/>
          </a:prstGeom>
          <a:noFill/>
        </p:spPr>
        <p:txBody>
          <a:bodyPr wrap="square" lIns="0" rIns="0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직선으로</a:t>
            </a:r>
          </a:p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안 되면?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42972" y="2531516"/>
            <a:ext cx="1565148" cy="372160"/>
          </a:xfrm>
          <a:prstGeom prst="rect">
            <a:avLst/>
          </a:prstGeom>
          <a:noFill/>
        </p:spPr>
        <p:txBody>
          <a:bodyPr wrap="square" lIns="0" rIns="0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0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Perceptron · MLP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42972" y="2903677"/>
            <a:ext cx="1565148" cy="287578"/>
          </a:xfrm>
          <a:prstGeom prst="rect">
            <a:avLst/>
          </a:prstGeom>
          <a:noFill/>
        </p:spPr>
        <p:txBody>
          <a:bodyPr wrap="square" lIns="0" rIns="0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>
                <a:solidFill>
                  <a:srgbClr val="5E6B75"/>
                </a:solidFill>
                <a:latin typeface="맑은 고딕"/>
                <a:ea typeface="맑은 고딕"/>
                <a:cs typeface="맑은 고딕"/>
              </a:rPr>
              <a:t>1958–1986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099560" y="2345436"/>
            <a:ext cx="164592" cy="0"/>
          </a:xfrm>
          <a:prstGeom prst="line">
            <a:avLst/>
          </a:prstGeom>
          <a:ln w="19050">
            <a:solidFill>
              <a:srgbClr val="72ABC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4282440" y="1408176"/>
            <a:ext cx="1711452" cy="1874519"/>
          </a:xfrm>
          <a:prstGeom prst="roundRect">
            <a:avLst>
              <a:gd name="adj" fmla="val 5342"/>
            </a:avLst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55592" y="1499616"/>
            <a:ext cx="1565148" cy="287578"/>
          </a:xfrm>
          <a:prstGeom prst="rect">
            <a:avLst/>
          </a:prstGeom>
          <a:noFill/>
        </p:spPr>
        <p:txBody>
          <a:bodyPr wrap="square" lIns="0" rIns="0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Week 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55592" y="1804111"/>
            <a:ext cx="1565148" cy="710488"/>
          </a:xfrm>
          <a:prstGeom prst="rect">
            <a:avLst/>
          </a:prstGeom>
          <a:noFill/>
        </p:spPr>
        <p:txBody>
          <a:bodyPr wrap="square" lIns="0" rIns="0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공간과</a:t>
            </a:r>
          </a:p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깊이는?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55592" y="2531516"/>
            <a:ext cx="1565148" cy="372160"/>
          </a:xfrm>
          <a:prstGeom prst="rect">
            <a:avLst/>
          </a:prstGeom>
          <a:noFill/>
        </p:spPr>
        <p:txBody>
          <a:bodyPr wrap="square" lIns="0" rIns="0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CNN · ResNet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55592" y="2903677"/>
            <a:ext cx="1565148" cy="287578"/>
          </a:xfrm>
          <a:prstGeom prst="rect">
            <a:avLst/>
          </a:prstGeom>
          <a:noFill/>
        </p:spPr>
        <p:txBody>
          <a:bodyPr wrap="square" lIns="0" rIns="0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1989–2016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012180" y="2345436"/>
            <a:ext cx="164592" cy="0"/>
          </a:xfrm>
          <a:prstGeom prst="line">
            <a:avLst/>
          </a:prstGeom>
          <a:ln w="19050">
            <a:solidFill>
              <a:srgbClr val="72ABC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6195060" y="1408176"/>
            <a:ext cx="1711452" cy="1874519"/>
          </a:xfrm>
          <a:prstGeom prst="roundRect">
            <a:avLst>
              <a:gd name="adj" fmla="val 5342"/>
            </a:avLst>
          </a:prstGeom>
          <a:solidFill>
            <a:srgbClr val="EDF5F9"/>
          </a:solidFill>
          <a:ln w="12700">
            <a:solidFill>
              <a:srgbClr val="C5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68212" y="1499616"/>
            <a:ext cx="1565148" cy="287578"/>
          </a:xfrm>
          <a:prstGeom prst="rect">
            <a:avLst/>
          </a:prstGeom>
          <a:noFill/>
        </p:spPr>
        <p:txBody>
          <a:bodyPr wrap="square" lIns="0" rIns="0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72ABC8"/>
                </a:solidFill>
                <a:latin typeface="맑은 고딕"/>
                <a:ea typeface="맑은 고딕"/>
                <a:cs typeface="맑은 고딕"/>
              </a:rPr>
              <a:t>Week 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68212" y="1804111"/>
            <a:ext cx="1565148" cy="710488"/>
          </a:xfrm>
          <a:prstGeom prst="rect">
            <a:avLst/>
          </a:prstGeom>
          <a:noFill/>
        </p:spPr>
        <p:txBody>
          <a:bodyPr wrap="square" lIns="0" rIns="0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>
                <a:solidFill>
                  <a:srgbClr val="5E6B75"/>
                </a:solidFill>
                <a:latin typeface="맑은 고딕"/>
                <a:ea typeface="맑은 고딕"/>
                <a:cs typeface="맑은 고딕"/>
              </a:rPr>
              <a:t>먼 정보를</a:t>
            </a:r>
          </a:p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>
                <a:solidFill>
                  <a:srgbClr val="5E6B75"/>
                </a:solidFill>
                <a:latin typeface="맑은 고딕"/>
                <a:ea typeface="맑은 고딕"/>
                <a:cs typeface="맑은 고딕"/>
              </a:rPr>
              <a:t>기억하려면?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68212" y="2531516"/>
            <a:ext cx="1565148" cy="372160"/>
          </a:xfrm>
          <a:prstGeom prst="rect">
            <a:avLst/>
          </a:prstGeom>
          <a:noFill/>
        </p:spPr>
        <p:txBody>
          <a:bodyPr wrap="square" lIns="0" rIns="0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5E6B75"/>
                </a:solidFill>
                <a:latin typeface="맑은 고딕"/>
                <a:ea typeface="맑은 고딕"/>
                <a:cs typeface="맑은 고딕"/>
              </a:rPr>
              <a:t>RNN · LSTM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68212" y="2903677"/>
            <a:ext cx="1565148" cy="287578"/>
          </a:xfrm>
          <a:prstGeom prst="rect">
            <a:avLst/>
          </a:prstGeom>
          <a:noFill/>
        </p:spPr>
        <p:txBody>
          <a:bodyPr wrap="square" lIns="0" rIns="0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>
                <a:solidFill>
                  <a:srgbClr val="5E6B75"/>
                </a:solidFill>
                <a:latin typeface="맑은 고딕"/>
                <a:ea typeface="맑은 고딕"/>
                <a:cs typeface="맑은 고딕"/>
              </a:rPr>
              <a:t>1986–2014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7924799" y="2345436"/>
            <a:ext cx="164593" cy="0"/>
          </a:xfrm>
          <a:prstGeom prst="line">
            <a:avLst/>
          </a:prstGeom>
          <a:ln w="19050">
            <a:solidFill>
              <a:srgbClr val="72ABC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8107680" y="1408176"/>
            <a:ext cx="1711452" cy="1874519"/>
          </a:xfrm>
          <a:prstGeom prst="roundRect">
            <a:avLst>
              <a:gd name="adj" fmla="val 5342"/>
            </a:avLst>
          </a:prstGeom>
          <a:solidFill>
            <a:srgbClr val="EDF5F9"/>
          </a:solidFill>
          <a:ln w="12700">
            <a:solidFill>
              <a:srgbClr val="C5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180832" y="1499616"/>
            <a:ext cx="1565148" cy="287578"/>
          </a:xfrm>
          <a:prstGeom prst="rect">
            <a:avLst/>
          </a:prstGeom>
          <a:noFill/>
        </p:spPr>
        <p:txBody>
          <a:bodyPr wrap="square" lIns="0" rIns="0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72ABC8"/>
                </a:solidFill>
                <a:latin typeface="맑은 고딕"/>
                <a:ea typeface="맑은 고딕"/>
                <a:cs typeface="맑은 고딕"/>
              </a:rPr>
              <a:t>Week 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80832" y="1804111"/>
            <a:ext cx="1565148" cy="710488"/>
          </a:xfrm>
          <a:prstGeom prst="rect">
            <a:avLst/>
          </a:prstGeom>
          <a:noFill/>
        </p:spPr>
        <p:txBody>
          <a:bodyPr wrap="square" lIns="0" rIns="0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>
                <a:solidFill>
                  <a:srgbClr val="5E6B75"/>
                </a:solidFill>
                <a:latin typeface="맑은 고딕"/>
                <a:ea typeface="맑은 고딕"/>
                <a:cs typeface="맑은 고딕"/>
              </a:rPr>
              <a:t>원문을</a:t>
            </a:r>
          </a:p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>
                <a:solidFill>
                  <a:srgbClr val="5E6B75"/>
                </a:solidFill>
                <a:latin typeface="맑은 고딕"/>
                <a:ea typeface="맑은 고딕"/>
                <a:cs typeface="맑은 고딕"/>
              </a:rPr>
              <a:t>다시 보면?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180832" y="2531516"/>
            <a:ext cx="1565148" cy="372160"/>
          </a:xfrm>
          <a:prstGeom prst="rect">
            <a:avLst/>
          </a:prstGeom>
          <a:noFill/>
        </p:spPr>
        <p:txBody>
          <a:bodyPr wrap="square" lIns="0" rIns="0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5E6B75"/>
                </a:solidFill>
                <a:latin typeface="맑은 고딕"/>
                <a:ea typeface="맑은 고딕"/>
                <a:cs typeface="맑은 고딕"/>
              </a:rPr>
              <a:t>Attention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180832" y="2903677"/>
            <a:ext cx="1565148" cy="287578"/>
          </a:xfrm>
          <a:prstGeom prst="rect">
            <a:avLst/>
          </a:prstGeom>
          <a:noFill/>
        </p:spPr>
        <p:txBody>
          <a:bodyPr wrap="square" lIns="0" rIns="0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>
                <a:solidFill>
                  <a:srgbClr val="5E6B75"/>
                </a:solidFill>
                <a:latin typeface="맑은 고딕"/>
                <a:ea typeface="맑은 고딕"/>
                <a:cs typeface="맑은 고딕"/>
              </a:rPr>
              <a:t>2014–2017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9837420" y="2345436"/>
            <a:ext cx="164592" cy="0"/>
          </a:xfrm>
          <a:prstGeom prst="line">
            <a:avLst/>
          </a:prstGeom>
          <a:ln w="19050">
            <a:solidFill>
              <a:srgbClr val="72ABC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10020300" y="1408176"/>
            <a:ext cx="1711452" cy="1874519"/>
          </a:xfrm>
          <a:prstGeom prst="roundRect">
            <a:avLst>
              <a:gd name="adj" fmla="val 5342"/>
            </a:avLst>
          </a:prstGeom>
          <a:solidFill>
            <a:srgbClr val="EDF5F9"/>
          </a:solidFill>
          <a:ln w="12700">
            <a:solidFill>
              <a:srgbClr val="C5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093452" y="1499616"/>
            <a:ext cx="1565148" cy="287578"/>
          </a:xfrm>
          <a:prstGeom prst="rect">
            <a:avLst/>
          </a:prstGeom>
          <a:noFill/>
        </p:spPr>
        <p:txBody>
          <a:bodyPr wrap="square" lIns="0" rIns="0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72ABC8"/>
                </a:solidFill>
                <a:latin typeface="맑은 고딕"/>
                <a:ea typeface="맑은 고딕"/>
                <a:cs typeface="맑은 고딕"/>
              </a:rPr>
              <a:t>Week 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93452" y="1804111"/>
            <a:ext cx="1565148" cy="710488"/>
          </a:xfrm>
          <a:prstGeom prst="rect">
            <a:avLst/>
          </a:prstGeom>
          <a:noFill/>
        </p:spPr>
        <p:txBody>
          <a:bodyPr wrap="square" lIns="0" rIns="0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>
                <a:solidFill>
                  <a:srgbClr val="5E6B75"/>
                </a:solidFill>
                <a:latin typeface="맑은 고딕"/>
                <a:ea typeface="맑은 고딕"/>
                <a:cs typeface="맑은 고딕"/>
              </a:rPr>
              <a:t>참조만으로</a:t>
            </a:r>
          </a:p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>
                <a:solidFill>
                  <a:srgbClr val="5E6B75"/>
                </a:solidFill>
                <a:latin typeface="맑은 고딕"/>
                <a:ea typeface="맑은 고딕"/>
                <a:cs typeface="맑은 고딕"/>
              </a:rPr>
              <a:t>만들면?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093452" y="2531516"/>
            <a:ext cx="1565148" cy="372160"/>
          </a:xfrm>
          <a:prstGeom prst="rect">
            <a:avLst/>
          </a:prstGeom>
          <a:noFill/>
        </p:spPr>
        <p:txBody>
          <a:bodyPr wrap="square" lIns="0" rIns="0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5E6B75"/>
                </a:solidFill>
                <a:latin typeface="맑은 고딕"/>
                <a:ea typeface="맑은 고딕"/>
                <a:cs typeface="맑은 고딕"/>
              </a:rPr>
              <a:t>Transformer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093452" y="2903677"/>
            <a:ext cx="1565148" cy="287578"/>
          </a:xfrm>
          <a:prstGeom prst="rect">
            <a:avLst/>
          </a:prstGeom>
          <a:noFill/>
        </p:spPr>
        <p:txBody>
          <a:bodyPr wrap="square" lIns="0" rIns="0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>
                <a:solidFill>
                  <a:srgbClr val="5E6B75"/>
                </a:solidFill>
                <a:latin typeface="맑은 고딕"/>
                <a:ea typeface="맑은 고딕"/>
                <a:cs typeface="맑은 고딕"/>
              </a:rPr>
              <a:t>2017–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57200" y="3557015"/>
            <a:ext cx="5454396" cy="2825496"/>
          </a:xfrm>
          <a:prstGeom prst="roundRect">
            <a:avLst>
              <a:gd name="adj" fmla="val 3236"/>
            </a:avLst>
          </a:prstGeom>
          <a:solidFill>
            <a:srgbClr val="ED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40080" y="3648456"/>
            <a:ext cx="5088636" cy="36576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오늘의 순서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0080" y="4059935"/>
            <a:ext cx="5088636" cy="2231136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450"/>
              </a:spcAft>
              <a:buNone/>
            </a:pPr>
            <a:r>
              <a:rPr sz="15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Part 1</a:t>
            </a: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 이미지를 MLP로 다루면?</a:t>
            </a:r>
          </a:p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450"/>
              </a:spcAft>
              <a:buNone/>
            </a:pPr>
            <a:r>
              <a:rPr sz="15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Part 2</a:t>
            </a: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 합성곱: 가까운 곳만, 같은 필터로</a:t>
            </a:r>
          </a:p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450"/>
              </a:spcAft>
              <a:buNone/>
            </a:pPr>
            <a:r>
              <a:rPr sz="15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Part 3</a:t>
            </a: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 옆길: SVM과 일반화 (1995)</a:t>
            </a:r>
          </a:p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450"/>
              </a:spcAft>
              <a:buNone/>
            </a:pPr>
            <a:r>
              <a:rPr sz="15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Part 4</a:t>
            </a: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 깊은 모델이 가능해진 조건 (2006–2012)</a:t>
            </a:r>
          </a:p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450"/>
              </a:spcAft>
              <a:buNone/>
            </a:pPr>
            <a:r>
              <a:rPr sz="15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Part 5</a:t>
            </a: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 더 깊게: Residual과 Normalization (2015–2016)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277356" y="3557015"/>
            <a:ext cx="5454396" cy="2825496"/>
          </a:xfrm>
          <a:prstGeom prst="roundRect">
            <a:avLst>
              <a:gd name="adj" fmla="val 3236"/>
            </a:avLst>
          </a:prstGeom>
          <a:solidFill>
            <a:srgbClr val="FFFFFF"/>
          </a:solidFill>
          <a:ln w="12700">
            <a:solidFill>
              <a:srgbClr val="C5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460236" y="3648456"/>
            <a:ext cx="5088636" cy="36576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끝나면 할 수 있는 것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60236" y="4059935"/>
            <a:ext cx="5088636" cy="2231136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42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4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합성곱의 </a:t>
            </a:r>
            <a:r>
              <a:rPr sz="14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출력 크기</a:t>
            </a:r>
            <a:r>
              <a:rPr sz="14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와 </a:t>
            </a:r>
            <a:r>
              <a:rPr sz="14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파라미터 수</a:t>
            </a:r>
            <a:r>
              <a:rPr sz="14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를 계산한다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42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4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CNN의 구조적 가정(지역성·가중치 공유)과 그 </a:t>
            </a:r>
            <a:r>
              <a:rPr sz="14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대가</a:t>
            </a:r>
            <a:r>
              <a:rPr sz="14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를 설명한다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42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4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AlexNet이 ‘구조 하나’ 덕분이 아닌 이유를 말한다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42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4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Residual</a:t>
            </a:r>
            <a:r>
              <a:rPr sz="14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 y = x + F(x)가 깊은 학습을 돕는 이유를 설명한다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42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4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BatchNorm과 </a:t>
            </a:r>
            <a:r>
              <a:rPr sz="14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LayerNorm</a:t>
            </a:r>
            <a:r>
              <a:rPr sz="14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의 정규화 축을 구분한다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오늘의 새 용어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2026-10-19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58252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낯선 단어를 먼저 한 번 보고 시작한다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72AB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도입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408176"/>
          <a:ext cx="11274551" cy="3831334"/>
        </p:xfrm>
        <a:graphic>
          <a:graphicData uri="http://schemas.openxmlformats.org/drawingml/2006/table">
            <a:tbl>
              <a:tblPr firstRow="1" bandRow="0">
                <a:tableStyleId>{5940675A-B579-460E-94D1-54222C63F5DA}</a:tableStyleId>
              </a:tblPr>
              <a:tblGrid>
                <a:gridCol w="2016586"/>
                <a:gridCol w="4766477"/>
                <a:gridCol w="4491488"/>
              </a:tblGrid>
              <a:tr h="374904"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용어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01688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한 줄 뜻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01688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비유 · 예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01688F"/>
                    </a:solidFill>
                  </a:tcPr>
                </a:tc>
              </a:tr>
              <a:tr h="603503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채널 (channel)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같은 위치의 여러 특징 (RGB 3개, 특징 맵 64개…)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같은 사진의 색 필터 여러 장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필터 · 커널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작은 가중치 격자 (예: 3×3)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돋보기로 한 부분씩 보기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</a:tr>
              <a:tr h="603503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stride · padding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필터가 움직이는 간격 · 가장자리에 덧댄 0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보폭 · 여백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pooling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영역을 요약해 크기를 줄임 (max, avg)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지도 축소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</a:tr>
              <a:tr h="37490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 영역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출력 한 칸이 영향을 받는 입력 범위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한 사람의 시야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구조적 가정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데이터에 대해 모델 구조에 미리 넣은 믿음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‘가까운 픽셀끼리 관련 있다’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</a:tr>
              <a:tr h="37490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잔차 연결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입력을 출력에 그대로 더하는 지름길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원본 + 수정본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정규화 (Norm)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값들을 평균 0·분산 1 근처로 맞춤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점수를 표준점수로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 wrap="square" lIns="73152" rIns="73152" tIns="36576" bIns="36576" anchor="b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360"/>
              </a:spcAft>
              <a:buNone/>
            </a:pPr>
            <a:r>
              <a:rPr sz="22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Part 1</a:t>
            </a:r>
          </a:p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360"/>
              </a:spcAft>
              <a:buNone/>
            </a:pPr>
            <a:r>
              <a:rPr sz="36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이미지를 MLP로 다루면?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wrap="square" lIns="73152" rIns="73152" tIns="36576" bIns="36576" anchor="t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2000" b="0">
                <a:solidFill>
                  <a:srgbClr val="5E6B75"/>
                </a:solidFill>
                <a:latin typeface="맑은 고딕"/>
                <a:ea typeface="맑은 고딕"/>
                <a:cs typeface="맑은 고딕"/>
              </a:rPr>
              <a:t>모든 픽셀을 모든 뉴런에 연결해야 할까?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이미지는 숫자 텐서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349947" y="1408176"/>
            <a:ext cx="4381804" cy="4974336"/>
          </a:xfrm>
        </p:spPr>
        <p:txBody>
          <a:bodyPr wrap="square" lIns="73152" rIns="73152" tIns="36576" bIns="36576" anchor="t">
            <a:normAutofit/>
          </a:bodyPr>
          <a:lstStyle/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픽셀 = </a:t>
            </a:r>
            <a:r>
              <a:rPr sz="1800" b="1">
                <a:solidFill>
                  <a:srgbClr val="1B2A36"/>
                </a:solidFill>
              </a:rPr>
              <a:t>밝기 숫자</a:t>
            </a:r>
            <a:r>
              <a:rPr sz="1800" b="0">
                <a:solidFill>
                  <a:srgbClr val="1B2A36"/>
                </a:solidFill>
              </a:rPr>
              <a:t> (0 ~ 255)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흑백: </a:t>
            </a:r>
            <a:r>
              <a:rPr sz="1800" b="0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(1, H, W)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컬러: </a:t>
            </a:r>
            <a:r>
              <a:rPr sz="1800" b="0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(3, H, W)</a:t>
            </a:r>
            <a:r>
              <a:rPr sz="1800" b="0">
                <a:solidFill>
                  <a:srgbClr val="1B2A36"/>
                </a:solidFill>
              </a:rPr>
              <a:t> — R, G, B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배치: </a:t>
            </a:r>
            <a:r>
              <a:rPr sz="1800" b="0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(B, C, H, W)</a:t>
            </a:r>
          </a:p>
          <a:p>
            <a:pPr algn="l" marL="566928" indent="-237744">
              <a:lnSpc>
                <a:spcPct val="110000"/>
              </a:lnSpc>
              <a:spcBef>
                <a:spcPts val="0"/>
              </a:spcBef>
              <a:spcAft>
                <a:spcPts val="775"/>
              </a:spcAft>
              <a:buClr>
                <a:srgbClr val="01688F"/>
              </a:buClr>
              <a:buFont typeface="Arial"/>
              <a:buChar char="-"/>
            </a:pPr>
            <a:r>
              <a:rPr sz="1550" b="0">
                <a:solidFill>
                  <a:srgbClr val="1B2A36"/>
                </a:solidFill>
              </a:rPr>
              <a:t>B 장, C 채널, H×W 픽셀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MLP에 넣으려면 한 줄로 펴야 한다</a:t>
            </a:r>
          </a:p>
          <a:p>
            <a:pPr algn="l" marL="566928" indent="-237744">
              <a:lnSpc>
                <a:spcPct val="110000"/>
              </a:lnSpc>
              <a:spcBef>
                <a:spcPts val="0"/>
              </a:spcBef>
              <a:spcAft>
                <a:spcPts val="775"/>
              </a:spcAft>
              <a:buClr>
                <a:srgbClr val="01688F"/>
              </a:buClr>
              <a:buFont typeface="Arial"/>
              <a:buChar char="-"/>
            </a:pPr>
            <a:r>
              <a:rPr sz="1550" b="0">
                <a:solidFill>
                  <a:srgbClr val="1B2A36"/>
                </a:solidFill>
              </a:rPr>
              <a:t>3×32×32 → 3072개 입력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2026-10-19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58252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흑백은 (H, W), 컬러는 (C, H, W), 여러 장이면 (B, C, H, W)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E971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문제</a:t>
            </a:r>
          </a:p>
        </p:txBody>
      </p:sp>
      <p:pic>
        <p:nvPicPr>
          <p:cNvPr id="9" name="Picture 8" descr="image_tens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963547"/>
            <a:ext cx="6572707" cy="386359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MLP로 이미지를 다루면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349947" y="1408176"/>
            <a:ext cx="4381804" cy="4974336"/>
          </a:xfrm>
        </p:spPr>
        <p:txBody>
          <a:bodyPr wrap="square" lIns="73152" rIns="73152" tIns="36576" bIns="36576" anchor="t">
            <a:normAutofit/>
          </a:bodyPr>
          <a:lstStyle/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입력 32×32×3 → 출력 32×32×64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1">
                <a:solidFill>
                  <a:srgbClr val="1B2A36"/>
                </a:solidFill>
              </a:rPr>
              <a:t>모든 연결</a:t>
            </a:r>
            <a:r>
              <a:rPr sz="1800" b="0">
                <a:solidFill>
                  <a:srgbClr val="1B2A36"/>
                </a:solidFill>
              </a:rPr>
              <a:t>: 3,072 × 65,536</a:t>
            </a:r>
          </a:p>
          <a:p>
            <a:pPr algn="l" marL="566928" indent="-237744">
              <a:lnSpc>
                <a:spcPct val="110000"/>
              </a:lnSpc>
              <a:spcBef>
                <a:spcPts val="0"/>
              </a:spcBef>
              <a:spcAft>
                <a:spcPts val="775"/>
              </a:spcAft>
              <a:buClr>
                <a:srgbClr val="01688F"/>
              </a:buClr>
              <a:buFont typeface="Arial"/>
              <a:buChar char="-"/>
            </a:pPr>
            <a:r>
              <a:rPr sz="1550" b="0">
                <a:solidFill>
                  <a:srgbClr val="1B2A36"/>
                </a:solidFill>
              </a:rPr>
              <a:t>= </a:t>
            </a:r>
            <a:r>
              <a:rPr sz="1550" b="1">
                <a:solidFill>
                  <a:srgbClr val="E97132"/>
                </a:solidFill>
              </a:rPr>
              <a:t>201,326,592</a:t>
            </a:r>
            <a:r>
              <a:rPr sz="1550" b="0">
                <a:solidFill>
                  <a:srgbClr val="1B2A36"/>
                </a:solidFill>
              </a:rPr>
              <a:t> 개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펼치는 순간 </a:t>
            </a:r>
            <a:r>
              <a:rPr sz="1800" b="1">
                <a:solidFill>
                  <a:srgbClr val="1B2A36"/>
                </a:solidFill>
              </a:rPr>
              <a:t>이웃 관계</a:t>
            </a:r>
            <a:r>
              <a:rPr sz="1800" b="0">
                <a:solidFill>
                  <a:srgbClr val="1B2A36"/>
                </a:solidFill>
              </a:rPr>
              <a:t>가 사라진다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국소 연결만: 1,769,472개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국소 + </a:t>
            </a:r>
            <a:r>
              <a:rPr sz="1800" b="1">
                <a:solidFill>
                  <a:srgbClr val="1B2A36"/>
                </a:solidFill>
              </a:rPr>
              <a:t>가중치 공유</a:t>
            </a:r>
            <a:r>
              <a:rPr sz="1800" b="0">
                <a:solidFill>
                  <a:srgbClr val="1B2A36"/>
                </a:solidFill>
              </a:rPr>
              <a:t>: </a:t>
            </a:r>
            <a:r>
              <a:rPr sz="1800" b="1">
                <a:solidFill>
                  <a:srgbClr val="1B2A36"/>
                </a:solidFill>
              </a:rPr>
              <a:t>1,728</a:t>
            </a:r>
            <a:r>
              <a:rPr sz="1800" b="0">
                <a:solidFill>
                  <a:srgbClr val="1B2A36"/>
                </a:solidFill>
              </a:rPr>
              <a:t>개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2026-10-19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58252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작은 32×32 컬러 이미지에서도 층 하나에 2억 개 파라미터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E971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문제</a:t>
            </a:r>
          </a:p>
        </p:txBody>
      </p:sp>
      <p:pic>
        <p:nvPicPr>
          <p:cNvPr id="9" name="Picture 8" descr="params_fc_conv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174502"/>
            <a:ext cx="6572707" cy="3441683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이미지의 성질을 모델에 넣자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2026-10-19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58252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데이터에 대한 믿음(구조적 가정)을 넣으면 적은 파라미터로 잘 배운다 — 대신 제약도 생긴다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00A3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아이디어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08176"/>
            <a:ext cx="3605784" cy="1824482"/>
          </a:xfrm>
          <a:prstGeom prst="roundRect">
            <a:avLst>
              <a:gd name="adj" fmla="val 5011"/>
            </a:avLst>
          </a:prstGeom>
          <a:solidFill>
            <a:srgbClr val="ED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2359152"/>
            <a:ext cx="3276600" cy="384048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① 지역성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2816352"/>
            <a:ext cx="3276600" cy="1111250"/>
          </a:xfrm>
          <a:prstGeom prst="rect">
            <a:avLst/>
          </a:prstGeom>
          <a:noFill/>
        </p:spPr>
        <p:txBody>
          <a:bodyPr wrap="square" lIns="18288" rIns="18288" tIns="36576" bIns="36576" anchor="t">
            <a:spAutoFit/>
          </a:bodyPr>
          <a:lstStyle/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94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7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가까운 픽셀끼리 의미를 만든다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94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7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→ </a:t>
            </a:r>
            <a:r>
              <a:rPr sz="17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작은 영역</a:t>
            </a:r>
            <a:r>
              <a:rPr sz="17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만 연결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1584" y="2231136"/>
            <a:ext cx="3605784" cy="1824482"/>
          </a:xfrm>
          <a:prstGeom prst="roundRect">
            <a:avLst>
              <a:gd name="adj" fmla="val 5011"/>
            </a:avLst>
          </a:prstGeom>
          <a:solidFill>
            <a:srgbClr val="ED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56176" y="2359152"/>
            <a:ext cx="3276600" cy="384048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② 위치와 무관한 패턴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56176" y="2816352"/>
            <a:ext cx="3276600" cy="1111250"/>
          </a:xfrm>
          <a:prstGeom prst="rect">
            <a:avLst/>
          </a:prstGeom>
          <a:noFill/>
        </p:spPr>
        <p:txBody>
          <a:bodyPr wrap="square" lIns="18288" rIns="18288" tIns="36576" bIns="36576" anchor="t">
            <a:spAutoFit/>
          </a:bodyPr>
          <a:lstStyle/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94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7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귀는 어디 있어도 귀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94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7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→ </a:t>
            </a:r>
            <a:r>
              <a:rPr sz="17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같은 필터</a:t>
            </a:r>
            <a:r>
              <a:rPr sz="17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를 모든 위치에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25968" y="2231136"/>
            <a:ext cx="3605784" cy="1824482"/>
          </a:xfrm>
          <a:prstGeom prst="roundRect">
            <a:avLst>
              <a:gd name="adj" fmla="val 5011"/>
            </a:avLst>
          </a:prstGeom>
          <a:solidFill>
            <a:srgbClr val="ED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90560" y="2359152"/>
            <a:ext cx="3276600" cy="384048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③ 계층 구조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90560" y="2816352"/>
            <a:ext cx="3276600" cy="1111250"/>
          </a:xfrm>
          <a:prstGeom prst="rect">
            <a:avLst/>
          </a:prstGeom>
          <a:noFill/>
        </p:spPr>
        <p:txBody>
          <a:bodyPr wrap="square" lIns="18288" rIns="18288" tIns="36576" bIns="36576" anchor="t">
            <a:spAutoFit/>
          </a:bodyPr>
          <a:lstStyle/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94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7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선 → 모양 → 부분 → 물체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94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7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→ 층을 </a:t>
            </a:r>
            <a:r>
              <a:rPr sz="17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쌓아</a:t>
            </a:r>
            <a:r>
              <a:rPr sz="17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 넓게 본다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421378"/>
            <a:ext cx="11274552" cy="868680"/>
          </a:xfrm>
          <a:prstGeom prst="roundRect">
            <a:avLst>
              <a:gd name="adj" fmla="val 10526"/>
            </a:avLst>
          </a:prstGeom>
          <a:solidFill>
            <a:srgbClr val="FDF1E9"/>
          </a:solidFill>
          <a:ln w="12700">
            <a:solidFill>
              <a:srgbClr val="E971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36576" bIns="36576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320"/>
              </a:spcAft>
              <a:buNone/>
            </a:pPr>
            <a:r>
              <a:rPr sz="16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대가: 가정이 틀린 데이터에서는 </a:t>
            </a:r>
            <a:r>
              <a:rPr sz="16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제약</a:t>
            </a:r>
            <a:r>
              <a:rPr sz="16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이 된다 — 한 층에서 멀리 떨어진 위치가 직접 만나지 못한다. (5주차 Attention은 이 선택을 다르게 한다)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 wrap="square" lIns="73152" rIns="73152" tIns="36576" bIns="36576" anchor="b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360"/>
              </a:spcAft>
              <a:buNone/>
            </a:pPr>
            <a:r>
              <a:rPr sz="22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Part 2</a:t>
            </a:r>
          </a:p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360"/>
              </a:spcAft>
              <a:buNone/>
            </a:pPr>
            <a:r>
              <a:rPr sz="36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합성곱: 가까운 곳만, 같은 필터로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wrap="square" lIns="73152" rIns="73152" tIns="36576" bIns="36576" anchor="t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2000" b="0">
                <a:solidFill>
                  <a:srgbClr val="5E6B75"/>
                </a:solidFill>
                <a:latin typeface="맑은 고딕"/>
                <a:ea typeface="맑은 고딕"/>
                <a:cs typeface="맑은 고딕"/>
              </a:rPr>
              <a:t>작은 필터 하나를 이미지 전체에 미끄러뜨리면?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필터가 미끄러지며 내적한다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4700016"/>
            <a:ext cx="11274552" cy="1682496"/>
          </a:xfrm>
        </p:spPr>
        <p:txBody>
          <a:bodyPr wrap="square" lIns="73152" rIns="73152" tIns="36576" bIns="36576" anchor="t">
            <a:normAutofit/>
          </a:bodyPr>
          <a:lstStyle/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48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600" b="0">
                <a:solidFill>
                  <a:srgbClr val="1B2A36"/>
                </a:solidFill>
              </a:rPr>
              <a:t>필터 = ‘왼쪽 밝고 오른쪽 어두운’ </a:t>
            </a:r>
            <a:r>
              <a:rPr sz="1600" b="1">
                <a:solidFill>
                  <a:srgbClr val="1B2A36"/>
                </a:solidFill>
              </a:rPr>
              <a:t>세로 경계 탐지기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48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600" b="0">
                <a:solidFill>
                  <a:srgbClr val="1B2A36"/>
                </a:solidFill>
              </a:rPr>
              <a:t>주황 창: (10·1 + 10·0 + 0·(−1)) × 3줄 = </a:t>
            </a:r>
            <a:r>
              <a:rPr sz="1600" b="1">
                <a:solidFill>
                  <a:srgbClr val="1B2A36"/>
                </a:solidFill>
              </a:rPr>
              <a:t>30</a:t>
            </a:r>
            <a:r>
              <a:rPr sz="1600" b="0">
                <a:solidFill>
                  <a:srgbClr val="1B2A36"/>
                </a:solidFill>
              </a:rPr>
              <a:t>, 경계가 없는 곳은 0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48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600" b="0">
                <a:solidFill>
                  <a:srgbClr val="1B2A36"/>
                </a:solidFill>
              </a:rPr>
              <a:t>필터 값은 사람이 정하지 않고 </a:t>
            </a:r>
            <a:r>
              <a:rPr sz="1600" b="1">
                <a:solidFill>
                  <a:srgbClr val="1B2A36"/>
                </a:solidFill>
              </a:rPr>
              <a:t>역전파로 학습</a:t>
            </a:r>
            <a:r>
              <a:rPr sz="1600" b="0">
                <a:solidFill>
                  <a:srgbClr val="1B2A36"/>
                </a:solidFill>
              </a:rPr>
              <a:t>된다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2026-10-19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58252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5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3×3 필터를 한 칸씩 옮기며 겹친 부분과 내적 — 같은 9개 가중치를 모든 위치에서 재사용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00A3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아이디어</a:t>
            </a:r>
          </a:p>
        </p:txBody>
      </p:sp>
      <p:pic>
        <p:nvPicPr>
          <p:cNvPr id="9" name="Picture 8" descr="conv_slid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44734" y="1408176"/>
            <a:ext cx="6099483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합성곱의 식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77356" y="2642615"/>
            <a:ext cx="5454396" cy="3739896"/>
          </a:xfrm>
        </p:spPr>
        <p:txBody>
          <a:bodyPr wrap="square" lIns="73152" rIns="73152" tIns="36576" bIns="36576" anchor="t">
            <a:normAutofit/>
          </a:bodyPr>
          <a:lstStyle/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결국 </a:t>
            </a:r>
            <a:r>
              <a:rPr sz="1800" b="1">
                <a:solidFill>
                  <a:srgbClr val="1B2A36"/>
                </a:solidFill>
              </a:rPr>
              <a:t>1주차의 내적</a:t>
            </a:r>
            <a:r>
              <a:rPr sz="1800" b="0">
                <a:solidFill>
                  <a:srgbClr val="1B2A36"/>
                </a:solidFill>
              </a:rPr>
              <a:t>을 위치마다 반복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1">
                <a:solidFill>
                  <a:srgbClr val="1B2A36"/>
                </a:solidFill>
              </a:rPr>
              <a:t>국소 영역</a:t>
            </a:r>
            <a:r>
              <a:rPr sz="1800" b="0">
                <a:solidFill>
                  <a:srgbClr val="1B2A36"/>
                </a:solidFill>
              </a:rPr>
              <a:t>: 작은 창 안만 본다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1">
                <a:solidFill>
                  <a:srgbClr val="1B2A36"/>
                </a:solidFill>
              </a:rPr>
              <a:t>가중치 공유</a:t>
            </a:r>
            <a:r>
              <a:rPr sz="1800" b="0">
                <a:solidFill>
                  <a:srgbClr val="1B2A36"/>
                </a:solidFill>
              </a:rPr>
              <a:t>: 모든 위치에 같은 W</a:t>
            </a:r>
          </a:p>
          <a:p>
            <a:pPr algn="l" marL="566928" indent="-237744">
              <a:lnSpc>
                <a:spcPct val="110000"/>
              </a:lnSpc>
              <a:spcBef>
                <a:spcPts val="0"/>
              </a:spcBef>
              <a:spcAft>
                <a:spcPts val="775"/>
              </a:spcAft>
              <a:buClr>
                <a:srgbClr val="01688F"/>
              </a:buClr>
              <a:buFont typeface="Arial"/>
              <a:buChar char="-"/>
            </a:pPr>
            <a:r>
              <a:rPr sz="1550" b="0">
                <a:solidFill>
                  <a:srgbClr val="1B2A36"/>
                </a:solidFill>
              </a:rPr>
              <a:t>주의: 딥러닝의 ‘convolution’은 보통 필터를 뒤집지 않는 cross-correlation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2026-10-19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58252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출력 한 칸 = 필터와 입력 조각의 내적 + 편향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계산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08176"/>
            <a:ext cx="11274552" cy="960120"/>
          </a:xfrm>
          <a:prstGeom prst="roundRect">
            <a:avLst>
              <a:gd name="adj" fmla="val 9523"/>
            </a:avLst>
          </a:prstGeom>
          <a:solidFill>
            <a:srgbClr val="F4F7F9"/>
          </a:solidFill>
          <a:ln w="12700">
            <a:solidFill>
              <a:srgbClr val="C5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408176"/>
            <a:ext cx="11000232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marL="0" indent="0">
              <a:buNone/>
            </a:pPr>
            <a:r>
              <a:rPr sz="2400" b="1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y[i, j] = Σ_u Σ_v  W[u, v] · x[i+u, j+v]  +  b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688335"/>
            <a:ext cx="1920240" cy="475488"/>
          </a:xfrm>
          <a:prstGeom prst="roundRect">
            <a:avLst>
              <a:gd name="adj" fmla="val 19230"/>
            </a:avLst>
          </a:prstGeom>
          <a:solidFill>
            <a:srgbClr val="D8E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1500" b="1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87168" y="2642615"/>
            <a:ext cx="3424427" cy="56692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필터 가중치 (K×K) — 학습됨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255263"/>
            <a:ext cx="1920240" cy="475488"/>
          </a:xfrm>
          <a:prstGeom prst="roundRect">
            <a:avLst>
              <a:gd name="adj" fmla="val 19230"/>
            </a:avLst>
          </a:prstGeom>
          <a:solidFill>
            <a:srgbClr val="D8E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1500" b="1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x[i+u, j+v]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87168" y="3209544"/>
            <a:ext cx="3424427" cy="56692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(i, j)에서 시작하는 입력 조각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822191"/>
            <a:ext cx="1920240" cy="475488"/>
          </a:xfrm>
          <a:prstGeom prst="roundRect">
            <a:avLst>
              <a:gd name="adj" fmla="val 19230"/>
            </a:avLst>
          </a:prstGeom>
          <a:solidFill>
            <a:srgbClr val="D8E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1500" b="1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87168" y="3776472"/>
            <a:ext cx="3424427" cy="56692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편향 (필터당 1개)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389120"/>
            <a:ext cx="1920240" cy="475488"/>
          </a:xfrm>
          <a:prstGeom prst="roundRect">
            <a:avLst>
              <a:gd name="adj" fmla="val 19230"/>
            </a:avLst>
          </a:prstGeom>
          <a:solidFill>
            <a:srgbClr val="D8E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1500" b="1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y[i, j]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87168" y="4343400"/>
            <a:ext cx="3424427" cy="56692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특징 맵의 한 칸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출력 크기 공식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586411" y="2596896"/>
            <a:ext cx="4145340" cy="3785616"/>
          </a:xfrm>
        </p:spPr>
        <p:txBody>
          <a:bodyPr wrap="square" lIns="73152" rIns="73152" tIns="36576" bIns="36576" anchor="t">
            <a:normAutofit/>
          </a:bodyPr>
          <a:lstStyle/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1">
                <a:solidFill>
                  <a:srgbClr val="1B2A36"/>
                </a:solidFill>
              </a:rPr>
              <a:t>N</a:t>
            </a:r>
            <a:r>
              <a:rPr sz="1800" b="0">
                <a:solidFill>
                  <a:srgbClr val="1B2A36"/>
                </a:solidFill>
              </a:rPr>
              <a:t>: 입력 한 변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1">
                <a:solidFill>
                  <a:srgbClr val="1B2A36"/>
                </a:solidFill>
              </a:rPr>
              <a:t>K</a:t>
            </a:r>
            <a:r>
              <a:rPr sz="1800" b="0">
                <a:solidFill>
                  <a:srgbClr val="1B2A36"/>
                </a:solidFill>
              </a:rPr>
              <a:t>: 필터 크기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1">
                <a:solidFill>
                  <a:srgbClr val="1B2A36"/>
                </a:solidFill>
              </a:rPr>
              <a:t>P</a:t>
            </a:r>
            <a:r>
              <a:rPr sz="1800" b="0">
                <a:solidFill>
                  <a:srgbClr val="1B2A36"/>
                </a:solidFill>
              </a:rPr>
              <a:t>: 가장자리 0 덧대기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1">
                <a:solidFill>
                  <a:srgbClr val="1B2A36"/>
                </a:solidFill>
              </a:rPr>
              <a:t>S</a:t>
            </a:r>
            <a:r>
              <a:rPr sz="1800" b="0">
                <a:solidFill>
                  <a:srgbClr val="1B2A36"/>
                </a:solidFill>
              </a:rPr>
              <a:t>: 필터 보폭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‘same’ padding: P = (K − 1) / 2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2026-10-19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58252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O = ⌊(N − K + 2P) / S⌋ + 1 — 코드를 짜기 전에 shape을 예측한다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계산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08176"/>
            <a:ext cx="11274552" cy="914400"/>
          </a:xfrm>
          <a:prstGeom prst="roundRect">
            <a:avLst>
              <a:gd name="adj" fmla="val 10000"/>
            </a:avLst>
          </a:prstGeom>
          <a:solidFill>
            <a:srgbClr val="F4F7F9"/>
          </a:solidFill>
          <a:ln w="12700">
            <a:solidFill>
              <a:srgbClr val="C5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408176"/>
            <a:ext cx="11000232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marL="0" indent="0">
              <a:buNone/>
            </a:pPr>
            <a:r>
              <a:rPr sz="2800" b="1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O = ⌊ (N − K + 2P) / S ⌋ + 1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2596896"/>
          <a:ext cx="6763450" cy="2560317"/>
        </p:xfrm>
        <a:graphic>
          <a:graphicData uri="http://schemas.openxmlformats.org/drawingml/2006/table">
            <a:tbl>
              <a:tblPr firstRow="1" bandRow="0">
                <a:tableStyleId>{5940675A-B579-460E-94D1-54222C63F5DA}</a:tableStyleId>
              </a:tblPr>
              <a:tblGrid>
                <a:gridCol w="1352690"/>
                <a:gridCol w="1352690"/>
                <a:gridCol w="1352690"/>
                <a:gridCol w="1352690"/>
                <a:gridCol w="1352690"/>
              </a:tblGrid>
              <a:tr h="603503"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입력 N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01688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필터 K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01688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padding P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01688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stride S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01688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출력 O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01688F"/>
                    </a:solidFill>
                  </a:tcPr>
                </a:tc>
              </a:tr>
              <a:tr h="374904"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03503"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32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28</a:t>
                      </a: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(LeNet C1)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</a:tr>
              <a:tr h="603503"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32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32</a:t>
                      </a: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(크기 유지)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32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16</a:t>
                      </a: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(절반)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채널과 파라미터 수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2026-10-19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58252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필터 하나는 입력의 모든 채널을 본다: C_out × (C_in × K × K) + C_out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계산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5852160"/>
            <a:ext cx="11274552" cy="530352"/>
          </a:xfrm>
          <a:prstGeom prst="roundRect">
            <a:avLst>
              <a:gd name="adj" fmla="val 17241"/>
            </a:avLst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320"/>
              </a:spcAft>
              <a:buNone/>
            </a:pPr>
            <a:r>
              <a:rPr sz="1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파라미터 수가 이미지 크기와 무관하다 — 2억 → 1,792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773936"/>
            <a:ext cx="5454396" cy="822960"/>
          </a:xfrm>
          <a:prstGeom prst="roundRect">
            <a:avLst>
              <a:gd name="adj" fmla="val 11111"/>
            </a:avLst>
          </a:prstGeom>
          <a:solidFill>
            <a:srgbClr val="F4F7F9"/>
          </a:solidFill>
          <a:ln w="12700">
            <a:solidFill>
              <a:srgbClr val="C5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773936"/>
            <a:ext cx="5180076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marL="0" indent="0">
              <a:buNone/>
            </a:pPr>
            <a:r>
              <a:rPr sz="1750" b="1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params = C_out · C_in · K · K + C_out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457200" y="2779776"/>
          <a:ext cx="5454396" cy="2624328"/>
        </p:xfrm>
        <a:graphic>
          <a:graphicData uri="http://schemas.openxmlformats.org/drawingml/2006/table">
            <a:tbl>
              <a:tblPr firstRow="1" bandRow="0">
                <a:tableStyleId>{5940675A-B579-460E-94D1-54222C63F5DA}</a:tableStyleId>
              </a:tblPr>
              <a:tblGrid>
                <a:gridCol w="2727198"/>
                <a:gridCol w="2727198"/>
              </a:tblGrid>
              <a:tr h="374904"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항목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01688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값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01688F"/>
                    </a:solidFill>
                  </a:tcPr>
                </a:tc>
              </a:tr>
              <a:tr h="37490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입력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(B, 3, 32, 32)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필터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64개 × (3 × 3 × 3)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</a:tr>
              <a:tr h="37490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가중치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64 × 27 = 1,728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편향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64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</a:tr>
              <a:tr h="37490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합계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1,792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출력 (P = 1)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(B, 64, 32, 32)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</a:tr>
            </a:tbl>
          </a:graphicData>
        </a:graphic>
      </p:graphicFrame>
      <p:sp>
        <p:nvSpPr>
          <p:cNvPr id="13" name="Rounded Rectangle 12"/>
          <p:cNvSpPr/>
          <p:nvPr/>
        </p:nvSpPr>
        <p:spPr>
          <a:xfrm>
            <a:off x="6277356" y="1773936"/>
            <a:ext cx="5454396" cy="2007108"/>
          </a:xfrm>
          <a:prstGeom prst="roundRect">
            <a:avLst>
              <a:gd name="adj" fmla="val 4555"/>
            </a:avLst>
          </a:prstGeom>
          <a:solidFill>
            <a:srgbClr val="FFFFFF"/>
          </a:solidFill>
          <a:ln w="12700">
            <a:solidFill>
              <a:srgbClr val="C5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1948" y="1901952"/>
            <a:ext cx="5125211" cy="384048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완전 연결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1948" y="2359152"/>
            <a:ext cx="5125212" cy="1293876"/>
          </a:xfrm>
          <a:prstGeom prst="rect">
            <a:avLst/>
          </a:prstGeom>
          <a:noFill/>
        </p:spPr>
        <p:txBody>
          <a:bodyPr wrap="square" lIns="18288" rIns="18288" tIns="36576" bIns="36576" anchor="t">
            <a:spAutoFit/>
          </a:bodyPr>
          <a:lstStyle/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94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7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201,326,592개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94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7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이미지가 커지면 더 커진다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77356" y="4009644"/>
            <a:ext cx="5454396" cy="2007108"/>
          </a:xfrm>
          <a:prstGeom prst="roundRect">
            <a:avLst>
              <a:gd name="adj" fmla="val 4555"/>
            </a:avLst>
          </a:prstGeom>
          <a:solidFill>
            <a:srgbClr val="ED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41948" y="4137660"/>
            <a:ext cx="5125211" cy="384048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합성곱 (3×3, 64개)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1948" y="4594860"/>
            <a:ext cx="5125212" cy="1293876"/>
          </a:xfrm>
          <a:prstGeom prst="rect">
            <a:avLst/>
          </a:prstGeom>
          <a:noFill/>
        </p:spPr>
        <p:txBody>
          <a:bodyPr wrap="square" lIns="18288" rIns="18288" tIns="36576" bIns="36576" anchor="t">
            <a:spAutoFit/>
          </a:bodyPr>
          <a:lstStyle/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94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7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1,792개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94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7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이미지 크기와 </a:t>
            </a:r>
            <a:r>
              <a:rPr sz="17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무관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Pooling: 요약하며 줄이기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130856" y="1408176"/>
            <a:ext cx="4600895" cy="4974336"/>
          </a:xfrm>
        </p:spPr>
        <p:txBody>
          <a:bodyPr wrap="square" lIns="73152" rIns="73152" tIns="36576" bIns="36576" anchor="t">
            <a:normAutofit/>
          </a:bodyPr>
          <a:lstStyle/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max pooling 2×2, stride 2</a:t>
            </a:r>
          </a:p>
          <a:p>
            <a:pPr algn="l" marL="566928" indent="-237744">
              <a:lnSpc>
                <a:spcPct val="110000"/>
              </a:lnSpc>
              <a:spcBef>
                <a:spcPts val="0"/>
              </a:spcBef>
              <a:spcAft>
                <a:spcPts val="775"/>
              </a:spcAft>
              <a:buClr>
                <a:srgbClr val="01688F"/>
              </a:buClr>
              <a:buFont typeface="Arial"/>
              <a:buChar char="-"/>
            </a:pPr>
            <a:r>
              <a:rPr sz="1550" b="0">
                <a:solidFill>
                  <a:srgbClr val="1B2A36"/>
                </a:solidFill>
              </a:rPr>
              <a:t>4×4 → 2×2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학습 파라미터 </a:t>
            </a:r>
            <a:r>
              <a:rPr sz="1800" b="1">
                <a:solidFill>
                  <a:srgbClr val="1B2A36"/>
                </a:solidFill>
              </a:rPr>
              <a:t>0개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작은 이동에 </a:t>
            </a:r>
            <a:r>
              <a:rPr sz="1800" b="1">
                <a:solidFill>
                  <a:srgbClr val="1B2A36"/>
                </a:solidFill>
              </a:rPr>
              <a:t>덜 민감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대신 정확한 위치 정보 일부를 버린다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대안: stride 2 합성곱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2026-10-19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58252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2×2 영역마다 최댓값(또는 평균) — 학습 파라미터 없이 크기를 절반으로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계산</a:t>
            </a:r>
          </a:p>
        </p:txBody>
      </p:sp>
      <p:pic>
        <p:nvPicPr>
          <p:cNvPr id="9" name="Picture 8" descr="pool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957128"/>
            <a:ext cx="6353616" cy="3876431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수용 영역: 층을 쌓으면 넓게 본다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130856" y="1408176"/>
            <a:ext cx="4600895" cy="4974336"/>
          </a:xfrm>
        </p:spPr>
        <p:txBody>
          <a:bodyPr wrap="square" lIns="73152" rIns="73152" tIns="36576" bIns="36576" anchor="t">
            <a:normAutofit/>
          </a:bodyPr>
          <a:lstStyle/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3×3 한 번: </a:t>
            </a:r>
            <a:r>
              <a:rPr sz="1800" b="1">
                <a:solidFill>
                  <a:srgbClr val="1B2A36"/>
                </a:solidFill>
              </a:rPr>
              <a:t>3칸</a:t>
            </a:r>
            <a:r>
              <a:rPr sz="1800" b="0">
                <a:solidFill>
                  <a:srgbClr val="1B2A36"/>
                </a:solidFill>
              </a:rPr>
              <a:t>, 두 번: </a:t>
            </a:r>
            <a:r>
              <a:rPr sz="1800" b="1">
                <a:solidFill>
                  <a:srgbClr val="1B2A36"/>
                </a:solidFill>
              </a:rPr>
              <a:t>5칸</a:t>
            </a:r>
            <a:r>
              <a:rPr sz="1800" b="0">
                <a:solidFill>
                  <a:srgbClr val="1B2A36"/>
                </a:solidFill>
              </a:rPr>
              <a:t>, 세 번: </a:t>
            </a:r>
            <a:r>
              <a:rPr sz="1800" b="1">
                <a:solidFill>
                  <a:srgbClr val="1B2A36"/>
                </a:solidFill>
              </a:rPr>
              <a:t>7칸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층을 쌓으며 선 → 모양 → 물체로 </a:t>
            </a:r>
            <a:r>
              <a:rPr sz="1800" b="1">
                <a:solidFill>
                  <a:srgbClr val="1B2A36"/>
                </a:solidFill>
              </a:rPr>
              <a:t>계층적 통합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VGG (2014): 3×3 세 층 vs 7×7 한 층</a:t>
            </a:r>
          </a:p>
          <a:p>
            <a:pPr algn="l" marL="566928" indent="-237744">
              <a:lnSpc>
                <a:spcPct val="110000"/>
              </a:lnSpc>
              <a:spcBef>
                <a:spcPts val="0"/>
              </a:spcBef>
              <a:spcAft>
                <a:spcPts val="775"/>
              </a:spcAft>
              <a:buClr>
                <a:srgbClr val="01688F"/>
              </a:buClr>
              <a:buFont typeface="Arial"/>
              <a:buChar char="-"/>
            </a:pPr>
            <a:r>
              <a:rPr sz="1550" b="0">
                <a:solidFill>
                  <a:srgbClr val="1B2A36"/>
                </a:solidFill>
              </a:rPr>
              <a:t>파라미터 27C² vs 49C², 비선형성 3번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1">
                <a:solidFill>
                  <a:srgbClr val="E97132"/>
                </a:solidFill>
              </a:rPr>
              <a:t>제약</a:t>
            </a:r>
            <a:r>
              <a:rPr sz="1800" b="0">
                <a:solidFill>
                  <a:srgbClr val="1B2A36"/>
                </a:solidFill>
              </a:rPr>
              <a:t> 먼 위치가 만나려면 </a:t>
            </a:r>
            <a:r>
              <a:rPr sz="1800" b="1">
                <a:solidFill>
                  <a:srgbClr val="1B2A36"/>
                </a:solidFill>
              </a:rPr>
              <a:t>경로가 길다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2026-10-19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58252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3×3을 세 번 쌓으면 출력 한 칸이 입력 7칸을 본다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00A3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아이디어</a:t>
            </a:r>
          </a:p>
        </p:txBody>
      </p:sp>
      <p:pic>
        <p:nvPicPr>
          <p:cNvPr id="9" name="Picture 8" descr="receptive_fie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046120"/>
            <a:ext cx="6353616" cy="1698447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LeNet: 합성곱 신경망의 원형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22795" y="3694176"/>
            <a:ext cx="4908956" cy="2688336"/>
          </a:xfrm>
        </p:spPr>
        <p:txBody>
          <a:bodyPr wrap="square" lIns="73152" rIns="73152" tIns="36576" bIns="36576" anchor="t">
            <a:normAutofit/>
          </a:bodyPr>
          <a:lstStyle/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600" b="0">
                <a:solidFill>
                  <a:srgbClr val="1B2A36"/>
                </a:solidFill>
              </a:rPr>
              <a:t>1980 Neocognitron (Fukushima): 선구적 계층 모델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600" b="0">
                <a:solidFill>
                  <a:srgbClr val="1B2A36"/>
                </a:solidFill>
              </a:rPr>
              <a:t>1989 LeCun: </a:t>
            </a:r>
            <a:r>
              <a:rPr sz="1600" b="1">
                <a:solidFill>
                  <a:srgbClr val="1B2A36"/>
                </a:solidFill>
              </a:rPr>
              <a:t>역전파로 CNN 학습</a:t>
            </a:r>
            <a:r>
              <a:rPr sz="1600" b="0">
                <a:solidFill>
                  <a:srgbClr val="1B2A36"/>
                </a:solidFill>
              </a:rPr>
              <a:t> (우편번호)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600" b="0">
                <a:solidFill>
                  <a:srgbClr val="1B2A36"/>
                </a:solidFill>
              </a:rPr>
              <a:t>1998 LeNet-5: 구조 정리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600" b="0">
                <a:solidFill>
                  <a:srgbClr val="1B2A36"/>
                </a:solidFill>
              </a:rPr>
              <a:t>특징 추출(합성곱) → 분류(</a:t>
            </a:r>
            <a:r>
              <a:rPr sz="1600" b="1">
                <a:solidFill>
                  <a:srgbClr val="1B2A36"/>
                </a:solidFill>
              </a:rPr>
              <a:t>MLP</a:t>
            </a:r>
            <a:r>
              <a:rPr sz="1600" b="0">
                <a:solidFill>
                  <a:srgbClr val="1B2A36"/>
                </a:solidFill>
              </a:rPr>
              <a:t>)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2026-10-19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58252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1989 우편번호 인식 → 1998 LeNet-5: 합성곱 → pooling → … → 완전 연결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72AB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역사</a:t>
            </a:r>
          </a:p>
        </p:txBody>
      </p:sp>
      <p:pic>
        <p:nvPicPr>
          <p:cNvPr id="9" name="Picture 8" descr="lenet_pipel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41329" y="1408176"/>
            <a:ext cx="5906292" cy="2011680"/>
          </a:xfrm>
          <a:prstGeom prst="rect">
            <a:avLst/>
          </a:prstGeom>
        </p:spPr>
      </p:pic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694176"/>
          <a:ext cx="5999835" cy="2264663"/>
        </p:xfrm>
        <a:graphic>
          <a:graphicData uri="http://schemas.openxmlformats.org/drawingml/2006/table">
            <a:tbl>
              <a:tblPr firstRow="1" bandRow="0">
                <a:tableStyleId>{5940675A-B579-460E-94D1-54222C63F5DA}</a:tableStyleId>
              </a:tblPr>
              <a:tblGrid>
                <a:gridCol w="1999945"/>
                <a:gridCol w="1999945"/>
                <a:gridCol w="1999945"/>
              </a:tblGrid>
              <a:tr h="344424"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층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01688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연산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01688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출력 shape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01688F"/>
                    </a:solidFill>
                  </a:tcPr>
                </a:tc>
              </a:tr>
              <a:tr h="34442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3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C1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3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5×5 합성곱 6개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3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 × 28 × 28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442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3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S2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3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2×2 pooling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3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 × 14 × 14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</a:tr>
              <a:tr h="34442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3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C3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3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5×5 합성곱 16개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3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16 × 10 × 10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2543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3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S4 → C5 → F6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3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pooling → 완전 연결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3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16×5×5 → 120 → 84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</a:tr>
              <a:tr h="34442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3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출력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3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10개 숫자 클래스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3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등변성 ≠ 불변성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130856" y="1408176"/>
            <a:ext cx="4600895" cy="4974336"/>
          </a:xfrm>
        </p:spPr>
        <p:txBody>
          <a:bodyPr wrap="square" lIns="73152" rIns="73152" tIns="36576" bIns="36576" anchor="t">
            <a:normAutofit/>
          </a:bodyPr>
          <a:lstStyle/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1">
                <a:solidFill>
                  <a:srgbClr val="1B2A36"/>
                </a:solidFill>
              </a:rPr>
              <a:t>등변성</a:t>
            </a:r>
            <a:r>
              <a:rPr sz="1800" b="0">
                <a:solidFill>
                  <a:srgbClr val="1B2A36"/>
                </a:solidFill>
              </a:rPr>
              <a:t>: 입력 이동 → 특징도 같이 이동</a:t>
            </a:r>
          </a:p>
          <a:p>
            <a:pPr algn="l" marL="566928" indent="-237744">
              <a:lnSpc>
                <a:spcPct val="110000"/>
              </a:lnSpc>
              <a:spcBef>
                <a:spcPts val="0"/>
              </a:spcBef>
              <a:spcAft>
                <a:spcPts val="775"/>
              </a:spcAft>
              <a:buClr>
                <a:srgbClr val="01688F"/>
              </a:buClr>
              <a:buFont typeface="Arial"/>
              <a:buChar char="-"/>
            </a:pPr>
            <a:r>
              <a:rPr sz="1550" b="0">
                <a:solidFill>
                  <a:srgbClr val="1B2A36"/>
                </a:solidFill>
              </a:rPr>
              <a:t>같은 필터를 모든 위치에 쓰기 때문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1">
                <a:solidFill>
                  <a:srgbClr val="1B2A36"/>
                </a:solidFill>
              </a:rPr>
              <a:t>불변성</a:t>
            </a:r>
            <a:r>
              <a:rPr sz="1800" b="0">
                <a:solidFill>
                  <a:srgbClr val="1B2A36"/>
                </a:solidFill>
              </a:rPr>
              <a:t>: 입력이 이동해도 출력이 같음</a:t>
            </a:r>
          </a:p>
          <a:p>
            <a:pPr algn="l" marL="566928" indent="-237744">
              <a:lnSpc>
                <a:spcPct val="110000"/>
              </a:lnSpc>
              <a:spcBef>
                <a:spcPts val="0"/>
              </a:spcBef>
              <a:spcAft>
                <a:spcPts val="775"/>
              </a:spcAft>
              <a:buClr>
                <a:srgbClr val="01688F"/>
              </a:buClr>
              <a:buFont typeface="Arial"/>
              <a:buChar char="-"/>
            </a:pPr>
            <a:r>
              <a:rPr sz="1550" b="0">
                <a:solidFill>
                  <a:srgbClr val="1B2A36"/>
                </a:solidFill>
              </a:rPr>
              <a:t>전체 max 같은 요약을 붙이면 (이 예시에서)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1">
                <a:solidFill>
                  <a:srgbClr val="E97132"/>
                </a:solidFill>
              </a:rPr>
              <a:t>주의</a:t>
            </a:r>
            <a:r>
              <a:rPr sz="1800" b="0">
                <a:solidFill>
                  <a:srgbClr val="1B2A36"/>
                </a:solidFill>
              </a:rPr>
              <a:t> CNN이 완벽한 불변성을 </a:t>
            </a:r>
            <a:r>
              <a:rPr sz="1800" b="1">
                <a:solidFill>
                  <a:srgbClr val="1B2A36"/>
                </a:solidFill>
              </a:rPr>
              <a:t>보장하지 않는다</a:t>
            </a:r>
          </a:p>
          <a:p>
            <a:pPr algn="l" marL="566928" indent="-237744">
              <a:lnSpc>
                <a:spcPct val="110000"/>
              </a:lnSpc>
              <a:spcBef>
                <a:spcPts val="0"/>
              </a:spcBef>
              <a:spcAft>
                <a:spcPts val="775"/>
              </a:spcAft>
              <a:buClr>
                <a:srgbClr val="01688F"/>
              </a:buClr>
              <a:buFont typeface="Arial"/>
              <a:buChar char="-"/>
            </a:pPr>
            <a:r>
              <a:rPr sz="1550" b="0">
                <a:solidFill>
                  <a:srgbClr val="1B2A36"/>
                </a:solidFill>
              </a:rPr>
              <a:t>경계 · padding · stride · pooling에 따라 다름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2026-10-19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58252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5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입력이 옮겨지면 특징도 옮겨진다(등변). 최종 출력이 ‘완전히 같다’(불변)는 별개의 주장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2E8F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검증</a:t>
            </a:r>
          </a:p>
        </p:txBody>
      </p:sp>
      <p:pic>
        <p:nvPicPr>
          <p:cNvPr id="9" name="Picture 8" descr="equivaria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989609"/>
            <a:ext cx="6353616" cy="3811468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PyTorch로 shape 확인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349947" y="1408176"/>
            <a:ext cx="4381804" cy="4974336"/>
          </a:xfrm>
        </p:spPr>
        <p:txBody>
          <a:bodyPr wrap="square" lIns="73152" rIns="73152" tIns="36576" bIns="36576" anchor="t">
            <a:normAutofit/>
          </a:bodyPr>
          <a:lstStyle/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Conv2d(C_in, C_out, K, padding)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파라미터 1,792 = 손 계산과 같다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MaxPool2d(2)</a:t>
            </a:r>
            <a:r>
              <a:rPr sz="1800" b="0">
                <a:solidFill>
                  <a:srgbClr val="1B2A36"/>
                </a:solidFill>
              </a:rPr>
              <a:t>: 공간 절반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LeNet C1: 32 → </a:t>
            </a:r>
            <a:r>
              <a:rPr sz="1800" b="1">
                <a:solidFill>
                  <a:srgbClr val="1B2A36"/>
                </a:solidFill>
              </a:rPr>
              <a:t>28</a:t>
            </a:r>
          </a:p>
          <a:p>
            <a:pPr algn="l" marL="566928" indent="-237744">
              <a:lnSpc>
                <a:spcPct val="110000"/>
              </a:lnSpc>
              <a:spcBef>
                <a:spcPts val="0"/>
              </a:spcBef>
              <a:spcAft>
                <a:spcPts val="775"/>
              </a:spcAft>
              <a:buClr>
                <a:srgbClr val="01688F"/>
              </a:buClr>
              <a:buFont typeface="Arial"/>
              <a:buChar char="-"/>
            </a:pPr>
            <a:r>
              <a:rPr sz="1550" b="0">
                <a:solidFill>
                  <a:srgbClr val="1B2A36"/>
                </a:solidFill>
              </a:rPr>
              <a:t>파라미터 6 × 25 + 6 = 156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2026-10-19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58252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Conv2d 한 줄에 필터 수·크기·padding이 모두 들어 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1B2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코드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08176"/>
            <a:ext cx="6572707" cy="2581402"/>
          </a:xfrm>
          <a:prstGeom prst="roundRect">
            <a:avLst>
              <a:gd name="adj" fmla="val 2125"/>
            </a:avLst>
          </a:prstGeom>
          <a:solidFill>
            <a:srgbClr val="F4F7F9"/>
          </a:solidFill>
          <a:ln w="12700">
            <a:solidFill>
              <a:srgbClr val="C5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1517904"/>
            <a:ext cx="6353251" cy="23985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sz="1300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import torch, torch.nn as nn</a:t>
            </a:r>
          </a:p>
          <a:p>
            <a:pPr marL="0" indent="0">
              <a:lnSpc>
                <a:spcPct val="100000"/>
              </a:lnSpc>
              <a:buNone/>
            </a:pPr>
            <a:r>
              <a:rPr sz="1300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x = torch.randn(8, 3, 32, 32)            </a:t>
            </a:r>
            <a:r>
              <a:rPr sz="1300">
                <a:solidFill>
                  <a:srgbClr val="3F8A6E"/>
                </a:solidFill>
                <a:latin typeface="Courier New"/>
                <a:ea typeface="맑은 고딕"/>
                <a:cs typeface="Courier New"/>
              </a:rPr>
              <a:t># (B, C, H, W)</a:t>
            </a:r>
          </a:p>
          <a:p>
            <a:pPr marL="0" indent="0">
              <a:lnSpc>
                <a:spcPct val="100000"/>
              </a:lnSpc>
              <a:buNone/>
            </a:pPr>
            <a:r>
              <a:rPr sz="1300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conv = nn.Conv2d(3, 64, kernel_size=3, padding=1)</a:t>
            </a:r>
          </a:p>
          <a:p>
            <a:pPr marL="0" indent="0">
              <a:lnSpc>
                <a:spcPct val="100000"/>
              </a:lnSpc>
              <a:buNone/>
            </a:pPr>
            <a:r>
              <a:rPr sz="1300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y = conv(x)</a:t>
            </a:r>
          </a:p>
          <a:p>
            <a:pPr marL="0" indent="0">
              <a:lnSpc>
                <a:spcPct val="100000"/>
              </a:lnSpc>
              <a:buNone/>
            </a:pPr>
            <a:r>
              <a:rPr sz="1300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print(y.shape)                           </a:t>
            </a:r>
            <a:r>
              <a:rPr sz="1300">
                <a:solidFill>
                  <a:srgbClr val="3F8A6E"/>
                </a:solidFill>
                <a:latin typeface="Courier New"/>
                <a:ea typeface="맑은 고딕"/>
                <a:cs typeface="Courier New"/>
              </a:rPr>
              <a:t># (8, 64, 32, 32)</a:t>
            </a:r>
          </a:p>
          <a:p>
            <a:pPr marL="0" indent="0">
              <a:lnSpc>
                <a:spcPct val="100000"/>
              </a:lnSpc>
              <a:buNone/>
            </a:pPr>
            <a:r>
              <a:rPr sz="1300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print(sum(p.numel() for p in conv.parameters()))  </a:t>
            </a:r>
            <a:r>
              <a:rPr sz="1300">
                <a:solidFill>
                  <a:srgbClr val="3F8A6E"/>
                </a:solidFill>
                <a:latin typeface="Courier New"/>
                <a:ea typeface="맑은 고딕"/>
                <a:cs typeface="Courier New"/>
              </a:rPr>
              <a:t># 1792</a:t>
            </a:r>
          </a:p>
          <a:p>
            <a:pPr marL="0" indent="0">
              <a:lnSpc>
                <a:spcPct val="100000"/>
              </a:lnSpc>
              <a:buNone/>
            </a:pPr>
            <a:r>
              <a:rPr sz="1300">
                <a:latin typeface="Courier New"/>
                <a:ea typeface="맑은 고딕"/>
                <a:cs typeface="Courier New"/>
              </a:rPr>
              <a:t> </a:t>
            </a:r>
          </a:p>
          <a:p>
            <a:pPr marL="0" indent="0">
              <a:lnSpc>
                <a:spcPct val="100000"/>
              </a:lnSpc>
              <a:buNone/>
            </a:pPr>
            <a:r>
              <a:rPr sz="1300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print(nn.MaxPool2d(2)(y).shape)          </a:t>
            </a:r>
            <a:r>
              <a:rPr sz="1300">
                <a:solidFill>
                  <a:srgbClr val="3F8A6E"/>
                </a:solidFill>
                <a:latin typeface="Courier New"/>
                <a:ea typeface="맑은 고딕"/>
                <a:cs typeface="Courier New"/>
              </a:rPr>
              <a:t># (8, 64, 16, 16)</a:t>
            </a:r>
          </a:p>
          <a:p>
            <a:pPr marL="0" indent="0">
              <a:lnSpc>
                <a:spcPct val="100000"/>
              </a:lnSpc>
              <a:buNone/>
            </a:pPr>
            <a:r>
              <a:rPr sz="1300">
                <a:latin typeface="Courier New"/>
                <a:ea typeface="맑은 고딕"/>
                <a:cs typeface="Courier New"/>
              </a:rPr>
              <a:t> </a:t>
            </a:r>
          </a:p>
          <a:p>
            <a:pPr marL="0" indent="0">
              <a:lnSpc>
                <a:spcPct val="100000"/>
              </a:lnSpc>
              <a:buNone/>
            </a:pPr>
            <a:r>
              <a:rPr sz="1300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c1 = nn.Conv2d(1, 6, kernel_size=5)      </a:t>
            </a:r>
            <a:r>
              <a:rPr sz="1300">
                <a:solidFill>
                  <a:srgbClr val="3F8A6E"/>
                </a:solidFill>
                <a:latin typeface="Courier New"/>
                <a:ea typeface="맑은 고딕"/>
                <a:cs typeface="Courier New"/>
              </a:rPr>
              <a:t># LeNet C1</a:t>
            </a:r>
          </a:p>
          <a:p>
            <a:pPr marL="0" indent="0">
              <a:lnSpc>
                <a:spcPct val="100000"/>
              </a:lnSpc>
              <a:buNone/>
            </a:pPr>
            <a:r>
              <a:rPr sz="1300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print(c1(torch.randn(1, 1, 32, 32)).shape)  </a:t>
            </a:r>
            <a:r>
              <a:rPr sz="1300">
                <a:solidFill>
                  <a:srgbClr val="3F8A6E"/>
                </a:solidFill>
                <a:latin typeface="Courier New"/>
                <a:ea typeface="맑은 고딕"/>
                <a:cs typeface="Courier New"/>
              </a:rPr>
              <a:t># (1, 6, 28, 28)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218178"/>
            <a:ext cx="6572707" cy="731520"/>
          </a:xfrm>
          <a:prstGeom prst="roundRect">
            <a:avLst>
              <a:gd name="adj" fmla="val 12500"/>
            </a:avLst>
          </a:prstGeom>
          <a:solidFill>
            <a:srgbClr val="EDF5F9"/>
          </a:solidFill>
          <a:ln w="12700">
            <a:solidFill>
              <a:srgbClr val="72AB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36576" bIns="36576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실습: 주석을 가리고 출력 크기 공식으로 먼저 계산한 뒤 실행해 맞춰 본다.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CNN의 네 가지 개념 — 얻는 것과 대가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2026-10-19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58252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모든 구조적 가정은 이득과 제약을 함께 가져온다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정리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408176"/>
          <a:ext cx="11274550" cy="2438400"/>
        </p:xfrm>
        <a:graphic>
          <a:graphicData uri="http://schemas.openxmlformats.org/drawingml/2006/table">
            <a:tbl>
              <a:tblPr firstRow="1" bandRow="0">
                <a:tableStyleId>{5940675A-B579-460E-94D1-54222C63F5DA}</a:tableStyleId>
              </a:tblPr>
              <a:tblGrid>
                <a:gridCol w="2469663"/>
                <a:gridCol w="3865560"/>
                <a:gridCol w="4939327"/>
              </a:tblGrid>
              <a:tr h="390144"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개념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01688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얻는 것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01688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함께 생기는 제약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01688F"/>
                    </a:solidFill>
                  </a:tcPr>
                </a:tc>
              </a:tr>
              <a:tr h="63398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Local connection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가까운 공간 구조 활용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한 층에서 멀리 떨어진 위치가 직접 만나지 않는다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9014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Weight sharing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파라미터 절감, 같은 연산 재사용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위치마다 완전히 독립된 필터를 쓰지 않는다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</a:tr>
              <a:tr h="39014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Receptive field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층을 쌓아 넓은 입력 영역 통합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넓은 의존 관계를 만들 때 경로가 길어진다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398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Translation equivariance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입력 이동에 대응하는 특징 이동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경계·padding·stride·pooling에 따라 조건이 달라진다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457200" y="4969764"/>
            <a:ext cx="11274552" cy="868680"/>
          </a:xfrm>
          <a:prstGeom prst="roundRect">
            <a:avLst>
              <a:gd name="adj" fmla="val 10526"/>
            </a:avLst>
          </a:prstGeom>
          <a:solidFill>
            <a:srgbClr val="EDF5F9"/>
          </a:solidFill>
          <a:ln w="12700">
            <a:solidFill>
              <a:srgbClr val="72AB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36576" bIns="36576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320"/>
              </a:spcAft>
              <a:buNone/>
            </a:pPr>
            <a:r>
              <a:rPr sz="16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첫째·셋째 제약(먼 위치가 직접 만나지 못하고, 경로가 길다)을 기억해 두자 — 5주차 Attention은 이 제약을 </a:t>
            </a:r>
            <a:r>
              <a:rPr sz="16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다른 방식</a:t>
            </a:r>
            <a:r>
              <a:rPr sz="16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으로 푼다.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 wrap="square" lIns="73152" rIns="73152" tIns="36576" bIns="36576" anchor="b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360"/>
              </a:spcAft>
              <a:buNone/>
            </a:pPr>
            <a:r>
              <a:rPr sz="22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Part 3</a:t>
            </a:r>
          </a:p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360"/>
              </a:spcAft>
              <a:buNone/>
            </a:pPr>
            <a:r>
              <a:rPr sz="36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옆길: SVM과 일반화 (1995)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wrap="square" lIns="73152" rIns="73152" tIns="36576" bIns="36576" anchor="t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2000" b="0">
                <a:solidFill>
                  <a:srgbClr val="5E6B75"/>
                </a:solidFill>
                <a:latin typeface="맑은 고딕"/>
                <a:ea typeface="맑은 고딕"/>
                <a:cs typeface="맑은 고딕"/>
              </a:rPr>
              <a:t>신경망이 주춤하던 시기, 다른 길은 무엇을 물었나?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SVM: 가장 넓은 여백을 가진 경계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73586" y="1408176"/>
            <a:ext cx="5258165" cy="4974336"/>
          </a:xfrm>
        </p:spPr>
        <p:txBody>
          <a:bodyPr wrap="square" lIns="73152" rIns="73152" tIns="36576" bIns="36576" anchor="t">
            <a:normAutofit/>
          </a:bodyPr>
          <a:lstStyle/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Cortes &amp; Vapnik (1995)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경계 후보는 무수히 많다 → </a:t>
            </a:r>
            <a:r>
              <a:rPr sz="1800" b="1">
                <a:solidFill>
                  <a:srgbClr val="1B2A36"/>
                </a:solidFill>
              </a:rPr>
              <a:t>마진 최대</a:t>
            </a:r>
            <a:r>
              <a:rPr sz="1800" b="0">
                <a:solidFill>
                  <a:srgbClr val="1B2A36"/>
                </a:solidFill>
              </a:rPr>
              <a:t>인 것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1">
                <a:solidFill>
                  <a:srgbClr val="1B2A36"/>
                </a:solidFill>
              </a:rPr>
              <a:t>서포트 벡터</a:t>
            </a:r>
            <a:r>
              <a:rPr sz="1800" b="0">
                <a:solidFill>
                  <a:srgbClr val="1B2A36"/>
                </a:solidFill>
              </a:rPr>
              <a:t>: 경계를 결정하는 가장 가까운 점들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볼록 최적화: 해가 </a:t>
            </a:r>
            <a:r>
              <a:rPr sz="1800" b="1">
                <a:solidFill>
                  <a:srgbClr val="1B2A36"/>
                </a:solidFill>
              </a:rPr>
              <a:t>유일</a:t>
            </a:r>
            <a:r>
              <a:rPr sz="1800" b="0">
                <a:solidFill>
                  <a:srgbClr val="1B2A36"/>
                </a:solidFill>
              </a:rPr>
              <a:t>, 안정적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1990~2000년대 많은 분야의 강력한 기준 모델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2026-10-19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58252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여러 직선 중 두 부류 사이 여백(margin)이 가장 넓은 경계를 고른다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00A3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아이디어</a:t>
            </a:r>
          </a:p>
        </p:txBody>
      </p:sp>
      <p:pic>
        <p:nvPicPr>
          <p:cNvPr id="9" name="Picture 8" descr="svm_marg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6218" y="1408176"/>
            <a:ext cx="5438309" cy="4974336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커널, 그리고 SVM이 남긴 질문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2026-10-19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58252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특징을 올려 선형 분리 — 그리고 ‘모델의 복잡도를 어떻게 통제할까’라는 질문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00A3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아이디어</a:t>
            </a:r>
          </a:p>
        </p:txBody>
      </p:sp>
      <p:pic>
        <p:nvPicPr>
          <p:cNvPr id="9" name="Picture 8" descr="kernel_lif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789472"/>
            <a:ext cx="6024981" cy="2211742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6802221" y="2231136"/>
            <a:ext cx="4929530" cy="1781937"/>
          </a:xfrm>
          <a:prstGeom prst="roundRect">
            <a:avLst>
              <a:gd name="adj" fmla="val 5131"/>
            </a:avLst>
          </a:prstGeom>
          <a:solidFill>
            <a:srgbClr val="FFFFFF"/>
          </a:solidFill>
          <a:ln w="12700">
            <a:solidFill>
              <a:srgbClr val="C5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66813" y="2359152"/>
            <a:ext cx="4600346" cy="384048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비교: 좋은 좌표를 누가 만드나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66813" y="2816352"/>
            <a:ext cx="4600346" cy="1068705"/>
          </a:xfrm>
          <a:prstGeom prst="rect">
            <a:avLst/>
          </a:prstGeom>
          <a:noFill/>
        </p:spPr>
        <p:txBody>
          <a:bodyPr wrap="square" lIns="18288" rIns="18288" tIns="36576" bIns="36576" anchor="t">
            <a:spAutoFit/>
          </a:bodyPr>
          <a:lstStyle/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25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5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MLP 은닉층</a:t>
            </a: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 (2주차): 좌표를 </a:t>
            </a:r>
            <a:r>
              <a:rPr sz="15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학습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25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5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SVM 커널</a:t>
            </a: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: 좌표를 </a:t>
            </a:r>
            <a:r>
              <a:rPr sz="15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사람이 선택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25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특징 설계의 시대 ↔ 표현 학습의 시대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02221" y="4241673"/>
            <a:ext cx="4929530" cy="868680"/>
          </a:xfrm>
          <a:prstGeom prst="roundRect">
            <a:avLst>
              <a:gd name="adj" fmla="val 10526"/>
            </a:avLst>
          </a:prstGeom>
          <a:solidFill>
            <a:srgbClr val="EDF5F9"/>
          </a:solidFill>
          <a:ln w="12700">
            <a:solidFill>
              <a:srgbClr val="72AB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36576" bIns="36576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320"/>
              </a:spcAft>
              <a:buNone/>
            </a:pPr>
            <a:r>
              <a:rPr sz="16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가져갈 질문: 이 데이터에 맞는 </a:t>
            </a:r>
            <a:r>
              <a:rPr sz="16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모델 복잡도</a:t>
            </a:r>
            <a:r>
              <a:rPr sz="16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는? 무엇을 통제하면 </a:t>
            </a:r>
            <a:r>
              <a:rPr sz="16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일반화</a:t>
            </a:r>
            <a:r>
              <a:rPr sz="16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가 좋아지나?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 wrap="square" lIns="73152" rIns="73152" tIns="36576" bIns="36576" anchor="b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360"/>
              </a:spcAft>
              <a:buNone/>
            </a:pPr>
            <a:r>
              <a:rPr sz="22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Part 4</a:t>
            </a:r>
          </a:p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360"/>
              </a:spcAft>
              <a:buNone/>
            </a:pPr>
            <a:r>
              <a:rPr sz="36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깊은 모델이 가능해진 조건 (2006–2012)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wrap="square" lIns="73152" rIns="73152" tIns="36576" bIns="36576" anchor="t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2000" b="0">
                <a:solidFill>
                  <a:srgbClr val="5E6B75"/>
                </a:solidFill>
                <a:latin typeface="맑은 고딕"/>
                <a:ea typeface="맑은 고딕"/>
                <a:cs typeface="맑은 고딕"/>
              </a:rPr>
              <a:t>층을 깊게 쌓으면 왜 잘 안 됐고, 무엇이 바뀌었나?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기울기가 곱해지며 사라진다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349947" y="1408176"/>
            <a:ext cx="4381804" cy="4974336"/>
          </a:xfrm>
        </p:spPr>
        <p:txBody>
          <a:bodyPr wrap="square" lIns="73152" rIns="73152" tIns="36576" bIns="36576" anchor="t">
            <a:normAutofit/>
          </a:bodyPr>
          <a:lstStyle/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기울기 ∝ 도함수들의 </a:t>
            </a:r>
            <a:r>
              <a:rPr sz="1800" b="1">
                <a:solidFill>
                  <a:srgbClr val="1B2A36"/>
                </a:solidFill>
              </a:rPr>
              <a:t>곱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sigmoid′ ≤ 0.25</a:t>
            </a:r>
          </a:p>
          <a:p>
            <a:pPr algn="l" marL="566928" indent="-237744">
              <a:lnSpc>
                <a:spcPct val="110000"/>
              </a:lnSpc>
              <a:spcBef>
                <a:spcPts val="0"/>
              </a:spcBef>
              <a:spcAft>
                <a:spcPts val="775"/>
              </a:spcAft>
              <a:buClr>
                <a:srgbClr val="01688F"/>
              </a:buClr>
              <a:buFont typeface="Arial"/>
              <a:buChar char="-"/>
            </a:pPr>
            <a:r>
              <a:rPr sz="1550" b="0">
                <a:solidFill>
                  <a:srgbClr val="1B2A36"/>
                </a:solidFill>
              </a:rPr>
              <a:t>10층: 0.25^10 ≈ </a:t>
            </a:r>
            <a:r>
              <a:rPr sz="1550" b="1">
                <a:solidFill>
                  <a:srgbClr val="E97132"/>
                </a:solidFill>
              </a:rPr>
              <a:t>0.00000095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앞쪽 층은 학습 신호를 거의 못 받는다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ReLU′ = 1 (양수 구간)</a:t>
            </a:r>
          </a:p>
          <a:p>
            <a:pPr algn="l" marL="566928" indent="-237744">
              <a:lnSpc>
                <a:spcPct val="110000"/>
              </a:lnSpc>
              <a:spcBef>
                <a:spcPts val="0"/>
              </a:spcBef>
              <a:spcAft>
                <a:spcPts val="775"/>
              </a:spcAft>
              <a:buClr>
                <a:srgbClr val="01688F"/>
              </a:buClr>
              <a:buFont typeface="Arial"/>
              <a:buChar char="-"/>
            </a:pPr>
            <a:r>
              <a:rPr sz="1550" b="0">
                <a:solidFill>
                  <a:srgbClr val="1B2A36"/>
                </a:solidFill>
              </a:rPr>
              <a:t>곱해도 줄지 않는다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가중치 크기 효과는 제외한 단순화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2026-10-19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58252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역전파는 층마다 도함수를 곱한다 — sigmoid의 도함수는 최대 0.25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E971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문제</a:t>
            </a:r>
          </a:p>
        </p:txBody>
      </p:sp>
      <p:pic>
        <p:nvPicPr>
          <p:cNvPr id="9" name="Picture 8" descr="relu_gra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199" y="2628878"/>
            <a:ext cx="6572707" cy="2532931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2006: 깊은 망을 다시 학습시키려는 시도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3602736"/>
            <a:ext cx="11274552" cy="2779776"/>
          </a:xfrm>
        </p:spPr>
        <p:txBody>
          <a:bodyPr wrap="square" lIns="73152" rIns="73152" tIns="36576" bIns="36576" anchor="t">
            <a:normAutofit/>
          </a:bodyPr>
          <a:lstStyle/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Hinton, Osindero &amp; Teh (2006) — </a:t>
            </a:r>
            <a:r>
              <a:rPr sz="1800" b="1">
                <a:solidFill>
                  <a:srgbClr val="1B2A36"/>
                </a:solidFill>
              </a:rPr>
              <a:t>Deep Belief Network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깊은 모델도 학습될 수 있음을 보여 </a:t>
            </a:r>
            <a:r>
              <a:rPr sz="1800" b="1">
                <a:solidFill>
                  <a:srgbClr val="1B2A36"/>
                </a:solidFill>
              </a:rPr>
              <a:t>딥러닝 부흥</a:t>
            </a:r>
            <a:r>
              <a:rPr sz="1800" b="0">
                <a:solidFill>
                  <a:srgbClr val="1B2A36"/>
                </a:solidFill>
              </a:rPr>
              <a:t>의 계기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1">
                <a:solidFill>
                  <a:srgbClr val="E97132"/>
                </a:solidFill>
              </a:rPr>
              <a:t>주의</a:t>
            </a:r>
            <a:r>
              <a:rPr sz="1800" b="0">
                <a:solidFill>
                  <a:srgbClr val="1B2A36"/>
                </a:solidFill>
              </a:rPr>
              <a:t> 당시의 ‘사전학습’ ≠ 오늘 LLM의 ‘사전학습’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이후 ReLU · 초기화 · 데이터 · GPU가 갖춰지며 이 단계 없이도 학습 가능해짐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2026-10-19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58252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층을 하나씩 먼저 학습(사전학습)한 뒤 전체를 미세 조정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72AB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역사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08176"/>
            <a:ext cx="2530602" cy="1920240"/>
          </a:xfrm>
          <a:prstGeom prst="roundRect">
            <a:avLst>
              <a:gd name="adj" fmla="val 4761"/>
            </a:avLst>
          </a:prstGeom>
          <a:solidFill>
            <a:srgbClr val="ED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499616"/>
            <a:ext cx="2347722" cy="36576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1층 먼저 학습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911095"/>
            <a:ext cx="2347722" cy="1325880"/>
          </a:xfrm>
          <a:prstGeom prst="rect">
            <a:avLst/>
          </a:prstGeom>
          <a:noFill/>
        </p:spPr>
        <p:txBody>
          <a:bodyPr wrap="square" lIns="18288" rIns="18288" tIns="36576" bIns="36576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375"/>
              </a:spcAft>
              <a:buNone/>
            </a:pP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비지도: 입력을 잘 표현하도록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033522" y="2368296"/>
            <a:ext cx="292608" cy="0"/>
          </a:xfrm>
          <a:prstGeom prst="line">
            <a:avLst/>
          </a:prstGeom>
          <a:ln w="25400">
            <a:solidFill>
              <a:srgbClr val="72ABC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3371850" y="1408176"/>
            <a:ext cx="2530602" cy="1920240"/>
          </a:xfrm>
          <a:prstGeom prst="roundRect">
            <a:avLst>
              <a:gd name="adj" fmla="val 4761"/>
            </a:avLst>
          </a:prstGeom>
          <a:solidFill>
            <a:srgbClr val="ED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63290" y="1499616"/>
            <a:ext cx="2347722" cy="36576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2층 학습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63290" y="1911095"/>
            <a:ext cx="2347722" cy="1325880"/>
          </a:xfrm>
          <a:prstGeom prst="rect">
            <a:avLst/>
          </a:prstGeom>
          <a:noFill/>
        </p:spPr>
        <p:txBody>
          <a:bodyPr wrap="square" lIns="18288" rIns="18288" tIns="36576" bIns="36576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375"/>
              </a:spcAft>
              <a:buNone/>
            </a:pP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1층 출력을 입력으로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948172" y="2368296"/>
            <a:ext cx="292608" cy="0"/>
          </a:xfrm>
          <a:prstGeom prst="line">
            <a:avLst/>
          </a:prstGeom>
          <a:ln w="25400">
            <a:solidFill>
              <a:srgbClr val="72ABC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6286500" y="1408176"/>
            <a:ext cx="2530602" cy="1920240"/>
          </a:xfrm>
          <a:prstGeom prst="roundRect">
            <a:avLst>
              <a:gd name="adj" fmla="val 4761"/>
            </a:avLst>
          </a:prstGeom>
          <a:solidFill>
            <a:srgbClr val="ED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77940" y="1499616"/>
            <a:ext cx="2347722" cy="36576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… 차례로 쌓기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77940" y="1911095"/>
            <a:ext cx="2347722" cy="1325880"/>
          </a:xfrm>
          <a:prstGeom prst="rect">
            <a:avLst/>
          </a:prstGeom>
          <a:noFill/>
        </p:spPr>
        <p:txBody>
          <a:bodyPr wrap="square" lIns="18288" rIns="18288" tIns="36576" bIns="36576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375"/>
              </a:spcAft>
              <a:buNone/>
            </a:pP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greedy layer-wise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8862822" y="2368296"/>
            <a:ext cx="292608" cy="0"/>
          </a:xfrm>
          <a:prstGeom prst="line">
            <a:avLst/>
          </a:prstGeom>
          <a:ln w="25400">
            <a:solidFill>
              <a:srgbClr val="72ABC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9201150" y="1408176"/>
            <a:ext cx="2530602" cy="1920240"/>
          </a:xfrm>
          <a:prstGeom prst="roundRect">
            <a:avLst>
              <a:gd name="adj" fmla="val 4761"/>
            </a:avLst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92590" y="1499616"/>
            <a:ext cx="2347722" cy="36576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전체 미세 조정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92590" y="1911095"/>
            <a:ext cx="2347722" cy="1325880"/>
          </a:xfrm>
          <a:prstGeom prst="rect">
            <a:avLst/>
          </a:prstGeom>
          <a:noFill/>
        </p:spPr>
        <p:txBody>
          <a:bodyPr wrap="square" lIns="18288" rIns="18288" tIns="36576" bIns="36576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375"/>
              </a:spcAft>
              <a:buNone/>
            </a:pPr>
            <a:r>
              <a:rPr sz="15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역전파로 함께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2012: AlexNet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31916" y="3419856"/>
            <a:ext cx="5999835" cy="2962656"/>
          </a:xfrm>
        </p:spPr>
        <p:txBody>
          <a:bodyPr wrap="square" lIns="73152" rIns="73152" tIns="36576" bIns="36576" anchor="t">
            <a:normAutofit/>
          </a:bodyPr>
          <a:lstStyle/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1">
                <a:solidFill>
                  <a:srgbClr val="1B2A36"/>
                </a:solidFill>
              </a:rPr>
              <a:t>ReLU</a:t>
            </a:r>
            <a:r>
              <a:rPr sz="1800" b="0">
                <a:solidFill>
                  <a:srgbClr val="1B2A36"/>
                </a:solidFill>
              </a:rPr>
              <a:t>: 학습이 몇 배 빨라짐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1">
                <a:solidFill>
                  <a:srgbClr val="1B2A36"/>
                </a:solidFill>
              </a:rPr>
              <a:t>Dropout</a:t>
            </a:r>
            <a:r>
              <a:rPr sz="1800" b="0">
                <a:solidFill>
                  <a:srgbClr val="1B2A36"/>
                </a:solidFill>
              </a:rPr>
              <a:t>: 학습 중 뉴런 일부를 끄기 → 과적합 억제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1">
                <a:solidFill>
                  <a:srgbClr val="1B2A36"/>
                </a:solidFill>
              </a:rPr>
              <a:t>데이터 증강</a:t>
            </a:r>
            <a:r>
              <a:rPr sz="1800" b="0">
                <a:solidFill>
                  <a:srgbClr val="1B2A36"/>
                </a:solidFill>
              </a:rPr>
              <a:t>: 자르기·뒤집기로 데이터 늘리기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1">
                <a:solidFill>
                  <a:srgbClr val="1B2A36"/>
                </a:solidFill>
              </a:rPr>
              <a:t>GPU</a:t>
            </a:r>
            <a:r>
              <a:rPr sz="1800" b="0">
                <a:solidFill>
                  <a:srgbClr val="1B2A36"/>
                </a:solidFill>
              </a:rPr>
              <a:t>: 대규모 행렬곱을 병렬로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2026-10-19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58252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ImageNet 대회에서 top-5 오류 15.3% — 2위(26.2%)와 큰 격차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72AB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역사</a:t>
            </a:r>
          </a:p>
        </p:txBody>
      </p:sp>
      <p:pic>
        <p:nvPicPr>
          <p:cNvPr id="9" name="Picture 8" descr="alexnet_pipel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87994" y="1408176"/>
            <a:ext cx="5412962" cy="1737360"/>
          </a:xfrm>
          <a:prstGeom prst="rect">
            <a:avLst/>
          </a:prstGeom>
        </p:spPr>
      </p:pic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419856"/>
          <a:ext cx="4908955" cy="2225040"/>
        </p:xfrm>
        <a:graphic>
          <a:graphicData uri="http://schemas.openxmlformats.org/drawingml/2006/table">
            <a:tbl>
              <a:tblPr firstRow="1" bandRow="0">
                <a:tableStyleId>{5940675A-B579-460E-94D1-54222C63F5DA}</a:tableStyleId>
              </a:tblPr>
              <a:tblGrid>
                <a:gridCol w="1402558"/>
                <a:gridCol w="3506397"/>
              </a:tblGrid>
              <a:tr h="359664"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항목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01688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값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01688F"/>
                    </a:solidFill>
                  </a:tcPr>
                </a:tc>
              </a:tr>
              <a:tr h="35966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top-5 오류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15.3%</a:t>
                      </a:r>
                      <a:r>
                        <a:rPr sz="14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(2위 26.2%)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302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ImageNet 약 120만 장, 1000 클래스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</a:tr>
              <a:tr h="57302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구조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합성곱 5 + 완전 연결 3, 약 6천만 파라미터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5966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계산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GTX 580 GPU 2대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구조 하나 덕분이 아니다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2026-10-19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58252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AlexNet = 데이터 + GPU + CNN + ReLU + 규제 + 학습 기법이 함께 작동한 사례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정리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08176"/>
            <a:ext cx="3605784" cy="1211072"/>
          </a:xfrm>
          <a:prstGeom prst="roundRect">
            <a:avLst>
              <a:gd name="adj" fmla="val 7550"/>
            </a:avLst>
          </a:prstGeom>
          <a:solidFill>
            <a:srgbClr val="ED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536192"/>
            <a:ext cx="3276600" cy="384048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데이터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1993392"/>
            <a:ext cx="3276600" cy="497840"/>
          </a:xfrm>
          <a:prstGeom prst="rect">
            <a:avLst/>
          </a:prstGeom>
          <a:noFill/>
        </p:spPr>
        <p:txBody>
          <a:bodyPr wrap="square" lIns="18288" rIns="18288" tIns="36576" bIns="36576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60"/>
              </a:spcAft>
              <a:buNone/>
            </a:pPr>
            <a:r>
              <a:rPr sz="16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ImageNet 약 120만 장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1584" y="1408176"/>
            <a:ext cx="3605784" cy="1211072"/>
          </a:xfrm>
          <a:prstGeom prst="roundRect">
            <a:avLst>
              <a:gd name="adj" fmla="val 7550"/>
            </a:avLst>
          </a:prstGeom>
          <a:solidFill>
            <a:srgbClr val="ED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56176" y="1536192"/>
            <a:ext cx="3276600" cy="384048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연산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56176" y="1993392"/>
            <a:ext cx="3276600" cy="497840"/>
          </a:xfrm>
          <a:prstGeom prst="rect">
            <a:avLst/>
          </a:prstGeom>
          <a:noFill/>
        </p:spPr>
        <p:txBody>
          <a:bodyPr wrap="square" lIns="18288" rIns="18288" tIns="36576" bIns="36576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60"/>
              </a:spcAft>
              <a:buNone/>
            </a:pPr>
            <a:r>
              <a:rPr sz="16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GPU 병렬 행렬곱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25968" y="1408176"/>
            <a:ext cx="3605784" cy="1211072"/>
          </a:xfrm>
          <a:prstGeom prst="roundRect">
            <a:avLst>
              <a:gd name="adj" fmla="val 7550"/>
            </a:avLst>
          </a:prstGeom>
          <a:solidFill>
            <a:srgbClr val="ED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90560" y="1536192"/>
            <a:ext cx="3276600" cy="384048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활성화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90560" y="1993392"/>
            <a:ext cx="3276600" cy="497840"/>
          </a:xfrm>
          <a:prstGeom prst="rect">
            <a:avLst/>
          </a:prstGeom>
          <a:noFill/>
        </p:spPr>
        <p:txBody>
          <a:bodyPr wrap="square" lIns="18288" rIns="18288" tIns="36576" bIns="36576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60"/>
              </a:spcAft>
              <a:buNone/>
            </a:pPr>
            <a:r>
              <a:rPr sz="16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ReLU — 기울기 유지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2847848"/>
            <a:ext cx="3605784" cy="1454912"/>
          </a:xfrm>
          <a:prstGeom prst="roundRect">
            <a:avLst>
              <a:gd name="adj" fmla="val 6284"/>
            </a:avLst>
          </a:prstGeom>
          <a:solidFill>
            <a:srgbClr val="ED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1792" y="2975864"/>
            <a:ext cx="3276600" cy="384048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규제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" y="3433064"/>
            <a:ext cx="3276600" cy="741680"/>
          </a:xfrm>
          <a:prstGeom prst="rect">
            <a:avLst/>
          </a:prstGeom>
          <a:noFill/>
        </p:spPr>
        <p:txBody>
          <a:bodyPr wrap="square" lIns="18288" rIns="18288" tIns="36576" bIns="36576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60"/>
              </a:spcAft>
              <a:buNone/>
            </a:pPr>
            <a:r>
              <a:rPr sz="16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Dropout · 데이터 증강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91584" y="2847848"/>
            <a:ext cx="3605784" cy="1454912"/>
          </a:xfrm>
          <a:prstGeom prst="roundRect">
            <a:avLst>
              <a:gd name="adj" fmla="val 6284"/>
            </a:avLst>
          </a:prstGeom>
          <a:solidFill>
            <a:srgbClr val="ED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56176" y="2975864"/>
            <a:ext cx="3276600" cy="384048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초기화 · 최적화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56176" y="3433064"/>
            <a:ext cx="3276600" cy="741680"/>
          </a:xfrm>
          <a:prstGeom prst="rect">
            <a:avLst/>
          </a:prstGeom>
          <a:noFill/>
        </p:spPr>
        <p:txBody>
          <a:bodyPr wrap="square" lIns="18288" rIns="18288" tIns="36576" bIns="36576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60"/>
              </a:spcAft>
              <a:buNone/>
            </a:pPr>
            <a:r>
              <a:rPr sz="16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SGD + momentum, 적절한 초기화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125968" y="2847848"/>
            <a:ext cx="3605784" cy="1454912"/>
          </a:xfrm>
          <a:prstGeom prst="roundRect">
            <a:avLst>
              <a:gd name="adj" fmla="val 6284"/>
            </a:avLst>
          </a:prstGeom>
          <a:solidFill>
            <a:srgbClr val="FD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90560" y="2975864"/>
            <a:ext cx="3276600" cy="384048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E97132"/>
                </a:solidFill>
                <a:latin typeface="맑은 고딕"/>
                <a:ea typeface="맑은 고딕"/>
                <a:cs typeface="맑은 고딕"/>
              </a:rPr>
              <a:t>구조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90560" y="3433064"/>
            <a:ext cx="3276600" cy="741680"/>
          </a:xfrm>
          <a:prstGeom prst="rect">
            <a:avLst/>
          </a:prstGeom>
          <a:noFill/>
        </p:spPr>
        <p:txBody>
          <a:bodyPr wrap="square" lIns="18288" rIns="18288" tIns="36576" bIns="36576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60"/>
              </a:spcAft>
              <a:buNone/>
            </a:pPr>
            <a:r>
              <a:rPr sz="16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CNN의 구조적 가정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5468112"/>
            <a:ext cx="11274552" cy="868680"/>
          </a:xfrm>
          <a:prstGeom prst="roundRect">
            <a:avLst>
              <a:gd name="adj" fmla="val 10526"/>
            </a:avLst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320"/>
              </a:spcAft>
              <a:buNone/>
            </a:pPr>
            <a:r>
              <a:rPr sz="1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표현력(무엇을 만들 수 있나)이 충분해도, 학습·데이터·자원이 없으면 그 표현을 </a:t>
            </a:r>
            <a:r>
              <a:rPr sz="1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얻지 못한다</a:t>
            </a:r>
            <a:r>
              <a:rPr sz="1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 — Transformer도 마찬가지.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오류는 줄고, 층은 깊어졌다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349947" y="1408176"/>
            <a:ext cx="4381804" cy="4974336"/>
          </a:xfrm>
        </p:spPr>
        <p:txBody>
          <a:bodyPr wrap="square" lIns="73152" rIns="73152" tIns="36576" bIns="36576" anchor="t">
            <a:normAutofit/>
          </a:bodyPr>
          <a:lstStyle/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2010–2011: 사람이 설계한 특징 + 분류기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2012 AlexNet </a:t>
            </a:r>
            <a:r>
              <a:rPr sz="1800" b="1">
                <a:solidFill>
                  <a:srgbClr val="1B2A36"/>
                </a:solidFill>
              </a:rPr>
              <a:t>8층</a:t>
            </a:r>
            <a:r>
              <a:rPr sz="1800" b="0">
                <a:solidFill>
                  <a:srgbClr val="1B2A36"/>
                </a:solidFill>
              </a:rPr>
              <a:t>: 15.3%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2014 VGG 16–19층: 7.3%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2014 GoogLeNet </a:t>
            </a:r>
            <a:r>
              <a:rPr sz="1800" b="1">
                <a:solidFill>
                  <a:srgbClr val="1B2A36"/>
                </a:solidFill>
              </a:rPr>
              <a:t>22층</a:t>
            </a:r>
            <a:r>
              <a:rPr sz="1800" b="0">
                <a:solidFill>
                  <a:srgbClr val="1B2A36"/>
                </a:solidFill>
              </a:rPr>
              <a:t>: 6.67%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2015 ResNet </a:t>
            </a:r>
            <a:r>
              <a:rPr sz="1800" b="1">
                <a:solidFill>
                  <a:srgbClr val="1B2A36"/>
                </a:solidFill>
              </a:rPr>
              <a:t>152층</a:t>
            </a:r>
            <a:r>
              <a:rPr sz="1800" b="0">
                <a:solidFill>
                  <a:srgbClr val="1B2A36"/>
                </a:solidFill>
              </a:rPr>
              <a:t>: 3.57%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그런데 </a:t>
            </a:r>
            <a:r>
              <a:rPr sz="1800" b="1">
                <a:solidFill>
                  <a:srgbClr val="1B2A36"/>
                </a:solidFill>
              </a:rPr>
              <a:t>그냥 더 깊게</a:t>
            </a:r>
            <a:r>
              <a:rPr sz="1800" b="0">
                <a:solidFill>
                  <a:srgbClr val="1B2A36"/>
                </a:solidFill>
              </a:rPr>
              <a:t>는 잘 안 됐다 → Part 5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2026-10-19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58252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ILSVRC 우승 모델: 8층(2012) → 22층(2014) → 152층(2015)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2E8F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검증</a:t>
            </a:r>
          </a:p>
        </p:txBody>
      </p:sp>
      <p:pic>
        <p:nvPicPr>
          <p:cNvPr id="9" name="Picture 8" descr="ilsvr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584513"/>
            <a:ext cx="6572707" cy="4621661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 wrap="square" lIns="73152" rIns="73152" tIns="36576" bIns="36576" anchor="b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360"/>
              </a:spcAft>
              <a:buNone/>
            </a:pPr>
            <a:r>
              <a:rPr sz="22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Part 5</a:t>
            </a:r>
          </a:p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360"/>
              </a:spcAft>
              <a:buNone/>
            </a:pPr>
            <a:r>
              <a:rPr sz="36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더 깊게: Residual과 Normalization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wrap="square" lIns="73152" rIns="73152" tIns="36576" bIns="36576" anchor="t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2000" b="0">
                <a:solidFill>
                  <a:srgbClr val="5E6B75"/>
                </a:solidFill>
                <a:latin typeface="맑은 고딕"/>
                <a:ea typeface="맑은 고딕"/>
                <a:cs typeface="맑은 고딕"/>
              </a:rPr>
              <a:t>2015–2016 · 더 깊게 쌓았더니 오히려 훈련 오류가 커졌다면?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깊게 쌓으면 더 나빠진다?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349947" y="1408176"/>
            <a:ext cx="4381804" cy="4974336"/>
          </a:xfrm>
        </p:spPr>
        <p:txBody>
          <a:bodyPr wrap="square" lIns="73152" rIns="73152" tIns="36576" bIns="36576" anchor="t">
            <a:normAutofit/>
          </a:bodyPr>
          <a:lstStyle/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He et al. (2015) — CIFAR-10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56층 plain의 </a:t>
            </a:r>
            <a:r>
              <a:rPr sz="1800" b="1">
                <a:solidFill>
                  <a:srgbClr val="1B2A36"/>
                </a:solidFill>
              </a:rPr>
              <a:t>훈련</a:t>
            </a:r>
            <a:r>
              <a:rPr sz="1800" b="0">
                <a:solidFill>
                  <a:srgbClr val="1B2A36"/>
                </a:solidFill>
              </a:rPr>
              <a:t> 오류 &gt; 20층</a:t>
            </a:r>
          </a:p>
          <a:p>
            <a:pPr algn="l" marL="566928" indent="-237744">
              <a:lnSpc>
                <a:spcPct val="110000"/>
              </a:lnSpc>
              <a:spcBef>
                <a:spcPts val="0"/>
              </a:spcBef>
              <a:spcAft>
                <a:spcPts val="775"/>
              </a:spcAft>
              <a:buClr>
                <a:srgbClr val="01688F"/>
              </a:buClr>
              <a:buFont typeface="Arial"/>
              <a:buChar char="-"/>
            </a:pPr>
            <a:r>
              <a:rPr sz="1550" b="0">
                <a:solidFill>
                  <a:srgbClr val="1B2A36"/>
                </a:solidFill>
              </a:rPr>
              <a:t>과적합이면 훈련 오류는 낮아야 한다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56층은 20층을 흉내 낼 수 </a:t>
            </a:r>
            <a:r>
              <a:rPr sz="1800" b="1">
                <a:solidFill>
                  <a:srgbClr val="1B2A36"/>
                </a:solidFill>
              </a:rPr>
              <a:t>있다</a:t>
            </a:r>
          </a:p>
          <a:p>
            <a:pPr algn="l" marL="566928" indent="-237744">
              <a:lnSpc>
                <a:spcPct val="110000"/>
              </a:lnSpc>
              <a:spcBef>
                <a:spcPts val="0"/>
              </a:spcBef>
              <a:spcAft>
                <a:spcPts val="775"/>
              </a:spcAft>
              <a:buClr>
                <a:srgbClr val="01688F"/>
              </a:buClr>
              <a:buFont typeface="Arial"/>
              <a:buChar char="-"/>
            </a:pPr>
            <a:r>
              <a:rPr sz="1550" b="0">
                <a:solidFill>
                  <a:srgbClr val="1B2A36"/>
                </a:solidFill>
              </a:rPr>
              <a:t>남는 층이 입력을 그대로 통과시키면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그런데 </a:t>
            </a:r>
            <a:r>
              <a:rPr sz="1800" b="1">
                <a:solidFill>
                  <a:srgbClr val="1B2A36"/>
                </a:solidFill>
              </a:rPr>
              <a:t>학습이 그 해를 못 찾는다</a:t>
            </a:r>
          </a:p>
          <a:p>
            <a:pPr algn="l" marL="566928" indent="-237744">
              <a:lnSpc>
                <a:spcPct val="110000"/>
              </a:lnSpc>
              <a:spcBef>
                <a:spcPts val="0"/>
              </a:spcBef>
              <a:spcAft>
                <a:spcPts val="775"/>
              </a:spcAft>
              <a:buClr>
                <a:srgbClr val="01688F"/>
              </a:buClr>
              <a:buFont typeface="Arial"/>
              <a:buChar char="-"/>
            </a:pPr>
            <a:r>
              <a:rPr sz="1550" b="0">
                <a:solidFill>
                  <a:srgbClr val="1B2A36"/>
                </a:solidFill>
              </a:rPr>
              <a:t>2주차: 표현 가능 ≠ 학습으로 찾음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2026-10-19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58252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56층 plain 망의 ‘훈련’ 오류가 20층보다 높다 — 과적합이 아니라 최적화 문제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E971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문제</a:t>
            </a:r>
          </a:p>
        </p:txBody>
      </p:sp>
      <p:pic>
        <p:nvPicPr>
          <p:cNvPr id="9" name="Picture 8" descr="degrad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389918"/>
            <a:ext cx="6572707" cy="301085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잔차 연결: y = x + F(x)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31916" y="4562856"/>
            <a:ext cx="5999835" cy="1819656"/>
          </a:xfrm>
        </p:spPr>
        <p:txBody>
          <a:bodyPr wrap="square" lIns="73152" rIns="73152" tIns="36576" bIns="36576" anchor="t">
            <a:normAutofit/>
          </a:bodyPr>
          <a:lstStyle/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600" b="0">
                <a:solidFill>
                  <a:srgbClr val="1B2A36"/>
                </a:solidFill>
              </a:rPr>
              <a:t>F = 0이면 y = x → ‘통과’가 쉬워진다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600" b="0">
                <a:solidFill>
                  <a:srgbClr val="1B2A36"/>
                </a:solidFill>
              </a:rPr>
              <a:t>항등 경로로 </a:t>
            </a:r>
            <a:r>
              <a:rPr sz="1600" b="1">
                <a:solidFill>
                  <a:srgbClr val="1B2A36"/>
                </a:solidFill>
              </a:rPr>
              <a:t>기울기가 직접</a:t>
            </a:r>
            <a:r>
              <a:rPr sz="1600" b="0">
                <a:solidFill>
                  <a:srgbClr val="1B2A36"/>
                </a:solidFill>
              </a:rPr>
              <a:t> 흐른다</a:t>
            </a:r>
          </a:p>
          <a:p>
            <a:pPr algn="l" marL="566928" indent="-237744">
              <a:lnSpc>
                <a:spcPct val="110000"/>
              </a:lnSpc>
              <a:spcBef>
                <a:spcPts val="0"/>
              </a:spcBef>
              <a:spcAft>
                <a:spcPts val="675"/>
              </a:spcAft>
              <a:buClr>
                <a:srgbClr val="01688F"/>
              </a:buClr>
              <a:buFont typeface="Arial"/>
              <a:buChar char="-"/>
            </a:pPr>
            <a:r>
              <a:rPr sz="1350" b="0">
                <a:solidFill>
                  <a:srgbClr val="1B2A36"/>
                </a:solidFill>
              </a:rPr>
              <a:t>오른쪽 그래프는 toy 실험 (논문 결과 아님)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2026-10-19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58252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층은 ‘변화량’만 배우고, 입력은 지름길로 그대로 더한다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00A3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아이디어</a:t>
            </a:r>
          </a:p>
        </p:txBody>
      </p:sp>
      <p:pic>
        <p:nvPicPr>
          <p:cNvPr id="9" name="Picture 8" descr="residu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50167" y="1408176"/>
            <a:ext cx="6688617" cy="292608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457200" y="4562856"/>
            <a:ext cx="4908956" cy="1819656"/>
          </a:xfrm>
          <a:prstGeom prst="roundRect">
            <a:avLst>
              <a:gd name="adj" fmla="val 5025"/>
            </a:avLst>
          </a:prstGeom>
          <a:solidFill>
            <a:srgbClr val="F4F7F9"/>
          </a:solidFill>
          <a:ln w="12700">
            <a:solidFill>
              <a:srgbClr val="C5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4562856"/>
            <a:ext cx="4634636" cy="1819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marL="0" indent="0">
              <a:buNone/>
            </a:pPr>
            <a:r>
              <a:rPr sz="2000" b="1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y = x + F(x)</a:t>
            </a:r>
          </a:p>
          <a:p>
            <a:pPr algn="ctr" marL="0" indent="0">
              <a:buNone/>
            </a:pPr>
            <a:r>
              <a:rPr sz="2000" b="1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∂y/∂x = I + ∂F/∂x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정규화: 값의 스케일을 맞춘다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77356" y="2596896"/>
            <a:ext cx="5454396" cy="3785616"/>
          </a:xfrm>
        </p:spPr>
        <p:txBody>
          <a:bodyPr wrap="square" lIns="73152" rIns="73152" tIns="36576" bIns="36576" anchor="t">
            <a:normAutofit/>
          </a:bodyPr>
          <a:lstStyle/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층마다 값의 </a:t>
            </a:r>
            <a:r>
              <a:rPr sz="1800" b="1">
                <a:solidFill>
                  <a:srgbClr val="1B2A36"/>
                </a:solidFill>
              </a:rPr>
              <a:t>스케일</a:t>
            </a:r>
            <a:r>
              <a:rPr sz="1800" b="0">
                <a:solidFill>
                  <a:srgbClr val="1B2A36"/>
                </a:solidFill>
              </a:rPr>
              <a:t>을 안정시킨다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μ, σ: 입력에서 </a:t>
            </a:r>
            <a:r>
              <a:rPr sz="1800" b="1">
                <a:solidFill>
                  <a:srgbClr val="1B2A36"/>
                </a:solidFill>
              </a:rPr>
              <a:t>계산</a:t>
            </a:r>
            <a:r>
              <a:rPr sz="1800" b="0">
                <a:solidFill>
                  <a:srgbClr val="1B2A36"/>
                </a:solidFill>
              </a:rPr>
              <a:t> (학습 X)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γ, β: </a:t>
            </a:r>
            <a:r>
              <a:rPr sz="1800" b="1">
                <a:solidFill>
                  <a:srgbClr val="1B2A36"/>
                </a:solidFill>
              </a:rPr>
              <a:t>학습되는</a:t>
            </a:r>
            <a:r>
              <a:rPr sz="1800" b="0">
                <a:solidFill>
                  <a:srgbClr val="1B2A36"/>
                </a:solidFill>
              </a:rPr>
              <a:t> 파라미터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ε: 0으로 나누기 방지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문제: </a:t>
            </a:r>
            <a:r>
              <a:rPr sz="1800" b="1">
                <a:solidFill>
                  <a:srgbClr val="1B2A36"/>
                </a:solidFill>
              </a:rPr>
              <a:t>어느 축</a:t>
            </a:r>
            <a:r>
              <a:rPr sz="1800" b="0">
                <a:solidFill>
                  <a:srgbClr val="1B2A36"/>
                </a:solidFill>
              </a:rPr>
              <a:t>으로 평균을 낼까? → 다음 장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2026-10-19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58252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평균을 빼고 표준편차로 나눈 뒤, 학습되는 γ·β로 다시 조정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계산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08176"/>
            <a:ext cx="11274552" cy="914400"/>
          </a:xfrm>
          <a:prstGeom prst="roundRect">
            <a:avLst>
              <a:gd name="adj" fmla="val 10000"/>
            </a:avLst>
          </a:prstGeom>
          <a:solidFill>
            <a:srgbClr val="F4F7F9"/>
          </a:solidFill>
          <a:ln w="12700">
            <a:solidFill>
              <a:srgbClr val="C5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408176"/>
            <a:ext cx="11000232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marL="0" indent="0">
              <a:buNone/>
            </a:pPr>
            <a:r>
              <a:rPr sz="2600" b="1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y = γ · (x − μ) / √(σ² + ε)  +  β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2596896"/>
          <a:ext cx="5454396" cy="2478023"/>
        </p:xfrm>
        <a:graphic>
          <a:graphicData uri="http://schemas.openxmlformats.org/drawingml/2006/table">
            <a:tbl>
              <a:tblPr firstRow="1" bandRow="0">
                <a:tableStyleId>{5940675A-B579-460E-94D1-54222C63F5DA}</a:tableStyleId>
              </a:tblPr>
              <a:tblGrid>
                <a:gridCol w="2727198"/>
                <a:gridCol w="2727198"/>
              </a:tblGrid>
              <a:tr h="374904"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단계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01688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값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01688F"/>
                    </a:solidFill>
                  </a:tcPr>
                </a:tc>
              </a:tr>
              <a:tr h="37490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입력 x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(1, 2, 3, 4)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평균 μ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2.5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</a:tr>
              <a:tr h="37490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분산 σ²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1.25  (표준편차 1.118)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03503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(x − μ) / σ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(−1.34, −0.45, 0.45, 1.34)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</a:tr>
              <a:tr h="37490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γ = 1, β = 0이면 y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위와 같음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BatchNorm vs LayerNorm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2026-10-19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58252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5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BatchNorm은 배치를 가로질러, LayerNorm은 샘플(토큰) 하나 안에서 평균을 낸다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계산</a:t>
            </a:r>
          </a:p>
        </p:txBody>
      </p:sp>
      <p:pic>
        <p:nvPicPr>
          <p:cNvPr id="9" name="Picture 8" descr="bn_vs_l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529586"/>
            <a:ext cx="6572707" cy="2731514"/>
          </a:xfrm>
          <a:prstGeom prst="rect">
            <a:avLst/>
          </a:prstGeom>
        </p:spPr>
      </p:pic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349947" y="2033207"/>
          <a:ext cx="4381803" cy="2292096"/>
        </p:xfrm>
        <a:graphic>
          <a:graphicData uri="http://schemas.openxmlformats.org/drawingml/2006/table">
            <a:tbl>
              <a:tblPr firstRow="1" bandRow="0">
                <a:tableStyleId>{5940675A-B579-460E-94D1-54222C63F5DA}</a:tableStyleId>
              </a:tblPr>
              <a:tblGrid>
                <a:gridCol w="1460601"/>
                <a:gridCol w="1460601"/>
                <a:gridCol w="1460601"/>
              </a:tblGrid>
              <a:tr h="573024"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01688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BatchNorm (2015)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01688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LayerNorm (2016)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01688F"/>
                    </a:solidFill>
                  </a:tcPr>
                </a:tc>
              </a:tr>
              <a:tr h="57302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평균 내는 범위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같은 특징, </a:t>
                      </a:r>
                      <a:r>
                        <a:rPr sz="14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배치 전체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샘플 하나</a:t>
                      </a:r>
                      <a:r>
                        <a:rPr sz="14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의 모든 특징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302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배치 크기 영향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받는다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받지 않는다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</a:tr>
              <a:tr h="57302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 사용처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CNN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RNN · </a:t>
                      </a:r>
                      <a:r>
                        <a:rPr sz="14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Transformer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7349947" y="4684966"/>
            <a:ext cx="4381804" cy="1072515"/>
          </a:xfrm>
          <a:prstGeom prst="roundRect">
            <a:avLst>
              <a:gd name="adj" fmla="val 8525"/>
            </a:avLst>
          </a:prstGeom>
          <a:solidFill>
            <a:srgbClr val="EDF5F9"/>
          </a:solidFill>
          <a:ln w="12700">
            <a:solidFill>
              <a:srgbClr val="72AB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36576" bIns="36576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Transformer 입력 (B, N, d)에서 LayerNorm(d)는 </a:t>
            </a:r>
            <a:r>
              <a:rPr sz="15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토큰마다</a:t>
            </a: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 d개 값으로 평균·분산을 낸다 (6주차).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Residual과 Normalization을 어떻게 볼까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2026-10-19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58252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‘의미를 추출하는 블록’이 아니라 ‘깊은 계산을 학습 가능하게 하는 조건’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정리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08176"/>
            <a:ext cx="3605784" cy="2013712"/>
          </a:xfrm>
          <a:prstGeom prst="roundRect">
            <a:avLst>
              <a:gd name="adj" fmla="val 4540"/>
            </a:avLst>
          </a:prstGeom>
          <a:solidFill>
            <a:srgbClr val="ED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2359152"/>
            <a:ext cx="3276600" cy="384048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Residual (2015)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2816352"/>
            <a:ext cx="3276600" cy="1300479"/>
          </a:xfrm>
          <a:prstGeom prst="rect">
            <a:avLst/>
          </a:prstGeom>
          <a:noFill/>
        </p:spPr>
        <p:txBody>
          <a:bodyPr wrap="square" lIns="18288" rIns="18288" tIns="36576" bIns="36576" anchor="t">
            <a:spAutoFit/>
          </a:bodyPr>
          <a:lstStyle/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6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6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깊게 쌓아도 </a:t>
            </a:r>
            <a:r>
              <a:rPr sz="16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정보와 기울기</a:t>
            </a:r>
            <a:r>
              <a:rPr sz="16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가 흐르는 지름길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6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6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→ Transformer의 모든 sublayer에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1584" y="2231136"/>
            <a:ext cx="3605784" cy="2013712"/>
          </a:xfrm>
          <a:prstGeom prst="roundRect">
            <a:avLst>
              <a:gd name="adj" fmla="val 4540"/>
            </a:avLst>
          </a:prstGeom>
          <a:solidFill>
            <a:srgbClr val="ED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56176" y="2359152"/>
            <a:ext cx="3276600" cy="384048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LayerNorm (2016)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56176" y="2816352"/>
            <a:ext cx="3276600" cy="1300479"/>
          </a:xfrm>
          <a:prstGeom prst="rect">
            <a:avLst/>
          </a:prstGeom>
          <a:noFill/>
        </p:spPr>
        <p:txBody>
          <a:bodyPr wrap="square" lIns="18288" rIns="18288" tIns="36576" bIns="36576" anchor="t">
            <a:spAutoFit/>
          </a:bodyPr>
          <a:lstStyle/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6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6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깊은 망의 </a:t>
            </a:r>
            <a:r>
              <a:rPr sz="16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표현 스케일</a:t>
            </a:r>
            <a:r>
              <a:rPr sz="16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 관리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6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6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→ Transformer의 모든 sublayer에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25968" y="2231136"/>
            <a:ext cx="3605784" cy="2013712"/>
          </a:xfrm>
          <a:prstGeom prst="roundRect">
            <a:avLst>
              <a:gd name="adj" fmla="val 4540"/>
            </a:avLst>
          </a:prstGeom>
          <a:solidFill>
            <a:srgbClr val="FD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90560" y="2359152"/>
            <a:ext cx="3276600" cy="384048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E97132"/>
                </a:solidFill>
                <a:latin typeface="맑은 고딕"/>
                <a:ea typeface="맑은 고딕"/>
                <a:cs typeface="맑은 고딕"/>
              </a:rPr>
              <a:t>주의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90560" y="2816352"/>
            <a:ext cx="3276600" cy="1300479"/>
          </a:xfrm>
          <a:prstGeom prst="rect">
            <a:avLst/>
          </a:prstGeom>
          <a:noFill/>
        </p:spPr>
        <p:txBody>
          <a:bodyPr wrap="square" lIns="18288" rIns="18288" tIns="36576" bIns="36576" anchor="t">
            <a:spAutoFit/>
          </a:bodyPr>
          <a:lstStyle/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6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6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원형 Transformer는 </a:t>
            </a:r>
            <a:r>
              <a:rPr sz="16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Post-LN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6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6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전체 미분이 단순히 I + ∂F/∂x가 아니다 (6주차)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610608"/>
            <a:ext cx="11274552" cy="633095"/>
          </a:xfrm>
          <a:prstGeom prst="roundRect">
            <a:avLst>
              <a:gd name="adj" fmla="val 14443"/>
            </a:avLst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340"/>
              </a:spcAft>
              <a:buNone/>
            </a:pPr>
            <a:r>
              <a:rPr sz="17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이 둘은 ‘무언가를 알아내는 부품’이 아니라, </a:t>
            </a:r>
            <a:r>
              <a:rPr sz="17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깊은 계산을 이어 붙이는 조건</a:t>
            </a:r>
            <a:r>
              <a:rPr sz="17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이다.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다리 놓기: 고정된 창을 넘어서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2026-10-19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58252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CNN은 ‘미리 정한’ 국소 영역을 합친다 — 참조할 위치와 비중을 입력에 따라 ‘계산’하면?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00A3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아이디어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08176"/>
            <a:ext cx="5522976" cy="1900047"/>
          </a:xfrm>
          <a:prstGeom prst="roundRect">
            <a:avLst>
              <a:gd name="adj" fmla="val 4812"/>
            </a:avLst>
          </a:prstGeom>
          <a:solidFill>
            <a:srgbClr val="FFFFFF"/>
          </a:solidFill>
          <a:ln w="12700">
            <a:solidFill>
              <a:srgbClr val="C5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2359152"/>
            <a:ext cx="5193792" cy="384048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CNN (오늘)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2816352"/>
            <a:ext cx="5193792" cy="1186815"/>
          </a:xfrm>
          <a:prstGeom prst="rect">
            <a:avLst/>
          </a:prstGeom>
          <a:noFill/>
        </p:spPr>
        <p:txBody>
          <a:bodyPr wrap="square" lIns="18288" rIns="18288" tIns="36576" bIns="36576" anchor="t">
            <a:spAutoFit/>
          </a:bodyPr>
          <a:lstStyle/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94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7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참조 위치를 </a:t>
            </a:r>
            <a:r>
              <a:rPr sz="17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미리 정한다</a:t>
            </a:r>
            <a:r>
              <a:rPr sz="17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 (K×K 이웃)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94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7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비중(필터)은 학습 후 </a:t>
            </a:r>
            <a:r>
              <a:rPr sz="17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고정</a:t>
            </a:r>
            <a:r>
              <a:rPr sz="17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 — 입력과 무관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94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7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먼 위치는 층을 여러 번 거쳐야 만난다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08776" y="2231136"/>
            <a:ext cx="5522976" cy="1900047"/>
          </a:xfrm>
          <a:prstGeom prst="roundRect">
            <a:avLst>
              <a:gd name="adj" fmla="val 4812"/>
            </a:avLst>
          </a:prstGeom>
          <a:solidFill>
            <a:srgbClr val="FD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73368" y="2359152"/>
            <a:ext cx="5193791" cy="384048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E97132"/>
                </a:solidFill>
                <a:latin typeface="맑은 고딕"/>
                <a:ea typeface="맑은 고딕"/>
                <a:cs typeface="맑은 고딕"/>
              </a:rPr>
              <a:t>Attention (5주차)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73368" y="2816352"/>
            <a:ext cx="5193792" cy="1186815"/>
          </a:xfrm>
          <a:prstGeom prst="rect">
            <a:avLst/>
          </a:prstGeom>
          <a:noFill/>
        </p:spPr>
        <p:txBody>
          <a:bodyPr wrap="square" lIns="18288" rIns="18288" tIns="36576" bIns="36576" anchor="t">
            <a:spAutoFit/>
          </a:bodyPr>
          <a:lstStyle/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94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7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참조 위치와 비중을 </a:t>
            </a:r>
            <a:r>
              <a:rPr sz="17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입력에 따라 계산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94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7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한 층에서 </a:t>
            </a:r>
            <a:r>
              <a:rPr sz="17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모든 위치</a:t>
            </a:r>
            <a:r>
              <a:rPr sz="17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가 직접 만날 수 있다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94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7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대신 순서·위치 정보를 따로 넣어야 한다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4496942"/>
            <a:ext cx="11274552" cy="614680"/>
          </a:xfrm>
          <a:prstGeom prst="roundRect">
            <a:avLst>
              <a:gd name="adj" fmla="val 14876"/>
            </a:avLst>
          </a:prstGeom>
          <a:solidFill>
            <a:srgbClr val="EDF5F9"/>
          </a:solidFill>
          <a:ln w="12700">
            <a:solidFill>
              <a:srgbClr val="72AB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36576" bIns="36576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320"/>
              </a:spcAft>
              <a:buNone/>
            </a:pPr>
            <a:r>
              <a:rPr sz="16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그 전에: 다음 주는 순서가 있고 길이가 제각각인 </a:t>
            </a:r>
            <a:r>
              <a:rPr sz="16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언어</a:t>
            </a:r>
            <a:r>
              <a:rPr sz="16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 데이터를 다룬다.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한 장 요약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2026-10-19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58252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오늘 배운 것을 한 줄씩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정리</a:t>
            </a:r>
          </a:p>
        </p:txBody>
      </p:sp>
      <p:sp>
        <p:nvSpPr>
          <p:cNvPr id="9" name="Oval 8"/>
          <p:cNvSpPr/>
          <p:nvPr/>
        </p:nvSpPr>
        <p:spPr>
          <a:xfrm>
            <a:off x="457200" y="1540764"/>
            <a:ext cx="457200" cy="457200"/>
          </a:xfrm>
          <a:prstGeom prst="ellipse">
            <a:avLst/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26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1408176"/>
            <a:ext cx="10543032" cy="7223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CNN = </a:t>
            </a:r>
            <a:r>
              <a:rPr sz="18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지역성 + 가중치 공유 + 계층</a:t>
            </a:r>
            <a:r>
              <a:rPr sz="18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 — 파라미터 2억 → 1,792</a:t>
            </a:r>
          </a:p>
        </p:txBody>
      </p:sp>
      <p:sp>
        <p:nvSpPr>
          <p:cNvPr id="11" name="Oval 10"/>
          <p:cNvSpPr/>
          <p:nvPr/>
        </p:nvSpPr>
        <p:spPr>
          <a:xfrm>
            <a:off x="457200" y="2391156"/>
            <a:ext cx="457200" cy="457200"/>
          </a:xfrm>
          <a:prstGeom prst="ellipse">
            <a:avLst/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26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2258568"/>
            <a:ext cx="10543032" cy="7223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출력 크기 O = ⌊(N − K + 2P)/S⌋ + 1, 파라미터 = C_out·C_in·K² + C_out</a:t>
            </a:r>
          </a:p>
        </p:txBody>
      </p:sp>
      <p:sp>
        <p:nvSpPr>
          <p:cNvPr id="13" name="Oval 12"/>
          <p:cNvSpPr/>
          <p:nvPr/>
        </p:nvSpPr>
        <p:spPr>
          <a:xfrm>
            <a:off x="457200" y="3241548"/>
            <a:ext cx="457200" cy="457200"/>
          </a:xfrm>
          <a:prstGeom prst="ellipse">
            <a:avLst/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26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3108960"/>
            <a:ext cx="10543032" cy="7223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모든 구조적 가정은 </a:t>
            </a:r>
            <a:r>
              <a:rPr sz="18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이득과 제약</a:t>
            </a:r>
            <a:r>
              <a:rPr sz="18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을 함께 가져온다 (등변성 ≠ 불변성)</a:t>
            </a:r>
          </a:p>
        </p:txBody>
      </p:sp>
      <p:sp>
        <p:nvSpPr>
          <p:cNvPr id="15" name="Oval 14"/>
          <p:cNvSpPr/>
          <p:nvPr/>
        </p:nvSpPr>
        <p:spPr>
          <a:xfrm>
            <a:off x="457200" y="4091939"/>
            <a:ext cx="457200" cy="457200"/>
          </a:xfrm>
          <a:prstGeom prst="ellipse">
            <a:avLst/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26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3959352"/>
            <a:ext cx="10543032" cy="7223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SVM: 마진과 </a:t>
            </a:r>
            <a:r>
              <a:rPr sz="18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일반화</a:t>
            </a:r>
            <a:r>
              <a:rPr sz="18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, 모델 복잡도를 통제하는 관점</a:t>
            </a:r>
          </a:p>
        </p:txBody>
      </p:sp>
      <p:sp>
        <p:nvSpPr>
          <p:cNvPr id="17" name="Oval 16"/>
          <p:cNvSpPr/>
          <p:nvPr/>
        </p:nvSpPr>
        <p:spPr>
          <a:xfrm>
            <a:off x="457200" y="4942331"/>
            <a:ext cx="457200" cy="457200"/>
          </a:xfrm>
          <a:prstGeom prst="ellipse">
            <a:avLst/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26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4809744"/>
            <a:ext cx="10543032" cy="7223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깊은 학습 = 데이터 + GPU + ReLU + 규제 + 초기화 + 구조가 </a:t>
            </a:r>
            <a:r>
              <a:rPr sz="18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함께</a:t>
            </a:r>
            <a:r>
              <a:rPr sz="18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 (AlexNet 2012)</a:t>
            </a:r>
          </a:p>
        </p:txBody>
      </p:sp>
      <p:sp>
        <p:nvSpPr>
          <p:cNvPr id="19" name="Oval 18"/>
          <p:cNvSpPr/>
          <p:nvPr/>
        </p:nvSpPr>
        <p:spPr>
          <a:xfrm>
            <a:off x="457200" y="5792724"/>
            <a:ext cx="457200" cy="457200"/>
          </a:xfrm>
          <a:prstGeom prst="ellipse">
            <a:avLst/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26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5660136"/>
            <a:ext cx="10543032" cy="7223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Residual</a:t>
            </a:r>
            <a:r>
              <a:rPr sz="18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(y = x + F(x))과 </a:t>
            </a:r>
            <a:r>
              <a:rPr sz="18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LayerNorm</a:t>
            </a:r>
            <a:r>
              <a:rPr sz="18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은 깊은 계산을 학습 가능하게 하는 조건 → Transformer로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셀프 체크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2026-10-19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58252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답을 자기 말로 설명할 수 있는가? (정답은 발표자 노트)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2E8F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검증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08176"/>
            <a:ext cx="11274552" cy="877824"/>
          </a:xfrm>
          <a:prstGeom prst="roundRect">
            <a:avLst>
              <a:gd name="adj" fmla="val 10416"/>
            </a:avLst>
          </a:prstGeom>
          <a:solidFill>
            <a:srgbClr val="ED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94360" y="1618488"/>
            <a:ext cx="457200" cy="457200"/>
          </a:xfrm>
          <a:prstGeom prst="ellipse">
            <a:avLst/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220"/>
              </a:spcAft>
              <a:buNone/>
            </a:pPr>
            <a:r>
              <a:rPr sz="11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Q1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1408176"/>
            <a:ext cx="10405872" cy="877824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입력 64×64, 필터 5×5, padding 2, stride 2일 때 출력 크기는?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432304"/>
            <a:ext cx="11274552" cy="877824"/>
          </a:xfrm>
          <a:prstGeom prst="roundRect">
            <a:avLst>
              <a:gd name="adj" fmla="val 10416"/>
            </a:avLst>
          </a:prstGeom>
          <a:solidFill>
            <a:srgbClr val="ED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94360" y="2642616"/>
            <a:ext cx="457200" cy="457200"/>
          </a:xfrm>
          <a:prstGeom prst="ellipse">
            <a:avLst/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220"/>
              </a:spcAft>
              <a:buNone/>
            </a:pPr>
            <a:r>
              <a:rPr sz="11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Q2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2432304"/>
            <a:ext cx="10405872" cy="877824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입력 채널 16, 출력 채널 32, 3×3 합성곱의 파라미터 수는?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456432"/>
            <a:ext cx="11274552" cy="877824"/>
          </a:xfrm>
          <a:prstGeom prst="roundRect">
            <a:avLst>
              <a:gd name="adj" fmla="val 10416"/>
            </a:avLst>
          </a:prstGeom>
          <a:solidFill>
            <a:srgbClr val="ED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94360" y="3666744"/>
            <a:ext cx="457200" cy="457200"/>
          </a:xfrm>
          <a:prstGeom prst="ellipse">
            <a:avLst/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220"/>
              </a:spcAft>
              <a:buNone/>
            </a:pPr>
            <a:r>
              <a:rPr sz="11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Q3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3456432"/>
            <a:ext cx="10405872" cy="877824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‘CNN은 입력을 옮겨도 최종 출력이 항상 같다’ — 참인가?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480560"/>
            <a:ext cx="11274552" cy="877824"/>
          </a:xfrm>
          <a:prstGeom prst="roundRect">
            <a:avLst>
              <a:gd name="adj" fmla="val 10416"/>
            </a:avLst>
          </a:prstGeom>
          <a:solidFill>
            <a:srgbClr val="ED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94360" y="4690872"/>
            <a:ext cx="457200" cy="457200"/>
          </a:xfrm>
          <a:prstGeom prst="ellipse">
            <a:avLst/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220"/>
              </a:spcAft>
              <a:buNone/>
            </a:pPr>
            <a:r>
              <a:rPr sz="11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Q4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4480560"/>
            <a:ext cx="10405872" cy="877824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56층이 20층보다 훈련 오류가 높다. 과적합인가?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5504688"/>
            <a:ext cx="11274552" cy="877824"/>
          </a:xfrm>
          <a:prstGeom prst="roundRect">
            <a:avLst>
              <a:gd name="adj" fmla="val 10416"/>
            </a:avLst>
          </a:prstGeom>
          <a:solidFill>
            <a:srgbClr val="ED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94360" y="5715000"/>
            <a:ext cx="457200" cy="457200"/>
          </a:xfrm>
          <a:prstGeom prst="ellipse">
            <a:avLst/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220"/>
              </a:spcAft>
              <a:buNone/>
            </a:pPr>
            <a:r>
              <a:rPr sz="11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Q5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88720" y="5504688"/>
            <a:ext cx="10405872" cy="877824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Transformer의 LayerNorm은 batch 전체의 같은 특징을 정규화한다 — 참인가?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흔한 오해 바로잡기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2026-10-19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58252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틀린 문장을 계산의 언어로 고쳐 쓴다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2E8F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검증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408176"/>
          <a:ext cx="11274551" cy="3995922"/>
        </p:xfrm>
        <a:graphic>
          <a:graphicData uri="http://schemas.openxmlformats.org/drawingml/2006/table">
            <a:tbl>
              <a:tblPr firstRow="1" bandRow="0">
                <a:tableStyleId>{5940675A-B579-460E-94D1-54222C63F5DA}</a:tableStyleId>
              </a:tblPr>
              <a:tblGrid>
                <a:gridCol w="4216499"/>
                <a:gridCol w="7058052"/>
              </a:tblGrid>
              <a:tr h="374904"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자주 듣는 말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01688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더 정확한 설명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01688F"/>
                    </a:solidFill>
                  </a:tcPr>
                </a:tc>
              </a:tr>
              <a:tr h="603503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“CNN → RNN → Transformer 순서로 교체되었다”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서로 다른 </a:t>
                      </a: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구조</a:t>
                      </a: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 다른 가정을 넣은 계보가 병행했다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03503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“CNN은 완벽한 위치 불변성을 보장한다”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등변성과 불변성은 다르다. 경계·padding·stride·pooling에 따라 달라진다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</a:tr>
              <a:tr h="603503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“AlexNet은 CNN 구조 덕분에 성공했다”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데이터·GPU·ReLU·dropout·증강 등이 </a:t>
                      </a: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함께</a:t>
                      </a: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작동했다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03503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“깊을수록 훈련 오류가 낮아지는 게 당연하다”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plain 망은 깊어지면 훈련 오류가 </a:t>
                      </a: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커질 수 있다</a:t>
                      </a: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(최적화 문제)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</a:tr>
              <a:tr h="603503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“Residual·LayerNorm도 의미를 추출하는 블록이다”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깊은 계산을 이어 붙이고 </a:t>
                      </a: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학습 가능하게 하는 조건</a:t>
                      </a: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이다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03503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“2006년 사전학습 = 오늘 LLM의 사전학습”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목적과 방법이 다른 개념이다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이번 주 과제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2026-10-19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58252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제출물이 분명한 과제 — 결과를 보기 전에 먼저 예측해 적는다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1B2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08176"/>
            <a:ext cx="11274552" cy="1419986"/>
          </a:xfrm>
          <a:prstGeom prst="roundRect">
            <a:avLst>
              <a:gd name="adj" fmla="val 6439"/>
            </a:avLst>
          </a:prstGeom>
          <a:solidFill>
            <a:srgbClr val="ED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21792" y="1911667"/>
            <a:ext cx="384048" cy="384048"/>
          </a:xfrm>
          <a:prstGeom prst="ellipse">
            <a:avLst/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240"/>
              </a:spcAft>
              <a:buNone/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" y="1893379"/>
            <a:ext cx="10442448" cy="384048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필터 동작 관찰 (원자료 권장 실습)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350579"/>
            <a:ext cx="10945368" cy="706755"/>
          </a:xfrm>
          <a:prstGeom prst="rect">
            <a:avLst/>
          </a:prstGeom>
          <a:noFill/>
        </p:spPr>
        <p:txBody>
          <a:bodyPr wrap="square" lIns="18288" rIns="18288" tIns="36576" bIns="36576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25"/>
              </a:spcAft>
              <a:buNone/>
            </a:pP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3×3 필터 하나를 정해 6×6 입력에 적용한다. 입력 패턴을 한 칸 옮겼을 때 출력이 어떻게 바뀌는지 비교 (경계 처리는 같게).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413950"/>
            <a:ext cx="11274552" cy="1191387"/>
          </a:xfrm>
          <a:prstGeom prst="roundRect">
            <a:avLst>
              <a:gd name="adj" fmla="val 7675"/>
            </a:avLst>
          </a:prstGeom>
          <a:solidFill>
            <a:srgbClr val="ED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21792" y="3560254"/>
            <a:ext cx="384048" cy="384048"/>
          </a:xfrm>
          <a:prstGeom prst="ellipse">
            <a:avLst/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240"/>
              </a:spcAft>
              <a:buNone/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4712" y="3541966"/>
            <a:ext cx="10442448" cy="384048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파라미터 비교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3999166"/>
            <a:ext cx="10945368" cy="478155"/>
          </a:xfrm>
          <a:prstGeom prst="rect">
            <a:avLst/>
          </a:prstGeom>
          <a:noFill/>
        </p:spPr>
        <p:txBody>
          <a:bodyPr wrap="square" lIns="18288" rIns="18288" tIns="36576" bIns="36576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25"/>
              </a:spcAft>
              <a:buNone/>
            </a:pP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같은 입출력 크기의 완전 연결층·국소 연결층·합성곱의 파라미터 수를 계산해 표로 정리한다.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833937"/>
            <a:ext cx="11274552" cy="1191387"/>
          </a:xfrm>
          <a:prstGeom prst="roundRect">
            <a:avLst>
              <a:gd name="adj" fmla="val 7675"/>
            </a:avLst>
          </a:prstGeom>
          <a:solidFill>
            <a:srgbClr val="ED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21792" y="4980240"/>
            <a:ext cx="384048" cy="384048"/>
          </a:xfrm>
          <a:prstGeom prst="ellipse">
            <a:avLst/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240"/>
              </a:spcAft>
              <a:buNone/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4712" y="4961952"/>
            <a:ext cx="10442448" cy="384048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잔차 실험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" y="5419152"/>
            <a:ext cx="10945368" cy="478155"/>
          </a:xfrm>
          <a:prstGeom prst="rect">
            <a:avLst/>
          </a:prstGeom>
          <a:noFill/>
        </p:spPr>
        <p:txBody>
          <a:bodyPr wrap="square" lIns="18288" rIns="18288" tIns="36576" bIns="36576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25"/>
              </a:spcAft>
              <a:buNone/>
            </a:pP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20층 MLP를 plain / residual 두 버전으로 만들어 첫 층의 기울기 크기를 비교한다 (PyTorch).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참고 자료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2026-10-19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58252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원문은 필요한 절만 골라 읽는다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정리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408176"/>
          <a:ext cx="11274551" cy="3371088"/>
        </p:xfrm>
        <a:graphic>
          <a:graphicData uri="http://schemas.openxmlformats.org/drawingml/2006/table">
            <a:tbl>
              <a:tblPr firstRow="1" bandRow="0">
                <a:tableStyleId>{5940675A-B579-460E-94D1-54222C63F5DA}</a:tableStyleId>
              </a:tblPr>
              <a:tblGrid>
                <a:gridCol w="6691400"/>
                <a:gridCol w="4583151"/>
              </a:tblGrid>
              <a:tr h="359664"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자료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01688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이번 주에 읽을 부분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01688F"/>
                    </a:solidFill>
                  </a:tcPr>
                </a:tc>
              </a:tr>
              <a:tr h="57302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[10] LeCun et al. (1998). Gradient-Based Learning Applied to Document Recognition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LeNet-5 구조 그림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5966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[07] Cortes &amp; Vapnik (1995). Support-Vector Networks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마진의 정의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</a:tr>
              <a:tr h="57302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[12] Hinton, Osindero &amp; Teh (2006). A Fast Learning Algorithm for Deep Belief Nets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도입부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302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[13] Krizhevsky, Sutskever &amp; Hinton (2012). ImageNet Classification with Deep CNNs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3절: ReLU · dropout · 증강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</a:tr>
              <a:tr h="35966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[19] He et al. (2015). Deep Residual Learning for Image Recognition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Fig.1 degradation, Fig.2 잔차 블록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302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[20] Ba, Kiros &amp; Hinton (2016). Layer Normalization · Ioffe &amp; Szegedy (2015). Batch Normalization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정규화 축의 차이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남은 문제와 다음 질문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2026-10-19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58252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답은 새 문제를 남긴다 — 다음 주는 여기서 출발한다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정리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91056"/>
            <a:ext cx="3422904" cy="3840480"/>
          </a:xfrm>
          <a:prstGeom prst="roundRect">
            <a:avLst>
              <a:gd name="adj" fmla="val 2671"/>
            </a:avLst>
          </a:prstGeom>
          <a:solidFill>
            <a:srgbClr val="ED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157984"/>
            <a:ext cx="3240024" cy="39624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이번 주에 해결한 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599944"/>
            <a:ext cx="3240024" cy="321564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450"/>
              </a:spcAft>
              <a:buNone/>
            </a:pPr>
            <a:r>
              <a:rPr sz="18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구조적 가정</a:t>
            </a:r>
            <a:r>
              <a:rPr sz="18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(지역성·공유)으로 큰 입력을 효율적으로</a:t>
            </a:r>
          </a:p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450"/>
              </a:spcAft>
              <a:buNone/>
            </a:pPr>
            <a:r>
              <a:rPr sz="18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데이터·GPU·ReLU·</a:t>
            </a:r>
            <a:r>
              <a:rPr sz="18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Residual·Norm</a:t>
            </a:r>
            <a:r>
              <a:rPr sz="18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으로 깊은 모델을 학습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925824" y="3986784"/>
            <a:ext cx="411480" cy="0"/>
          </a:xfrm>
          <a:prstGeom prst="line">
            <a:avLst/>
          </a:prstGeom>
          <a:ln w="25400">
            <a:solidFill>
              <a:srgbClr val="72ABC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4383024" y="2066544"/>
            <a:ext cx="3422904" cy="3840480"/>
          </a:xfrm>
          <a:prstGeom prst="roundRect">
            <a:avLst>
              <a:gd name="adj" fmla="val 2671"/>
            </a:avLst>
          </a:prstGeom>
          <a:solidFill>
            <a:srgbClr val="FDF1E9"/>
          </a:solidFill>
          <a:ln w="12700">
            <a:solidFill>
              <a:srgbClr val="E971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74464" y="2157984"/>
            <a:ext cx="3240024" cy="39624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>
                <a:solidFill>
                  <a:srgbClr val="E97132"/>
                </a:solidFill>
                <a:latin typeface="맑은 고딕"/>
                <a:ea typeface="맑은 고딕"/>
                <a:cs typeface="맑은 고딕"/>
              </a:rPr>
              <a:t>아직 남은 문제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74464" y="2599944"/>
            <a:ext cx="3240024" cy="321564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450"/>
              </a:spcAft>
              <a:buNone/>
            </a:pPr>
            <a:r>
              <a:rPr sz="18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언어</a:t>
            </a:r>
            <a:r>
              <a:rPr sz="18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는 격자가 아니라 순서, 길이도 제각각</a:t>
            </a:r>
          </a:p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450"/>
              </a:spcAft>
              <a:buNone/>
            </a:pPr>
            <a:r>
              <a:rPr sz="18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“그 책은 … (20단어 뒤) … 재미있었다” — </a:t>
            </a:r>
            <a:r>
              <a:rPr sz="18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먼 단어</a:t>
            </a:r>
            <a:r>
              <a:rPr sz="18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를 어떻게 기억할까?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851648" y="3986784"/>
            <a:ext cx="411480" cy="0"/>
          </a:xfrm>
          <a:prstGeom prst="line">
            <a:avLst/>
          </a:prstGeom>
          <a:ln w="25400">
            <a:solidFill>
              <a:srgbClr val="72ABC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8308848" y="2066544"/>
            <a:ext cx="3422904" cy="3840480"/>
          </a:xfrm>
          <a:prstGeom prst="roundRect">
            <a:avLst>
              <a:gd name="adj" fmla="val 2671"/>
            </a:avLst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00288" y="2157984"/>
            <a:ext cx="3240024" cy="39624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Week 4의 질문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00288" y="2599944"/>
            <a:ext cx="3240024" cy="321564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450"/>
              </a:spcAft>
              <a:buNone/>
            </a:pPr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순서를 어떻게 표현하고,</a:t>
            </a:r>
          </a:p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450"/>
              </a:spcAft>
              <a:buNone/>
            </a:pPr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먼 정보를 어떻게 기억할까?</a:t>
            </a:r>
          </a:p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450"/>
              </a:spcAft>
              <a:buNone/>
            </a:pPr>
            <a:r>
              <a:rPr sz="18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RNN · LSTM · Seq2Seq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2_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Relationship Id="rId2" Type="http://schemas.microsoft.com/office/2011/relationships/webextension" Target="webextension2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  <wetp:taskpane dockstate="right" visibility="0" width="350" row="1">
    <wetp:webextensionref xmlns:r="http://schemas.openxmlformats.org/officeDocument/2006/relationships" r:id="rId2"/>
  </wetp:taskpane>
</wetp:taskpanes>
</file>

<file path=ppt/webextensions/webextension1.xml><?xml version="1.0" encoding="utf-8"?>
<we:webextension xmlns:we="http://schemas.microsoft.com/office/webextensions/webextension/2010/11" id="{6991B60C-0B87-4813-A3C9-C04D3D506FA3}">
  <we:reference id="WA200010001" version="1.0.0.1" store="Omex" storeType="OMEX"/>
  <we:alternateReferences>
    <we:reference id="WA200010001" version="1.0.0.1" store="WA200010001" storeType="OMEX"/>
  </we:alternateReferences>
  <we:properties>
    <we:property name="claude.fileId" value="&quot;36273689-c3e2-4185-b47f-e280f0f57d29&quot;"/>
  </we:properties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79D06B6F-593C-4965-A8E3-9778E5C31F9B}">
  <we:reference id="WA200010725" version="1.0.0.1" store="Omex" storeType="OMEX"/>
  <we:alternateReferences>
    <we:reference id="WA200010725" version="1.0.0.1" store="WA200010725" storeType="OMEX"/>
  </we:alternateReferences>
  <we:properties>
    <we:property name="claude.fileId" value="&quot;b6f5a1e2-33ed-4cdb-b763-f3262e0a7160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31557</TotalTime>
  <Words>68</Words>
  <Application>Microsoft Office PowerPoint</Application>
  <PresentationFormat>와이드스크린</PresentationFormat>
  <Paragraphs>24</Paragraphs>
  <Slides>3</Slides>
  <Notes>3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2</vt:i4>
      </vt:variant>
      <vt:variant>
        <vt:lpstr>슬라이드 제목</vt:lpstr>
      </vt:variant>
      <vt:variant>
        <vt:i4>3</vt:i4>
      </vt:variant>
    </vt:vector>
  </HeadingPairs>
  <TitlesOfParts>
    <vt:vector size="10" baseType="lpstr">
      <vt:lpstr>맑은 고딕</vt:lpstr>
      <vt:lpstr>시스템 서체 일반체</vt:lpstr>
      <vt:lpstr>Arial</vt:lpstr>
      <vt:lpstr>Trebuchet MS</vt:lpstr>
      <vt:lpstr>Wingdings</vt:lpstr>
      <vt:lpstr>Office 테마</vt:lpstr>
      <vt:lpstr>2_Office 테마</vt:lpstr>
      <vt:lpstr>subject</vt:lpstr>
      <vt:lpstr>Name</vt:lpstr>
      <vt:lpstr>Question 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문상준</dc:creator>
  <cp:lastModifiedBy>민윤홍</cp:lastModifiedBy>
  <cp:revision>1287</cp:revision>
  <cp:lastPrinted>2026-04-30T03:45:43Z</cp:lastPrinted>
  <dcterms:created xsi:type="dcterms:W3CDTF">2026-03-17T00:52:02Z</dcterms:created>
  <dcterms:modified xsi:type="dcterms:W3CDTF">2026-09-03T15:32:22Z</dcterms:modified>
</cp:coreProperties>
</file>